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1" r:id="rId6"/>
    <p:sldId id="327" r:id="rId7"/>
    <p:sldId id="262" r:id="rId8"/>
    <p:sldId id="263" r:id="rId9"/>
    <p:sldId id="328" r:id="rId10"/>
    <p:sldId id="329" r:id="rId11"/>
    <p:sldId id="330" r:id="rId12"/>
    <p:sldId id="264" r:id="rId13"/>
    <p:sldId id="331" r:id="rId14"/>
    <p:sldId id="332" r:id="rId15"/>
    <p:sldId id="333" r:id="rId16"/>
    <p:sldId id="265" r:id="rId17"/>
    <p:sldId id="266" r:id="rId18"/>
    <p:sldId id="267" r:id="rId19"/>
    <p:sldId id="268" r:id="rId20"/>
    <p:sldId id="269" r:id="rId21"/>
  </p:sldIdLst>
  <p:sldSz cx="9144000" cy="5143500" type="screen16x9"/>
  <p:notesSz cx="6858000" cy="9144000"/>
  <p:embeddedFontLst>
    <p:embeddedFont>
      <p:font typeface="Albert Sans" panose="020B0604020202020204" charset="0"/>
      <p:regular r:id="rId23"/>
      <p:bold r:id="rId24"/>
      <p:italic r:id="rId25"/>
      <p:boldItalic r:id="rId26"/>
    </p:embeddedFont>
    <p:embeddedFont>
      <p:font typeface="Amarante" panose="020B0604020202020204" charset="0"/>
      <p:regular r:id="rId27"/>
    </p:embeddedFont>
    <p:embeddedFont>
      <p:font typeface="Bebas Neue" panose="020B0606020202050201" pitchFamily="34" charset="0"/>
      <p:regular r:id="rId28"/>
    </p:embeddedFont>
    <p:embeddedFont>
      <p:font typeface="Open Sans" panose="020B0606030504020204" pitchFamily="34" charset="0"/>
      <p:regular r:id="rId29"/>
      <p:bold r:id="rId30"/>
      <p:italic r:id="rId31"/>
      <p:boldItalic r:id="rId32"/>
    </p:embeddedFont>
    <p:embeddedFont>
      <p:font typeface="Philosopher" panose="020B060402020202020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DFD9"/>
    <a:srgbClr val="6361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EDB26DA-987A-4125-9B12-DD8279074317}">
  <a:tblStyle styleId="{9EDB26DA-987A-4125-9B12-DD827907431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8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458ce588e2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74" name="Google Shape;174;g1458ce588e2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37f2bbc75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81" name="Google Shape;181;g137f2bbc759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458ce588e2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90" name="Google Shape;190;g1458ce588e2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37f2bbc759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07" name="Google Shape;207;g137f2bbc759_1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137f2bbc759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21" name="Google Shape;221;g137f2bbc759_1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>
          <a:extLst>
            <a:ext uri="{FF2B5EF4-FFF2-40B4-BE49-F238E27FC236}">
              <a16:creationId xmlns:a16="http://schemas.microsoft.com/office/drawing/2014/main" id="{2CF9BC10-4ABD-B8F2-83BF-13C401C00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137f2bbc759_1_17:notes">
            <a:extLst>
              <a:ext uri="{FF2B5EF4-FFF2-40B4-BE49-F238E27FC236}">
                <a16:creationId xmlns:a16="http://schemas.microsoft.com/office/drawing/2014/main" id="{B77C6DB8-7D82-CEFD-0027-7FCFE84025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21" name="Google Shape;221;g137f2bbc759_1_17:notes">
            <a:extLst>
              <a:ext uri="{FF2B5EF4-FFF2-40B4-BE49-F238E27FC236}">
                <a16:creationId xmlns:a16="http://schemas.microsoft.com/office/drawing/2014/main" id="{4ED3EAC8-5A9A-C2EE-40D1-3D832E4EC2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02646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37f2bbc759_1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28" name="Google Shape;228;g137f2bbc759_1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37f2bbc759_1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34" name="Google Shape;234;g137f2bbc759_1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137f2bbc759_1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47" name="Google Shape;247;g137f2bbc759_1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37f2bbc759_1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53" name="Google Shape;253;g137f2bbc759_1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37f2bbc759_1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70" name="Google Shape;270;g137f2bbc759_1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7f2bbc75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93" name="Google Shape;293;g137f2bbc75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137f2bbc759_1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18" name="Google Shape;318;g137f2bbc759_1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137f2bbc759_1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24" name="Google Shape;324;g137f2bbc759_1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1846" y="0"/>
            <a:ext cx="914030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5111" y="940050"/>
            <a:ext cx="4009200" cy="28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5100" y="3803250"/>
            <a:ext cx="4009200" cy="4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5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accent1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6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846" y="0"/>
            <a:ext cx="914030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617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marante"/>
              <a:buNone/>
              <a:defRPr sz="34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marante"/>
              <a:buNone/>
              <a:defRPr sz="34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marante"/>
              <a:buNone/>
              <a:defRPr sz="34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marante"/>
              <a:buNone/>
              <a:defRPr sz="34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marante"/>
              <a:buNone/>
              <a:defRPr sz="34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marante"/>
              <a:buNone/>
              <a:defRPr sz="34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marante"/>
              <a:buNone/>
              <a:defRPr sz="34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marante"/>
              <a:buNone/>
              <a:defRPr sz="34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accent1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9"/>
          <p:cNvPicPr preferRelativeResize="0"/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1846" y="0"/>
            <a:ext cx="914030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715100" y="652350"/>
            <a:ext cx="4039800" cy="22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715100" y="2822550"/>
            <a:ext cx="4039800" cy="16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bg>
      <p:bgPr>
        <a:solidFill>
          <a:schemeClr val="accent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3"/>
          <p:cNvPicPr preferRelativeResize="0"/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1846" y="0"/>
            <a:ext cx="914030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3"/>
          <p:cNvSpPr txBox="1">
            <a:spLocks noGrp="1"/>
          </p:cNvSpPr>
          <p:nvPr>
            <p:ph type="title" hasCustomPrompt="1"/>
          </p:nvPr>
        </p:nvSpPr>
        <p:spPr>
          <a:xfrm>
            <a:off x="715100" y="1255975"/>
            <a:ext cx="3437400" cy="59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13"/>
          <p:cNvSpPr txBox="1">
            <a:spLocks noGrp="1"/>
          </p:cNvSpPr>
          <p:nvPr>
            <p:ph type="subTitle" idx="1"/>
          </p:nvPr>
        </p:nvSpPr>
        <p:spPr>
          <a:xfrm>
            <a:off x="715100" y="2240750"/>
            <a:ext cx="3437400" cy="60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2"/>
          </p:nvPr>
        </p:nvSpPr>
        <p:spPr>
          <a:xfrm>
            <a:off x="715100" y="1773175"/>
            <a:ext cx="3437400" cy="54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lt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 idx="3"/>
          </p:nvPr>
        </p:nvSpPr>
        <p:spPr>
          <a:xfrm>
            <a:off x="715100" y="535000"/>
            <a:ext cx="7713900" cy="617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 idx="4" hasCustomPrompt="1"/>
          </p:nvPr>
        </p:nvSpPr>
        <p:spPr>
          <a:xfrm>
            <a:off x="4468867" y="1255975"/>
            <a:ext cx="3437400" cy="59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5"/>
          </p:nvPr>
        </p:nvSpPr>
        <p:spPr>
          <a:xfrm>
            <a:off x="4468867" y="2240750"/>
            <a:ext cx="3437400" cy="60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6"/>
          </p:nvPr>
        </p:nvSpPr>
        <p:spPr>
          <a:xfrm>
            <a:off x="4468867" y="1773175"/>
            <a:ext cx="3437400" cy="54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lt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7" hasCustomPrompt="1"/>
          </p:nvPr>
        </p:nvSpPr>
        <p:spPr>
          <a:xfrm>
            <a:off x="715100" y="2925650"/>
            <a:ext cx="3437400" cy="59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8"/>
          </p:nvPr>
        </p:nvSpPr>
        <p:spPr>
          <a:xfrm>
            <a:off x="715100" y="3910425"/>
            <a:ext cx="3437400" cy="60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9"/>
          </p:nvPr>
        </p:nvSpPr>
        <p:spPr>
          <a:xfrm>
            <a:off x="715100" y="3442850"/>
            <a:ext cx="3437400" cy="54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lt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title" idx="13" hasCustomPrompt="1"/>
          </p:nvPr>
        </p:nvSpPr>
        <p:spPr>
          <a:xfrm>
            <a:off x="4468867" y="2925650"/>
            <a:ext cx="3437400" cy="59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14"/>
          </p:nvPr>
        </p:nvSpPr>
        <p:spPr>
          <a:xfrm>
            <a:off x="4468867" y="3910425"/>
            <a:ext cx="3437400" cy="60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5"/>
          </p:nvPr>
        </p:nvSpPr>
        <p:spPr>
          <a:xfrm>
            <a:off x="4468867" y="3442850"/>
            <a:ext cx="3437400" cy="54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lt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bg>
      <p:bgPr>
        <a:solidFill>
          <a:schemeClr val="accent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/>
          <p:cNvPicPr preferRelativeResize="0"/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1846" y="0"/>
            <a:ext cx="914030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>
            <a:spLocks noGrp="1"/>
          </p:cNvSpPr>
          <p:nvPr>
            <p:ph type="subTitle" idx="1"/>
          </p:nvPr>
        </p:nvSpPr>
        <p:spPr>
          <a:xfrm>
            <a:off x="715050" y="1414500"/>
            <a:ext cx="7342200" cy="156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ubTitle" idx="2"/>
          </p:nvPr>
        </p:nvSpPr>
        <p:spPr>
          <a:xfrm>
            <a:off x="715050" y="3183000"/>
            <a:ext cx="7342200" cy="54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lt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bg>
      <p:bgPr>
        <a:solidFill>
          <a:schemeClr val="accent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/>
          <p:cNvPicPr preferRelativeResize="0"/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1846" y="0"/>
            <a:ext cx="914030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>
            <a:spLocks noGrp="1"/>
          </p:cNvSpPr>
          <p:nvPr>
            <p:ph type="subTitle" idx="1"/>
          </p:nvPr>
        </p:nvSpPr>
        <p:spPr>
          <a:xfrm>
            <a:off x="899153" y="2040750"/>
            <a:ext cx="3285900" cy="2165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Char char="⎼"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subTitle" idx="2"/>
          </p:nvPr>
        </p:nvSpPr>
        <p:spPr>
          <a:xfrm>
            <a:off x="899150" y="1573175"/>
            <a:ext cx="3285900" cy="54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lt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ubTitle" idx="3"/>
          </p:nvPr>
        </p:nvSpPr>
        <p:spPr>
          <a:xfrm>
            <a:off x="4959064" y="2040750"/>
            <a:ext cx="3285900" cy="2165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Char char="⎼"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/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subTitle" idx="4"/>
          </p:nvPr>
        </p:nvSpPr>
        <p:spPr>
          <a:xfrm>
            <a:off x="4959064" y="1573175"/>
            <a:ext cx="3285900" cy="54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lt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617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hilosopher"/>
              <a:buNone/>
              <a:defRPr sz="33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hilosopher"/>
              <a:buNone/>
              <a:defRPr sz="33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hilosopher"/>
              <a:buNone/>
              <a:defRPr sz="33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hilosopher"/>
              <a:buNone/>
              <a:defRPr sz="33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hilosopher"/>
              <a:buNone/>
              <a:defRPr sz="33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hilosopher"/>
              <a:buNone/>
              <a:defRPr sz="33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hilosopher"/>
              <a:buNone/>
              <a:defRPr sz="33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hilosopher"/>
              <a:buNone/>
              <a:defRPr sz="33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bg>
      <p:bgPr>
        <a:solidFill>
          <a:schemeClr val="accen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/>
          <p:cNvPicPr preferRelativeResize="0"/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1846" y="0"/>
            <a:ext cx="914030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>
            <a:spLocks noGrp="1"/>
          </p:cNvSpPr>
          <p:nvPr>
            <p:ph type="subTitle" idx="1"/>
          </p:nvPr>
        </p:nvSpPr>
        <p:spPr>
          <a:xfrm>
            <a:off x="5791496" y="3195700"/>
            <a:ext cx="2439000" cy="78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ubTitle" idx="2"/>
          </p:nvPr>
        </p:nvSpPr>
        <p:spPr>
          <a:xfrm>
            <a:off x="5791504" y="2728125"/>
            <a:ext cx="2439000" cy="54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lt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617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subTitle" idx="3"/>
          </p:nvPr>
        </p:nvSpPr>
        <p:spPr>
          <a:xfrm>
            <a:off x="3352496" y="3195700"/>
            <a:ext cx="2439000" cy="78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subTitle" idx="4"/>
          </p:nvPr>
        </p:nvSpPr>
        <p:spPr>
          <a:xfrm>
            <a:off x="3352504" y="2728125"/>
            <a:ext cx="2439000" cy="54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lt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subTitle" idx="5"/>
          </p:nvPr>
        </p:nvSpPr>
        <p:spPr>
          <a:xfrm>
            <a:off x="913496" y="3195700"/>
            <a:ext cx="2439000" cy="78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subTitle" idx="6"/>
          </p:nvPr>
        </p:nvSpPr>
        <p:spPr>
          <a:xfrm>
            <a:off x="913504" y="2728125"/>
            <a:ext cx="2439000" cy="54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lt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bg>
      <p:bgPr>
        <a:solidFill>
          <a:schemeClr val="accent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9"/>
          <p:cNvPicPr preferRelativeResize="0"/>
          <p:nvPr/>
        </p:nvPicPr>
        <p:blipFill>
          <a:blip r:embed="rId2">
            <a:alphaModFix amt="19000"/>
          </a:blip>
          <a:stretch>
            <a:fillRect/>
          </a:stretch>
        </p:blipFill>
        <p:spPr>
          <a:xfrm>
            <a:off x="1846" y="0"/>
            <a:ext cx="914030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617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subTitle" idx="1"/>
          </p:nvPr>
        </p:nvSpPr>
        <p:spPr>
          <a:xfrm>
            <a:off x="715100" y="2059950"/>
            <a:ext cx="2857500" cy="617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subTitle" idx="2"/>
          </p:nvPr>
        </p:nvSpPr>
        <p:spPr>
          <a:xfrm>
            <a:off x="715109" y="1592375"/>
            <a:ext cx="2857500" cy="54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lt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subTitle" idx="3"/>
          </p:nvPr>
        </p:nvSpPr>
        <p:spPr>
          <a:xfrm>
            <a:off x="4205550" y="2059950"/>
            <a:ext cx="2857500" cy="617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subTitle" idx="4"/>
          </p:nvPr>
        </p:nvSpPr>
        <p:spPr>
          <a:xfrm>
            <a:off x="4205549" y="1592375"/>
            <a:ext cx="2857500" cy="54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lt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subTitle" idx="5"/>
          </p:nvPr>
        </p:nvSpPr>
        <p:spPr>
          <a:xfrm>
            <a:off x="715100" y="3565775"/>
            <a:ext cx="2857500" cy="617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subTitle" idx="6"/>
          </p:nvPr>
        </p:nvSpPr>
        <p:spPr>
          <a:xfrm>
            <a:off x="715109" y="3098200"/>
            <a:ext cx="2857500" cy="54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lt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>
            <a:endParaRPr/>
          </a:p>
        </p:txBody>
      </p:sp>
      <p:sp>
        <p:nvSpPr>
          <p:cNvPr id="104" name="Google Shape;104;p19"/>
          <p:cNvSpPr txBox="1">
            <a:spLocks noGrp="1"/>
          </p:cNvSpPr>
          <p:nvPr>
            <p:ph type="subTitle" idx="7"/>
          </p:nvPr>
        </p:nvSpPr>
        <p:spPr>
          <a:xfrm>
            <a:off x="4205546" y="3565775"/>
            <a:ext cx="2857500" cy="617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subTitle" idx="8"/>
          </p:nvPr>
        </p:nvSpPr>
        <p:spPr>
          <a:xfrm>
            <a:off x="4205549" y="3098200"/>
            <a:ext cx="2857500" cy="54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lt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">
    <p:bg>
      <p:bgPr>
        <a:solidFill>
          <a:schemeClr val="accent1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4"/>
          <p:cNvPicPr preferRelativeResize="0"/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1846" y="0"/>
            <a:ext cx="914030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617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marante"/>
              <a:buNone/>
              <a:defRPr sz="35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marante"/>
              <a:buNone/>
              <a:defRPr sz="35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marante"/>
              <a:buNone/>
              <a:defRPr sz="35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marante"/>
              <a:buNone/>
              <a:defRPr sz="35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marante"/>
              <a:buNone/>
              <a:defRPr sz="35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marante"/>
              <a:buNone/>
              <a:defRPr sz="35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marante"/>
              <a:buNone/>
              <a:defRPr sz="35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marante"/>
              <a:buNone/>
              <a:defRPr sz="35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lt1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6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846" y="0"/>
            <a:ext cx="914030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accent1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7"/>
          <p:cNvPicPr preferRelativeResize="0"/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846" y="0"/>
            <a:ext cx="914030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6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hilosopher"/>
              <a:buNone/>
              <a:defRPr sz="33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marante"/>
              <a:buNone/>
              <a:defRPr sz="33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marante"/>
              <a:buNone/>
              <a:defRPr sz="33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marante"/>
              <a:buNone/>
              <a:defRPr sz="33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marante"/>
              <a:buNone/>
              <a:defRPr sz="33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marante"/>
              <a:buNone/>
              <a:defRPr sz="33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marante"/>
              <a:buNone/>
              <a:defRPr sz="33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marante"/>
              <a:buNone/>
              <a:defRPr sz="33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marante"/>
              <a:buNone/>
              <a:defRPr sz="33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5" r:id="rId3"/>
    <p:sldLayoutId id="2147483658" r:id="rId4"/>
    <p:sldLayoutId id="2147483659" r:id="rId5"/>
    <p:sldLayoutId id="2147483660" r:id="rId6"/>
    <p:sldLayoutId id="2147483663" r:id="rId7"/>
    <p:sldLayoutId id="2147483664" r:id="rId8"/>
    <p:sldLayoutId id="2147483665" r:id="rId9"/>
    <p:sldLayoutId id="2147483670" r:id="rId10"/>
    <p:sldLayoutId id="2147483672" r:id="rId11"/>
    <p:sldLayoutId id="2147483673" r:id="rId12"/>
  </p:sldLayoutIdLst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6B327E4-93CD-F400-573E-4C04FD10848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38355" y="53340"/>
            <a:ext cx="1379727" cy="137972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F3B340C-CFEC-4507-C848-D303BF703FB8}"/>
              </a:ext>
            </a:extLst>
          </p:cNvPr>
          <p:cNvCxnSpPr>
            <a:cxnSpLocks/>
          </p:cNvCxnSpPr>
          <p:nvPr/>
        </p:nvCxnSpPr>
        <p:spPr>
          <a:xfrm>
            <a:off x="1823442" y="967974"/>
            <a:ext cx="704887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F0E5EDD-A237-FA83-0387-3EC0984EA6BE}"/>
              </a:ext>
            </a:extLst>
          </p:cNvPr>
          <p:cNvSpPr txBox="1"/>
          <p:nvPr/>
        </p:nvSpPr>
        <p:spPr>
          <a:xfrm>
            <a:off x="1551755" y="421530"/>
            <a:ext cx="7592245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" sz="2800" b="1" dirty="0">
                <a:solidFill>
                  <a:schemeClr val="bg1"/>
                </a:solidFill>
                <a:latin typeface="Philosopher" panose="020B0604020202020204" charset="0"/>
              </a:rPr>
              <a:t>SMT Z.S Patel College of Computer Application</a:t>
            </a:r>
            <a:endParaRPr lang="en-IN" sz="2800" dirty="0">
              <a:solidFill>
                <a:schemeClr val="bg1"/>
              </a:solidFill>
              <a:latin typeface="Philosopher" panose="020B060402020202020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542C34-12E1-78F7-067A-E5AB9E44E24E}"/>
              </a:ext>
            </a:extLst>
          </p:cNvPr>
          <p:cNvSpPr txBox="1"/>
          <p:nvPr/>
        </p:nvSpPr>
        <p:spPr>
          <a:xfrm>
            <a:off x="2784036" y="991199"/>
            <a:ext cx="5378389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" sz="1600" dirty="0">
                <a:solidFill>
                  <a:schemeClr val="bg1"/>
                </a:solidFill>
                <a:latin typeface="Philosopher" panose="020B0604020202020204" charset="0"/>
              </a:rPr>
              <a:t>Affiliated to, Veer Narmad South Gujarat University, Surat</a:t>
            </a:r>
            <a:endParaRPr lang="en-IN" sz="1600" dirty="0">
              <a:solidFill>
                <a:schemeClr val="bg1"/>
              </a:solidFill>
              <a:latin typeface="Philosopher" panose="020B060402020202020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13878E-5F5D-7413-6C41-E05714883D46}"/>
              </a:ext>
            </a:extLst>
          </p:cNvPr>
          <p:cNvSpPr txBox="1"/>
          <p:nvPr/>
        </p:nvSpPr>
        <p:spPr>
          <a:xfrm>
            <a:off x="3864329" y="156653"/>
            <a:ext cx="296709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" sz="1800" dirty="0">
                <a:solidFill>
                  <a:schemeClr val="bg1"/>
                </a:solidFill>
                <a:latin typeface="Philosopher" panose="020B0604020202020204" charset="0"/>
              </a:rPr>
              <a:t>Vidhyadhan Charitable Trust</a:t>
            </a:r>
            <a:endParaRPr lang="en-IN" sz="1800" dirty="0">
              <a:solidFill>
                <a:schemeClr val="bg1"/>
              </a:solidFill>
              <a:latin typeface="Philosopher" panose="020B060402020202020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90E75D-D34A-BBDA-D70E-85F03773EA81}"/>
              </a:ext>
            </a:extLst>
          </p:cNvPr>
          <p:cNvSpPr txBox="1"/>
          <p:nvPr/>
        </p:nvSpPr>
        <p:spPr>
          <a:xfrm>
            <a:off x="2086518" y="1883420"/>
            <a:ext cx="4970965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" sz="2800" b="1" dirty="0">
                <a:solidFill>
                  <a:schemeClr val="bg1"/>
                </a:solidFill>
                <a:latin typeface="Philosopher" panose="020B0604020202020204" charset="0"/>
              </a:rPr>
              <a:t>Quizara – Learn, Play, Achieve</a:t>
            </a:r>
            <a:endParaRPr lang="en-IN" sz="2800" dirty="0">
              <a:solidFill>
                <a:schemeClr val="bg1"/>
              </a:solidFill>
              <a:latin typeface="Philosopher" panose="020B0604020202020204" charset="0"/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5F6736B0-EA98-2A1B-DB4A-3FD58B3AE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6019032"/>
              </p:ext>
            </p:extLst>
          </p:nvPr>
        </p:nvGraphicFramePr>
        <p:xfrm>
          <a:off x="887390" y="2978821"/>
          <a:ext cx="7369221" cy="1112520"/>
        </p:xfrm>
        <a:graphic>
          <a:graphicData uri="http://schemas.openxmlformats.org/drawingml/2006/table">
            <a:tbl>
              <a:tblPr firstRow="1" bandRow="1">
                <a:tableStyleId>{9EDB26DA-987A-4125-9B12-DD8279074317}</a:tableStyleId>
              </a:tblPr>
              <a:tblGrid>
                <a:gridCol w="1411325">
                  <a:extLst>
                    <a:ext uri="{9D8B030D-6E8A-4147-A177-3AD203B41FA5}">
                      <a16:colId xmlns:a16="http://schemas.microsoft.com/office/drawing/2014/main" val="354129430"/>
                    </a:ext>
                  </a:extLst>
                </a:gridCol>
                <a:gridCol w="2939559">
                  <a:extLst>
                    <a:ext uri="{9D8B030D-6E8A-4147-A177-3AD203B41FA5}">
                      <a16:colId xmlns:a16="http://schemas.microsoft.com/office/drawing/2014/main" val="1723060670"/>
                    </a:ext>
                  </a:extLst>
                </a:gridCol>
                <a:gridCol w="3018337">
                  <a:extLst>
                    <a:ext uri="{9D8B030D-6E8A-4147-A177-3AD203B41FA5}">
                      <a16:colId xmlns:a16="http://schemas.microsoft.com/office/drawing/2014/main" val="35868434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  <a:latin typeface="Philosopher" panose="020B0604020202020204" charset="0"/>
                        </a:rPr>
                        <a:t>Presented By.</a:t>
                      </a:r>
                      <a:endParaRPr lang="en-IN" b="1" dirty="0">
                        <a:solidFill>
                          <a:schemeClr val="bg1"/>
                        </a:solidFill>
                        <a:latin typeface="Philosopher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Philosopher" panose="020B0604020202020204" charset="0"/>
                        </a:rPr>
                        <a:t>Manani Suraj Vinodbhai - 5240</a:t>
                      </a:r>
                      <a:endParaRPr lang="en-IN" dirty="0">
                        <a:solidFill>
                          <a:schemeClr val="bg1"/>
                        </a:solidFill>
                        <a:latin typeface="Philosopher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Philosopher" panose="020B0604020202020204" charset="0"/>
                        </a:rPr>
                        <a:t>Mandaliya Raj Manojbhai - 5241</a:t>
                      </a:r>
                      <a:endParaRPr lang="en-IN" dirty="0">
                        <a:solidFill>
                          <a:schemeClr val="bg1"/>
                        </a:solidFill>
                        <a:latin typeface="Philosopher" panose="020B060402020202020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6189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  <a:latin typeface="Philosopher" panose="020B0604020202020204" charset="0"/>
                        </a:rPr>
                        <a:t>Guided By.</a:t>
                      </a:r>
                      <a:endParaRPr lang="en-IN" b="1" dirty="0">
                        <a:solidFill>
                          <a:schemeClr val="bg1"/>
                        </a:solidFill>
                        <a:latin typeface="Philosopher" panose="020B0604020202020204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Philosopher" panose="020B0604020202020204" charset="0"/>
                        </a:rPr>
                        <a:t>Mrs. Dhvani Ma’am &amp; Mrs. Reema Ma’am</a:t>
                      </a:r>
                      <a:endParaRPr lang="en-IN" dirty="0">
                        <a:solidFill>
                          <a:schemeClr val="bg1"/>
                        </a:solidFill>
                        <a:latin typeface="Philosopher" panose="020B060402020202020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8777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  <a:latin typeface="Philosopher" panose="020B0604020202020204" charset="0"/>
                        </a:rPr>
                        <a:t>Group No.</a:t>
                      </a:r>
                      <a:endParaRPr lang="en-IN" b="1" dirty="0">
                        <a:solidFill>
                          <a:schemeClr val="bg1"/>
                        </a:solidFill>
                        <a:latin typeface="Philosopher" panose="020B0604020202020204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Philosopher" panose="020B0604020202020204" charset="0"/>
                        </a:rPr>
                        <a:t>11</a:t>
                      </a:r>
                      <a:endParaRPr lang="en-IN" dirty="0">
                        <a:solidFill>
                          <a:schemeClr val="bg1"/>
                        </a:solidFill>
                        <a:latin typeface="Philosopher" panose="020B060402020202020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28429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>
            <a:spLocks noGrp="1"/>
          </p:cNvSpPr>
          <p:nvPr>
            <p:ph type="title"/>
          </p:nvPr>
        </p:nvSpPr>
        <p:spPr>
          <a:xfrm>
            <a:off x="318585" y="472790"/>
            <a:ext cx="3852000" cy="6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b="1" dirty="0"/>
              <a:t>Introduction</a:t>
            </a:r>
            <a:endParaRPr b="1" dirty="0"/>
          </a:p>
        </p:txBody>
      </p:sp>
      <p:sp>
        <p:nvSpPr>
          <p:cNvPr id="185" name="Google Shape;185;p32"/>
          <p:cNvSpPr txBox="1"/>
          <p:nvPr/>
        </p:nvSpPr>
        <p:spPr>
          <a:xfrm>
            <a:off x="323485" y="1099884"/>
            <a:ext cx="3852000" cy="2157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err="1">
                <a:latin typeface="Philosopher" panose="020B0604020202020204" charset="0"/>
              </a:rPr>
              <a:t>Quizara</a:t>
            </a:r>
            <a:r>
              <a:rPr lang="en-US" dirty="0">
                <a:latin typeface="Philosopher" panose="020B0604020202020204" charset="0"/>
              </a:rPr>
              <a:t> is a </a:t>
            </a:r>
            <a:r>
              <a:rPr lang="en-US" b="1" dirty="0">
                <a:latin typeface="Philosopher" panose="020B0604020202020204" charset="0"/>
              </a:rPr>
              <a:t>web-based</a:t>
            </a:r>
            <a:r>
              <a:rPr lang="en-US" dirty="0">
                <a:latin typeface="Philosopher" panose="020B0604020202020204" charset="0"/>
              </a:rPr>
              <a:t> quiz platform.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Philosopher" panose="020B0604020202020204" charset="0"/>
              </a:rPr>
              <a:t>Designed for online </a:t>
            </a:r>
            <a:r>
              <a:rPr lang="en-US" b="1" dirty="0">
                <a:latin typeface="Philosopher" panose="020B0604020202020204" charset="0"/>
              </a:rPr>
              <a:t>learning</a:t>
            </a:r>
            <a:r>
              <a:rPr lang="en-US" dirty="0">
                <a:latin typeface="Philosopher" panose="020B0604020202020204" charset="0"/>
              </a:rPr>
              <a:t> &amp; </a:t>
            </a:r>
            <a:r>
              <a:rPr lang="en-US" b="1" dirty="0">
                <a:latin typeface="Philosopher" panose="020B0604020202020204" charset="0"/>
              </a:rPr>
              <a:t>assessment</a:t>
            </a:r>
            <a:r>
              <a:rPr lang="en-US" dirty="0">
                <a:solidFill>
                  <a:schemeClr val="lt1"/>
                </a:solidFill>
                <a:latin typeface="Philosopher" panose="020B0604020202020204" charset="0"/>
                <a:sym typeface="Albert Sans"/>
              </a:rPr>
              <a:t>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Philosopher" panose="020B0604020202020204" charset="0"/>
              </a:rPr>
              <a:t>Provides modern &amp; user-friendly interface.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1" dirty="0">
                <a:latin typeface="Philosopher" panose="020B0604020202020204" charset="0"/>
              </a:rPr>
              <a:t>Supports:</a:t>
            </a:r>
          </a:p>
          <a:p>
            <a:pPr lvl="4">
              <a:lnSpc>
                <a:spcPct val="150000"/>
              </a:lnSpc>
            </a:pPr>
            <a:r>
              <a:rPr lang="en-IN" dirty="0">
                <a:latin typeface="Philosopher" panose="020B0604020202020204" charset="0"/>
              </a:rPr>
              <a:t>      1). Student Portal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Philosopher" panose="020B0604020202020204" charset="0"/>
              </a:rPr>
              <a:t>      2). Admin Porta</a:t>
            </a:r>
            <a:r>
              <a:rPr lang="en-US" dirty="0">
                <a:latin typeface="Philosopher" panose="020B0604020202020204" charset="0"/>
              </a:rPr>
              <a:t>l</a:t>
            </a:r>
            <a:endParaRPr lang="en-IN" dirty="0">
              <a:latin typeface="Philosopher" panose="020B060402020202020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9A8CDEF-EA85-7586-50BD-5891A7B30295}"/>
              </a:ext>
            </a:extLst>
          </p:cNvPr>
          <p:cNvCxnSpPr>
            <a:cxnSpLocks/>
          </p:cNvCxnSpPr>
          <p:nvPr/>
        </p:nvCxnSpPr>
        <p:spPr>
          <a:xfrm>
            <a:off x="318585" y="1087328"/>
            <a:ext cx="2543005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0C91CD53-579D-6D72-A703-4A2123BD926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634" y="472790"/>
            <a:ext cx="4221881" cy="4197920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3"/>
          <p:cNvSpPr txBox="1">
            <a:spLocks noGrp="1"/>
          </p:cNvSpPr>
          <p:nvPr>
            <p:ph type="title"/>
          </p:nvPr>
        </p:nvSpPr>
        <p:spPr>
          <a:xfrm>
            <a:off x="715100" y="1332175"/>
            <a:ext cx="34374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194" name="Google Shape;194;p33"/>
          <p:cNvSpPr txBox="1">
            <a:spLocks noGrp="1"/>
          </p:cNvSpPr>
          <p:nvPr>
            <p:ph type="subTitle" idx="2"/>
          </p:nvPr>
        </p:nvSpPr>
        <p:spPr>
          <a:xfrm>
            <a:off x="715100" y="1848073"/>
            <a:ext cx="3028225" cy="88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dirty="0">
                <a:solidFill>
                  <a:schemeClr val="bg1"/>
                </a:solidFill>
              </a:rPr>
              <a:t>Traditional exams are </a:t>
            </a:r>
            <a:r>
              <a:rPr lang="en-IN" b="1" dirty="0">
                <a:solidFill>
                  <a:schemeClr val="bg1"/>
                </a:solidFill>
              </a:rPr>
              <a:t>time-consuming.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95" name="Google Shape;195;p33"/>
          <p:cNvSpPr txBox="1">
            <a:spLocks noGrp="1"/>
          </p:cNvSpPr>
          <p:nvPr>
            <p:ph type="title" idx="3"/>
          </p:nvPr>
        </p:nvSpPr>
        <p:spPr>
          <a:xfrm>
            <a:off x="715100" y="535000"/>
            <a:ext cx="3753767" cy="6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b="1" dirty="0"/>
              <a:t>Problem Statement</a:t>
            </a:r>
            <a:endParaRPr b="1" dirty="0"/>
          </a:p>
        </p:txBody>
      </p:sp>
      <p:sp>
        <p:nvSpPr>
          <p:cNvPr id="196" name="Google Shape;196;p33"/>
          <p:cNvSpPr txBox="1">
            <a:spLocks noGrp="1"/>
          </p:cNvSpPr>
          <p:nvPr>
            <p:ph type="title" idx="4"/>
          </p:nvPr>
        </p:nvSpPr>
        <p:spPr>
          <a:xfrm>
            <a:off x="4468867" y="1332175"/>
            <a:ext cx="34374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198" name="Google Shape;198;p33"/>
          <p:cNvSpPr txBox="1">
            <a:spLocks noGrp="1"/>
          </p:cNvSpPr>
          <p:nvPr>
            <p:ph type="subTitle" idx="6"/>
          </p:nvPr>
        </p:nvSpPr>
        <p:spPr>
          <a:xfrm>
            <a:off x="4468867" y="1848073"/>
            <a:ext cx="3855983" cy="54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N" dirty="0">
                <a:solidFill>
                  <a:schemeClr val="bg1"/>
                </a:solidFill>
              </a:rPr>
              <a:t>Chances of </a:t>
            </a:r>
            <a:r>
              <a:rPr lang="en-IN" b="1" dirty="0">
                <a:solidFill>
                  <a:schemeClr val="bg1"/>
                </a:solidFill>
              </a:rPr>
              <a:t>human errors.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99" name="Google Shape;199;p33"/>
          <p:cNvSpPr txBox="1">
            <a:spLocks noGrp="1"/>
          </p:cNvSpPr>
          <p:nvPr>
            <p:ph type="title" idx="7"/>
          </p:nvPr>
        </p:nvSpPr>
        <p:spPr>
          <a:xfrm>
            <a:off x="715100" y="3001850"/>
            <a:ext cx="34374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01" name="Google Shape;201;p33"/>
          <p:cNvSpPr txBox="1">
            <a:spLocks noGrp="1"/>
          </p:cNvSpPr>
          <p:nvPr>
            <p:ph type="subTitle" idx="9"/>
          </p:nvPr>
        </p:nvSpPr>
        <p:spPr>
          <a:xfrm>
            <a:off x="715100" y="3519049"/>
            <a:ext cx="3437400" cy="5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dirty="0">
                <a:solidFill>
                  <a:schemeClr val="bg1"/>
                </a:solidFill>
              </a:rPr>
              <a:t>No </a:t>
            </a:r>
            <a:r>
              <a:rPr lang="en-IN" b="1" dirty="0">
                <a:solidFill>
                  <a:schemeClr val="bg1"/>
                </a:solidFill>
              </a:rPr>
              <a:t>instant feedback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02" name="Google Shape;202;p33"/>
          <p:cNvSpPr txBox="1">
            <a:spLocks noGrp="1"/>
          </p:cNvSpPr>
          <p:nvPr>
            <p:ph type="title" idx="13"/>
          </p:nvPr>
        </p:nvSpPr>
        <p:spPr>
          <a:xfrm>
            <a:off x="4468867" y="3001850"/>
            <a:ext cx="34374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04" name="Google Shape;204;p33"/>
          <p:cNvSpPr txBox="1">
            <a:spLocks noGrp="1"/>
          </p:cNvSpPr>
          <p:nvPr>
            <p:ph type="subTitle" idx="15"/>
          </p:nvPr>
        </p:nvSpPr>
        <p:spPr>
          <a:xfrm>
            <a:off x="4468867" y="3519049"/>
            <a:ext cx="3437400" cy="88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>
                <a:solidFill>
                  <a:schemeClr val="bg1"/>
                </a:solidFill>
              </a:rPr>
              <a:t>Hard to track </a:t>
            </a:r>
            <a:r>
              <a:rPr lang="en-US" b="1" dirty="0">
                <a:solidFill>
                  <a:schemeClr val="bg1"/>
                </a:solidFill>
              </a:rPr>
              <a:t>student performance</a:t>
            </a:r>
            <a:endParaRPr dirty="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E1C4A6C-C5BC-7FDA-6929-D9FCD5A2D051}"/>
              </a:ext>
            </a:extLst>
          </p:cNvPr>
          <p:cNvCxnSpPr>
            <a:cxnSpLocks/>
          </p:cNvCxnSpPr>
          <p:nvPr/>
        </p:nvCxnSpPr>
        <p:spPr>
          <a:xfrm>
            <a:off x="715100" y="1106378"/>
            <a:ext cx="375376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4"/>
          <p:cNvSpPr txBox="1">
            <a:spLocks noGrp="1"/>
          </p:cNvSpPr>
          <p:nvPr>
            <p:ph type="subTitle" idx="1"/>
          </p:nvPr>
        </p:nvSpPr>
        <p:spPr>
          <a:xfrm>
            <a:off x="715050" y="377753"/>
            <a:ext cx="3266400" cy="7286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N" b="1" dirty="0">
                <a:latin typeface="Philosopher" panose="020B0604020202020204" charset="0"/>
              </a:rPr>
              <a:t>Project Objectives</a:t>
            </a:r>
            <a:endParaRPr b="1" dirty="0">
              <a:latin typeface="Philosopher" panose="020B0604020202020204" charset="0"/>
            </a:endParaRPr>
          </a:p>
        </p:txBody>
      </p:sp>
      <p:sp>
        <p:nvSpPr>
          <p:cNvPr id="210" name="Google Shape;210;p34"/>
          <p:cNvSpPr txBox="1">
            <a:spLocks noGrp="1"/>
          </p:cNvSpPr>
          <p:nvPr>
            <p:ph type="subTitle" idx="2"/>
          </p:nvPr>
        </p:nvSpPr>
        <p:spPr>
          <a:xfrm>
            <a:off x="715050" y="1096853"/>
            <a:ext cx="3856950" cy="191287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>
              <a:lnSpc>
                <a:spcPct val="150000"/>
              </a:lnSpc>
              <a:buClr>
                <a:schemeClr val="bg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IN" sz="1400" dirty="0">
                <a:solidFill>
                  <a:schemeClr val="bg1"/>
                </a:solidFill>
              </a:rPr>
              <a:t>Build </a:t>
            </a:r>
            <a:r>
              <a:rPr lang="en-IN" sz="1400" b="1" dirty="0">
                <a:solidFill>
                  <a:schemeClr val="bg1"/>
                </a:solidFill>
              </a:rPr>
              <a:t>secure quiz platform.</a:t>
            </a:r>
          </a:p>
          <a:p>
            <a:pPr marL="285750" lvl="0" indent="-285750">
              <a:lnSpc>
                <a:spcPct val="150000"/>
              </a:lnSpc>
              <a:buClr>
                <a:schemeClr val="bg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IN" sz="1400" dirty="0">
                <a:solidFill>
                  <a:schemeClr val="bg1"/>
                </a:solidFill>
              </a:rPr>
              <a:t>Provide </a:t>
            </a:r>
            <a:r>
              <a:rPr lang="en-IN" sz="1400" b="1" dirty="0">
                <a:solidFill>
                  <a:schemeClr val="bg1"/>
                </a:solidFill>
              </a:rPr>
              <a:t>instant results.</a:t>
            </a:r>
          </a:p>
          <a:p>
            <a:pPr marL="285750" lvl="0" indent="-285750">
              <a:lnSpc>
                <a:spcPct val="150000"/>
              </a:lnSpc>
              <a:buClr>
                <a:schemeClr val="bg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IN" sz="1400" dirty="0">
                <a:solidFill>
                  <a:schemeClr val="bg1"/>
                </a:solidFill>
              </a:rPr>
              <a:t>Track </a:t>
            </a:r>
            <a:r>
              <a:rPr lang="en-IN" sz="1400" b="1" dirty="0">
                <a:solidFill>
                  <a:schemeClr val="bg1"/>
                </a:solidFill>
              </a:rPr>
              <a:t>student performance.</a:t>
            </a:r>
          </a:p>
          <a:p>
            <a:pPr marL="285750" lvl="0" indent="-285750">
              <a:lnSpc>
                <a:spcPct val="150000"/>
              </a:lnSpc>
              <a:buClr>
                <a:schemeClr val="bg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IN" sz="1400" dirty="0">
                <a:solidFill>
                  <a:schemeClr val="bg1"/>
                </a:solidFill>
              </a:rPr>
              <a:t>Implement </a:t>
            </a:r>
            <a:r>
              <a:rPr lang="en-IN" sz="1400" b="1" dirty="0">
                <a:solidFill>
                  <a:schemeClr val="bg1"/>
                </a:solidFill>
              </a:rPr>
              <a:t>role-based access.</a:t>
            </a:r>
          </a:p>
          <a:p>
            <a:pPr marL="285750" lvl="0" indent="-285750">
              <a:lnSpc>
                <a:spcPct val="150000"/>
              </a:lnSpc>
              <a:buClr>
                <a:schemeClr val="bg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IN" sz="1400" dirty="0">
                <a:solidFill>
                  <a:schemeClr val="bg1"/>
                </a:solidFill>
              </a:rPr>
              <a:t>Generate </a:t>
            </a:r>
            <a:r>
              <a:rPr lang="en-IN" sz="1400" b="1" dirty="0">
                <a:solidFill>
                  <a:schemeClr val="bg1"/>
                </a:solidFill>
              </a:rPr>
              <a:t>certificates automatically.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002297D-5FD7-0853-C5D4-DD3C64971EBC}"/>
              </a:ext>
            </a:extLst>
          </p:cNvPr>
          <p:cNvCxnSpPr>
            <a:cxnSpLocks/>
          </p:cNvCxnSpPr>
          <p:nvPr/>
        </p:nvCxnSpPr>
        <p:spPr>
          <a:xfrm>
            <a:off x="715100" y="1068278"/>
            <a:ext cx="3333025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99577B2-0B72-962E-C2EA-6FCB67E037C2}"/>
              </a:ext>
            </a:extLst>
          </p:cNvPr>
          <p:cNvCxnSpPr>
            <a:cxnSpLocks/>
          </p:cNvCxnSpPr>
          <p:nvPr/>
        </p:nvCxnSpPr>
        <p:spPr>
          <a:xfrm>
            <a:off x="6617656" y="1589936"/>
            <a:ext cx="0" cy="249128"/>
          </a:xfrm>
          <a:prstGeom prst="straightConnector1">
            <a:avLst/>
          </a:prstGeom>
          <a:ln w="19050">
            <a:solidFill>
              <a:srgbClr val="63615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C00A9282-420F-2F07-7993-515C7EEA868F}"/>
              </a:ext>
            </a:extLst>
          </p:cNvPr>
          <p:cNvSpPr/>
          <p:nvPr/>
        </p:nvSpPr>
        <p:spPr>
          <a:xfrm>
            <a:off x="5417506" y="981814"/>
            <a:ext cx="2400300" cy="608122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Philosopher" panose="020B0604020202020204" charset="0"/>
              </a:rPr>
              <a:t>Quiz</a:t>
            </a:r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228B12B4-7DFC-6B00-6355-827FC7B04CE9}"/>
              </a:ext>
            </a:extLst>
          </p:cNvPr>
          <p:cNvSpPr/>
          <p:nvPr/>
        </p:nvSpPr>
        <p:spPr>
          <a:xfrm>
            <a:off x="5417506" y="1839064"/>
            <a:ext cx="2400300" cy="608122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Philosopher" panose="020B0604020202020204" charset="0"/>
              </a:rPr>
              <a:t>Attempt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7B80C557-EBCB-8EE9-3C0F-8ABE87D63584}"/>
              </a:ext>
            </a:extLst>
          </p:cNvPr>
          <p:cNvSpPr/>
          <p:nvPr/>
        </p:nvSpPr>
        <p:spPr>
          <a:xfrm>
            <a:off x="5417506" y="2696314"/>
            <a:ext cx="2400300" cy="608122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Philosopher" panose="020B0604020202020204" charset="0"/>
              </a:rPr>
              <a:t>Result</a:t>
            </a:r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E27137A6-9428-F94C-A9E9-5A835592613E}"/>
              </a:ext>
            </a:extLst>
          </p:cNvPr>
          <p:cNvSpPr/>
          <p:nvPr/>
        </p:nvSpPr>
        <p:spPr>
          <a:xfrm>
            <a:off x="5417506" y="3553564"/>
            <a:ext cx="2400300" cy="608122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Philosopher" panose="020B0604020202020204" charset="0"/>
              </a:rPr>
              <a:t>Certificate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C60FD2F-0115-59F7-2E0F-32FA33300935}"/>
              </a:ext>
            </a:extLst>
          </p:cNvPr>
          <p:cNvCxnSpPr>
            <a:cxnSpLocks/>
          </p:cNvCxnSpPr>
          <p:nvPr/>
        </p:nvCxnSpPr>
        <p:spPr>
          <a:xfrm>
            <a:off x="6617656" y="2447186"/>
            <a:ext cx="0" cy="249128"/>
          </a:xfrm>
          <a:prstGeom prst="straightConnector1">
            <a:avLst/>
          </a:prstGeom>
          <a:ln w="19050">
            <a:solidFill>
              <a:srgbClr val="63615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A63A0C8-9FD7-0F85-02D4-CB3DC0AD56FB}"/>
              </a:ext>
            </a:extLst>
          </p:cNvPr>
          <p:cNvCxnSpPr>
            <a:cxnSpLocks/>
          </p:cNvCxnSpPr>
          <p:nvPr/>
        </p:nvCxnSpPr>
        <p:spPr>
          <a:xfrm>
            <a:off x="6617656" y="3304436"/>
            <a:ext cx="0" cy="249128"/>
          </a:xfrm>
          <a:prstGeom prst="straightConnector1">
            <a:avLst/>
          </a:prstGeom>
          <a:ln w="19050">
            <a:solidFill>
              <a:srgbClr val="63615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6"/>
          <p:cNvSpPr txBox="1">
            <a:spLocks noGrp="1"/>
          </p:cNvSpPr>
          <p:nvPr>
            <p:ph type="title"/>
          </p:nvPr>
        </p:nvSpPr>
        <p:spPr>
          <a:xfrm>
            <a:off x="715100" y="501432"/>
            <a:ext cx="3191076" cy="62603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3000" b="1" dirty="0"/>
              <a:t>Technology Stack</a:t>
            </a:r>
            <a:endParaRPr sz="3000" b="1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077D381-B7EB-C06A-C541-9B4F0DBA593B}"/>
              </a:ext>
            </a:extLst>
          </p:cNvPr>
          <p:cNvCxnSpPr>
            <a:cxnSpLocks/>
          </p:cNvCxnSpPr>
          <p:nvPr/>
        </p:nvCxnSpPr>
        <p:spPr>
          <a:xfrm>
            <a:off x="715100" y="1112668"/>
            <a:ext cx="3333025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92;p33">
            <a:extLst>
              <a:ext uri="{FF2B5EF4-FFF2-40B4-BE49-F238E27FC236}">
                <a16:creationId xmlns:a16="http://schemas.microsoft.com/office/drawing/2014/main" id="{E6CE1CAC-0A2B-A883-8854-0A0FD4CA1192}"/>
              </a:ext>
            </a:extLst>
          </p:cNvPr>
          <p:cNvSpPr txBox="1">
            <a:spLocks/>
          </p:cNvSpPr>
          <p:nvPr/>
        </p:nvSpPr>
        <p:spPr>
          <a:xfrm>
            <a:off x="715100" y="1332175"/>
            <a:ext cx="705327" cy="7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hilosopher"/>
              <a:buNone/>
              <a:defRPr sz="4500" b="0" i="0" u="none" strike="noStrike" cap="none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9pPr>
          </a:lstStyle>
          <a:p>
            <a:pPr algn="ctr"/>
            <a:r>
              <a:rPr lang="en" dirty="0">
                <a:solidFill>
                  <a:schemeClr val="bg2"/>
                </a:solidFill>
              </a:rPr>
              <a:t>01</a:t>
            </a:r>
          </a:p>
        </p:txBody>
      </p:sp>
      <p:sp>
        <p:nvSpPr>
          <p:cNvPr id="4" name="Google Shape;194;p33">
            <a:extLst>
              <a:ext uri="{FF2B5EF4-FFF2-40B4-BE49-F238E27FC236}">
                <a16:creationId xmlns:a16="http://schemas.microsoft.com/office/drawing/2014/main" id="{6D746472-B30B-3674-43D4-D3F001702640}"/>
              </a:ext>
            </a:extLst>
          </p:cNvPr>
          <p:cNvSpPr txBox="1">
            <a:spLocks/>
          </p:cNvSpPr>
          <p:nvPr/>
        </p:nvSpPr>
        <p:spPr>
          <a:xfrm>
            <a:off x="715100" y="2052260"/>
            <a:ext cx="3856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2000" b="1" dirty="0">
                <a:solidFill>
                  <a:schemeClr val="bg1"/>
                </a:solidFill>
                <a:latin typeface="Philosopher" panose="020B0604020202020204" charset="0"/>
              </a:rPr>
              <a:t>Frontend:</a:t>
            </a:r>
            <a:r>
              <a:rPr lang="en-IN" sz="2000" dirty="0">
                <a:solidFill>
                  <a:schemeClr val="bg1"/>
                </a:solidFill>
                <a:latin typeface="Philosopher" panose="020B0604020202020204" charset="0"/>
              </a:rPr>
              <a:t> HTML, CSS, JavaScript</a:t>
            </a:r>
          </a:p>
        </p:txBody>
      </p:sp>
      <p:sp>
        <p:nvSpPr>
          <p:cNvPr id="7" name="Google Shape;192;p33">
            <a:extLst>
              <a:ext uri="{FF2B5EF4-FFF2-40B4-BE49-F238E27FC236}">
                <a16:creationId xmlns:a16="http://schemas.microsoft.com/office/drawing/2014/main" id="{6FE094F3-F2B7-3226-9433-3461533FEAC4}"/>
              </a:ext>
            </a:extLst>
          </p:cNvPr>
          <p:cNvSpPr txBox="1">
            <a:spLocks/>
          </p:cNvSpPr>
          <p:nvPr/>
        </p:nvSpPr>
        <p:spPr>
          <a:xfrm>
            <a:off x="5401276" y="1332175"/>
            <a:ext cx="881401" cy="7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hilosopher"/>
              <a:buNone/>
              <a:defRPr sz="4500" b="0" i="0" u="none" strike="noStrike" cap="none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9pPr>
          </a:lstStyle>
          <a:p>
            <a:pPr algn="ctr"/>
            <a:r>
              <a:rPr lang="en" dirty="0">
                <a:solidFill>
                  <a:schemeClr val="bg2"/>
                </a:solidFill>
              </a:rPr>
              <a:t>02</a:t>
            </a:r>
          </a:p>
        </p:txBody>
      </p:sp>
      <p:sp>
        <p:nvSpPr>
          <p:cNvPr id="8" name="Google Shape;194;p33">
            <a:extLst>
              <a:ext uri="{FF2B5EF4-FFF2-40B4-BE49-F238E27FC236}">
                <a16:creationId xmlns:a16="http://schemas.microsoft.com/office/drawing/2014/main" id="{0B36E17B-1A0E-09E8-7803-4EC97C3F47DE}"/>
              </a:ext>
            </a:extLst>
          </p:cNvPr>
          <p:cNvSpPr txBox="1">
            <a:spLocks/>
          </p:cNvSpPr>
          <p:nvPr/>
        </p:nvSpPr>
        <p:spPr>
          <a:xfrm>
            <a:off x="5401276" y="2052260"/>
            <a:ext cx="3028225" cy="5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2000" b="1" dirty="0">
                <a:solidFill>
                  <a:schemeClr val="bg1"/>
                </a:solidFill>
                <a:latin typeface="Philosopher" panose="020B0604020202020204" charset="0"/>
              </a:rPr>
              <a:t>Backend:</a:t>
            </a:r>
            <a:r>
              <a:rPr lang="en-IN" sz="2000" dirty="0">
                <a:solidFill>
                  <a:schemeClr val="bg1"/>
                </a:solidFill>
                <a:latin typeface="Philosopher" panose="020B0604020202020204" charset="0"/>
              </a:rPr>
              <a:t> PHP 8.x</a:t>
            </a:r>
          </a:p>
        </p:txBody>
      </p:sp>
      <p:sp>
        <p:nvSpPr>
          <p:cNvPr id="9" name="Google Shape;192;p33">
            <a:extLst>
              <a:ext uri="{FF2B5EF4-FFF2-40B4-BE49-F238E27FC236}">
                <a16:creationId xmlns:a16="http://schemas.microsoft.com/office/drawing/2014/main" id="{87EB6D99-E65B-2EC8-2717-06E4ABC4EBB3}"/>
              </a:ext>
            </a:extLst>
          </p:cNvPr>
          <p:cNvSpPr txBox="1">
            <a:spLocks/>
          </p:cNvSpPr>
          <p:nvPr/>
        </p:nvSpPr>
        <p:spPr>
          <a:xfrm>
            <a:off x="715099" y="2717347"/>
            <a:ext cx="882000" cy="7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hilosopher"/>
              <a:buNone/>
              <a:defRPr sz="4500" b="0" i="0" u="none" strike="noStrike" cap="none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9pPr>
          </a:lstStyle>
          <a:p>
            <a:pPr algn="ctr"/>
            <a:r>
              <a:rPr lang="en" dirty="0">
                <a:solidFill>
                  <a:schemeClr val="bg2"/>
                </a:solidFill>
              </a:rPr>
              <a:t>03</a:t>
            </a:r>
          </a:p>
        </p:txBody>
      </p:sp>
      <p:sp>
        <p:nvSpPr>
          <p:cNvPr id="10" name="Google Shape;194;p33">
            <a:extLst>
              <a:ext uri="{FF2B5EF4-FFF2-40B4-BE49-F238E27FC236}">
                <a16:creationId xmlns:a16="http://schemas.microsoft.com/office/drawing/2014/main" id="{071D60A4-92F1-6031-AF75-794BBE3765A1}"/>
              </a:ext>
            </a:extLst>
          </p:cNvPr>
          <p:cNvSpPr txBox="1">
            <a:spLocks/>
          </p:cNvSpPr>
          <p:nvPr/>
        </p:nvSpPr>
        <p:spPr>
          <a:xfrm>
            <a:off x="715100" y="3437432"/>
            <a:ext cx="3856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2000" b="1" dirty="0">
                <a:solidFill>
                  <a:schemeClr val="bg1"/>
                </a:solidFill>
                <a:latin typeface="Philosopher" panose="020B0604020202020204" charset="0"/>
              </a:rPr>
              <a:t>Styling:</a:t>
            </a:r>
            <a:r>
              <a:rPr lang="en-IN" sz="2000" dirty="0">
                <a:solidFill>
                  <a:schemeClr val="bg1"/>
                </a:solidFill>
                <a:latin typeface="Philosopher" panose="020B0604020202020204" charset="0"/>
              </a:rPr>
              <a:t> Bootstrap 5, Custom CSS</a:t>
            </a:r>
          </a:p>
        </p:txBody>
      </p:sp>
      <p:sp>
        <p:nvSpPr>
          <p:cNvPr id="11" name="Google Shape;192;p33">
            <a:extLst>
              <a:ext uri="{FF2B5EF4-FFF2-40B4-BE49-F238E27FC236}">
                <a16:creationId xmlns:a16="http://schemas.microsoft.com/office/drawing/2014/main" id="{5AF46297-5D3D-EA69-C424-4FD9063F0F5A}"/>
              </a:ext>
            </a:extLst>
          </p:cNvPr>
          <p:cNvSpPr txBox="1">
            <a:spLocks/>
          </p:cNvSpPr>
          <p:nvPr/>
        </p:nvSpPr>
        <p:spPr>
          <a:xfrm>
            <a:off x="5400677" y="2717347"/>
            <a:ext cx="882000" cy="7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hilosopher"/>
              <a:buNone/>
              <a:defRPr sz="4500" b="0" i="0" u="none" strike="noStrike" cap="none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9pPr>
          </a:lstStyle>
          <a:p>
            <a:pPr algn="ctr"/>
            <a:r>
              <a:rPr lang="en" dirty="0">
                <a:solidFill>
                  <a:schemeClr val="bg2"/>
                </a:solidFill>
              </a:rPr>
              <a:t>04</a:t>
            </a:r>
          </a:p>
        </p:txBody>
      </p:sp>
      <p:sp>
        <p:nvSpPr>
          <p:cNvPr id="12" name="Google Shape;194;p33">
            <a:extLst>
              <a:ext uri="{FF2B5EF4-FFF2-40B4-BE49-F238E27FC236}">
                <a16:creationId xmlns:a16="http://schemas.microsoft.com/office/drawing/2014/main" id="{0B93E47E-8934-53BF-6A81-32620CB6530A}"/>
              </a:ext>
            </a:extLst>
          </p:cNvPr>
          <p:cNvSpPr txBox="1">
            <a:spLocks/>
          </p:cNvSpPr>
          <p:nvPr/>
        </p:nvSpPr>
        <p:spPr>
          <a:xfrm>
            <a:off x="5400678" y="3437432"/>
            <a:ext cx="3028225" cy="5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2000" b="1" dirty="0">
                <a:solidFill>
                  <a:schemeClr val="bg1"/>
                </a:solidFill>
                <a:latin typeface="Philosopher" panose="020B0604020202020204" charset="0"/>
              </a:rPr>
              <a:t>Database:</a:t>
            </a:r>
            <a:r>
              <a:rPr lang="en-IN" sz="2000" dirty="0">
                <a:solidFill>
                  <a:schemeClr val="bg1"/>
                </a:solidFill>
                <a:latin typeface="Philosopher" panose="020B0604020202020204" charset="0"/>
              </a:rPr>
              <a:t> MySQL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F1EA298F-F8C1-FC9B-FA71-5ED797D5D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6">
            <a:extLst>
              <a:ext uri="{FF2B5EF4-FFF2-40B4-BE49-F238E27FC236}">
                <a16:creationId xmlns:a16="http://schemas.microsoft.com/office/drawing/2014/main" id="{32C3F416-AE4D-9B65-2FE4-C3B6895E3C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501432"/>
            <a:ext cx="3191076" cy="62603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3200" b="1" dirty="0">
                <a:solidFill>
                  <a:schemeClr val="bg1"/>
                </a:solidFill>
              </a:rPr>
              <a:t>Libraries</a:t>
            </a:r>
            <a:endParaRPr sz="3000" b="1" dirty="0">
              <a:solidFill>
                <a:schemeClr val="bg1"/>
              </a:solidFill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B39FB34-6598-2F31-A6A2-B648AC6C2A26}"/>
              </a:ext>
            </a:extLst>
          </p:cNvPr>
          <p:cNvCxnSpPr>
            <a:cxnSpLocks/>
          </p:cNvCxnSpPr>
          <p:nvPr/>
        </p:nvCxnSpPr>
        <p:spPr>
          <a:xfrm>
            <a:off x="715100" y="1112668"/>
            <a:ext cx="1744015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92;p33">
            <a:extLst>
              <a:ext uri="{FF2B5EF4-FFF2-40B4-BE49-F238E27FC236}">
                <a16:creationId xmlns:a16="http://schemas.microsoft.com/office/drawing/2014/main" id="{77A27A8A-E898-7E19-016E-93A1A5055C8F}"/>
              </a:ext>
            </a:extLst>
          </p:cNvPr>
          <p:cNvSpPr txBox="1">
            <a:spLocks/>
          </p:cNvSpPr>
          <p:nvPr/>
        </p:nvSpPr>
        <p:spPr>
          <a:xfrm>
            <a:off x="715100" y="1332175"/>
            <a:ext cx="705327" cy="7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hilosopher"/>
              <a:buNone/>
              <a:defRPr sz="4500" b="0" i="0" u="none" strike="noStrike" cap="none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9pPr>
          </a:lstStyle>
          <a:p>
            <a:pPr algn="ctr"/>
            <a:r>
              <a:rPr lang="en" dirty="0">
                <a:solidFill>
                  <a:schemeClr val="bg2"/>
                </a:solidFill>
              </a:rPr>
              <a:t>01</a:t>
            </a:r>
          </a:p>
        </p:txBody>
      </p:sp>
      <p:sp>
        <p:nvSpPr>
          <p:cNvPr id="4" name="Google Shape;194;p33">
            <a:extLst>
              <a:ext uri="{FF2B5EF4-FFF2-40B4-BE49-F238E27FC236}">
                <a16:creationId xmlns:a16="http://schemas.microsoft.com/office/drawing/2014/main" id="{03E105CC-3F05-F49D-1961-E87AA3D77241}"/>
              </a:ext>
            </a:extLst>
          </p:cNvPr>
          <p:cNvSpPr txBox="1">
            <a:spLocks/>
          </p:cNvSpPr>
          <p:nvPr/>
        </p:nvSpPr>
        <p:spPr>
          <a:xfrm>
            <a:off x="715100" y="2052260"/>
            <a:ext cx="3856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2000" b="1" dirty="0">
                <a:solidFill>
                  <a:schemeClr val="bg1"/>
                </a:solidFill>
                <a:latin typeface="Philosopher" panose="020B0604020202020204" charset="0"/>
              </a:rPr>
              <a:t>PHPMailer</a:t>
            </a:r>
            <a:r>
              <a:rPr lang="en-IN" sz="2000" dirty="0">
                <a:solidFill>
                  <a:schemeClr val="bg1"/>
                </a:solidFill>
                <a:latin typeface="Philosopher" panose="020B0604020202020204" charset="0"/>
              </a:rPr>
              <a:t> → Emails</a:t>
            </a:r>
          </a:p>
        </p:txBody>
      </p:sp>
      <p:sp>
        <p:nvSpPr>
          <p:cNvPr id="7" name="Google Shape;192;p33">
            <a:extLst>
              <a:ext uri="{FF2B5EF4-FFF2-40B4-BE49-F238E27FC236}">
                <a16:creationId xmlns:a16="http://schemas.microsoft.com/office/drawing/2014/main" id="{E1F4FA33-404C-DD3F-74DB-E940CB2CE570}"/>
              </a:ext>
            </a:extLst>
          </p:cNvPr>
          <p:cNvSpPr txBox="1">
            <a:spLocks/>
          </p:cNvSpPr>
          <p:nvPr/>
        </p:nvSpPr>
        <p:spPr>
          <a:xfrm>
            <a:off x="5401276" y="1332175"/>
            <a:ext cx="881401" cy="7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hilosopher"/>
              <a:buNone/>
              <a:defRPr sz="4500" b="0" i="0" u="none" strike="noStrike" cap="none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9pPr>
          </a:lstStyle>
          <a:p>
            <a:pPr algn="ctr"/>
            <a:r>
              <a:rPr lang="en" dirty="0">
                <a:solidFill>
                  <a:schemeClr val="bg2"/>
                </a:solidFill>
              </a:rPr>
              <a:t>02</a:t>
            </a:r>
          </a:p>
        </p:txBody>
      </p:sp>
      <p:sp>
        <p:nvSpPr>
          <p:cNvPr id="8" name="Google Shape;194;p33">
            <a:extLst>
              <a:ext uri="{FF2B5EF4-FFF2-40B4-BE49-F238E27FC236}">
                <a16:creationId xmlns:a16="http://schemas.microsoft.com/office/drawing/2014/main" id="{F4DAFD3C-2633-973D-1DE1-622DADC447B6}"/>
              </a:ext>
            </a:extLst>
          </p:cNvPr>
          <p:cNvSpPr txBox="1">
            <a:spLocks/>
          </p:cNvSpPr>
          <p:nvPr/>
        </p:nvSpPr>
        <p:spPr>
          <a:xfrm>
            <a:off x="5401276" y="2052260"/>
            <a:ext cx="3028225" cy="5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2000" b="1" dirty="0">
                <a:solidFill>
                  <a:schemeClr val="bg1"/>
                </a:solidFill>
                <a:latin typeface="Philosopher" panose="020B0604020202020204" charset="0"/>
              </a:rPr>
              <a:t>FPDF</a:t>
            </a:r>
            <a:r>
              <a:rPr lang="en-IN" sz="2000" dirty="0">
                <a:solidFill>
                  <a:schemeClr val="bg1"/>
                </a:solidFill>
                <a:latin typeface="Philosopher" panose="020B0604020202020204" charset="0"/>
              </a:rPr>
              <a:t> → Certificates</a:t>
            </a:r>
          </a:p>
        </p:txBody>
      </p:sp>
      <p:sp>
        <p:nvSpPr>
          <p:cNvPr id="9" name="Google Shape;192;p33">
            <a:extLst>
              <a:ext uri="{FF2B5EF4-FFF2-40B4-BE49-F238E27FC236}">
                <a16:creationId xmlns:a16="http://schemas.microsoft.com/office/drawing/2014/main" id="{ABA8D4EF-E06D-D9B1-68B5-71A41CCBE555}"/>
              </a:ext>
            </a:extLst>
          </p:cNvPr>
          <p:cNvSpPr txBox="1">
            <a:spLocks/>
          </p:cNvSpPr>
          <p:nvPr/>
        </p:nvSpPr>
        <p:spPr>
          <a:xfrm>
            <a:off x="715099" y="2717347"/>
            <a:ext cx="882000" cy="7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hilosopher"/>
              <a:buNone/>
              <a:defRPr sz="4500" b="0" i="0" u="none" strike="noStrike" cap="none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marante"/>
              <a:buNone/>
              <a:defRPr sz="36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9pPr>
          </a:lstStyle>
          <a:p>
            <a:pPr algn="ctr"/>
            <a:r>
              <a:rPr lang="en" dirty="0">
                <a:solidFill>
                  <a:schemeClr val="bg2"/>
                </a:solidFill>
              </a:rPr>
              <a:t>03</a:t>
            </a:r>
          </a:p>
        </p:txBody>
      </p:sp>
      <p:sp>
        <p:nvSpPr>
          <p:cNvPr id="10" name="Google Shape;194;p33">
            <a:extLst>
              <a:ext uri="{FF2B5EF4-FFF2-40B4-BE49-F238E27FC236}">
                <a16:creationId xmlns:a16="http://schemas.microsoft.com/office/drawing/2014/main" id="{67D255CC-4DE8-FC29-8E28-9ECD22302DD4}"/>
              </a:ext>
            </a:extLst>
          </p:cNvPr>
          <p:cNvSpPr txBox="1">
            <a:spLocks/>
          </p:cNvSpPr>
          <p:nvPr/>
        </p:nvSpPr>
        <p:spPr>
          <a:xfrm>
            <a:off x="715100" y="3437432"/>
            <a:ext cx="3856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2000" b="1" dirty="0" err="1">
                <a:solidFill>
                  <a:schemeClr val="bg1"/>
                </a:solidFill>
                <a:latin typeface="Philosopher" panose="020B0604020202020204" charset="0"/>
              </a:rPr>
              <a:t>FontAwesome</a:t>
            </a:r>
            <a:r>
              <a:rPr lang="en-IN" sz="2000" dirty="0">
                <a:solidFill>
                  <a:schemeClr val="bg1"/>
                </a:solidFill>
                <a:latin typeface="Philosopher" panose="020B0604020202020204" charset="0"/>
              </a:rPr>
              <a:t> → Icons</a:t>
            </a:r>
          </a:p>
        </p:txBody>
      </p:sp>
    </p:spTree>
    <p:extLst>
      <p:ext uri="{BB962C8B-B14F-4D97-AF65-F5344CB8AC3E}">
        <p14:creationId xmlns:p14="http://schemas.microsoft.com/office/powerpoint/2010/main" val="25032845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3856900" cy="6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3000" b="1" dirty="0"/>
              <a:t>System Architecture</a:t>
            </a:r>
            <a:endParaRPr sz="3000" b="1" dirty="0">
              <a:latin typeface="Philosopher"/>
              <a:ea typeface="Philosopher"/>
              <a:cs typeface="Philosopher"/>
              <a:sym typeface="Philosopher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64F6203-21B7-821C-4819-D301B3F84008}"/>
              </a:ext>
            </a:extLst>
          </p:cNvPr>
          <p:cNvCxnSpPr>
            <a:cxnSpLocks/>
          </p:cNvCxnSpPr>
          <p:nvPr/>
        </p:nvCxnSpPr>
        <p:spPr>
          <a:xfrm>
            <a:off x="715100" y="1112668"/>
            <a:ext cx="367934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Google Shape;230;p37">
            <a:extLst>
              <a:ext uri="{FF2B5EF4-FFF2-40B4-BE49-F238E27FC236}">
                <a16:creationId xmlns:a16="http://schemas.microsoft.com/office/drawing/2014/main" id="{34EF7439-E58E-B9D2-F6CB-7E575E47062E}"/>
              </a:ext>
            </a:extLst>
          </p:cNvPr>
          <p:cNvSpPr txBox="1">
            <a:spLocks/>
          </p:cNvSpPr>
          <p:nvPr/>
        </p:nvSpPr>
        <p:spPr>
          <a:xfrm>
            <a:off x="715100" y="1264447"/>
            <a:ext cx="3856900" cy="1709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Philosopher"/>
              <a:buNone/>
              <a:defRPr sz="3300" b="0" i="0" u="none" strike="noStrike" cap="none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marante"/>
              <a:buNone/>
              <a:defRPr sz="34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marante"/>
              <a:buNone/>
              <a:defRPr sz="34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marante"/>
              <a:buNone/>
              <a:defRPr sz="34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marante"/>
              <a:buNone/>
              <a:defRPr sz="34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marante"/>
              <a:buNone/>
              <a:defRPr sz="34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marante"/>
              <a:buNone/>
              <a:defRPr sz="34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marante"/>
              <a:buNone/>
              <a:defRPr sz="34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marante"/>
              <a:buNone/>
              <a:defRPr sz="34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9pPr>
          </a:lstStyle>
          <a:p>
            <a:pPr marL="285750" indent="-285750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IN" sz="1400" b="1" dirty="0"/>
              <a:t>Type:</a:t>
            </a:r>
            <a:r>
              <a:rPr lang="en-IN" sz="1400" dirty="0"/>
              <a:t> Multi-Page Application (MPA).</a:t>
            </a:r>
          </a:p>
          <a:p>
            <a:pPr marL="285750" indent="-285750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IN" sz="1400" b="1" dirty="0"/>
              <a:t>Authentication:</a:t>
            </a:r>
            <a:r>
              <a:rPr lang="en-IN" sz="1400" dirty="0"/>
              <a:t> Admin &amp; Student login.</a:t>
            </a:r>
          </a:p>
          <a:p>
            <a:pPr marL="285750" indent="-285750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IN" sz="1400" b="1" dirty="0"/>
              <a:t>Session Handling:</a:t>
            </a:r>
            <a:r>
              <a:rPr lang="en-IN" sz="1400" dirty="0"/>
              <a:t> PHP Sessions.</a:t>
            </a:r>
          </a:p>
          <a:p>
            <a:pPr marL="285750" indent="-285750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IN" sz="1400" b="1" dirty="0"/>
              <a:t>Database:</a:t>
            </a:r>
            <a:r>
              <a:rPr lang="en-IN" sz="1400" dirty="0"/>
              <a:t> PDO (secure queries).</a:t>
            </a:r>
          </a:p>
          <a:p>
            <a:pPr marL="285750" indent="-285750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IN" sz="1400" b="1" dirty="0"/>
              <a:t>Security:</a:t>
            </a:r>
            <a:r>
              <a:rPr lang="en-IN" sz="1400" dirty="0"/>
              <a:t> Role-based access (RBAC).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6665D6B-1929-3129-C9D0-7BB01C00CFDA}"/>
              </a:ext>
            </a:extLst>
          </p:cNvPr>
          <p:cNvCxnSpPr>
            <a:cxnSpLocks/>
          </p:cNvCxnSpPr>
          <p:nvPr/>
        </p:nvCxnSpPr>
        <p:spPr>
          <a:xfrm>
            <a:off x="6857353" y="1657611"/>
            <a:ext cx="0" cy="249128"/>
          </a:xfrm>
          <a:prstGeom prst="straightConnector1">
            <a:avLst/>
          </a:prstGeom>
          <a:ln w="19050">
            <a:solidFill>
              <a:srgbClr val="63615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D6138C16-7FC3-C1B6-DAC2-6C7508C93C32}"/>
              </a:ext>
            </a:extLst>
          </p:cNvPr>
          <p:cNvSpPr/>
          <p:nvPr/>
        </p:nvSpPr>
        <p:spPr>
          <a:xfrm>
            <a:off x="5657203" y="1049489"/>
            <a:ext cx="2400300" cy="608122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Philosopher" panose="020B0604020202020204" charset="0"/>
              </a:rPr>
              <a:t>Users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58CB5463-8EFA-CC82-403D-55177115C874}"/>
              </a:ext>
            </a:extLst>
          </p:cNvPr>
          <p:cNvSpPr/>
          <p:nvPr/>
        </p:nvSpPr>
        <p:spPr>
          <a:xfrm>
            <a:off x="5657203" y="1906739"/>
            <a:ext cx="2400300" cy="608122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Philosopher" panose="020B0604020202020204" charset="0"/>
              </a:rPr>
              <a:t>Server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E66C559-13BB-1F84-F8F2-6F346B289E2A}"/>
              </a:ext>
            </a:extLst>
          </p:cNvPr>
          <p:cNvCxnSpPr>
            <a:cxnSpLocks/>
          </p:cNvCxnSpPr>
          <p:nvPr/>
        </p:nvCxnSpPr>
        <p:spPr>
          <a:xfrm>
            <a:off x="6857353" y="2514861"/>
            <a:ext cx="0" cy="249128"/>
          </a:xfrm>
          <a:prstGeom prst="straightConnector1">
            <a:avLst/>
          </a:prstGeom>
          <a:ln w="19050">
            <a:solidFill>
              <a:srgbClr val="63615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Graphic 10">
            <a:extLst>
              <a:ext uri="{FF2B5EF4-FFF2-40B4-BE49-F238E27FC236}">
                <a16:creationId xmlns:a16="http://schemas.microsoft.com/office/drawing/2014/main" id="{7D1109DA-D424-D50E-5147-658076D1D01B}"/>
              </a:ext>
            </a:extLst>
          </p:cNvPr>
          <p:cNvSpPr/>
          <p:nvPr/>
        </p:nvSpPr>
        <p:spPr>
          <a:xfrm>
            <a:off x="6419247" y="2763989"/>
            <a:ext cx="876211" cy="1022246"/>
          </a:xfrm>
          <a:custGeom>
            <a:avLst/>
            <a:gdLst>
              <a:gd name="csX0" fmla="*/ 3600450 w 3600450"/>
              <a:gd name="csY0" fmla="*/ 1653957 h 4114800"/>
              <a:gd name="csX1" fmla="*/ 3202633 w 3600450"/>
              <a:gd name="csY1" fmla="*/ 1846838 h 4114800"/>
              <a:gd name="csX2" fmla="*/ 1800225 w 3600450"/>
              <a:gd name="csY2" fmla="*/ 2057400 h 4114800"/>
              <a:gd name="csX3" fmla="*/ 397818 w 3600450"/>
              <a:gd name="csY3" fmla="*/ 1846838 h 4114800"/>
              <a:gd name="csX4" fmla="*/ 0 w 3600450"/>
              <a:gd name="csY4" fmla="*/ 1653957 h 4114800"/>
              <a:gd name="csX5" fmla="*/ 0 w 3600450"/>
              <a:gd name="csY5" fmla="*/ 2314575 h 4114800"/>
              <a:gd name="csX6" fmla="*/ 1800225 w 3600450"/>
              <a:gd name="csY6" fmla="*/ 2957513 h 4114800"/>
              <a:gd name="csX7" fmla="*/ 3600450 w 3600450"/>
              <a:gd name="csY7" fmla="*/ 2314575 h 4114800"/>
              <a:gd name="csX8" fmla="*/ 3600450 w 3600450"/>
              <a:gd name="csY8" fmla="*/ 1653957 h 4114800"/>
              <a:gd name="csX9" fmla="*/ 3600450 w 3600450"/>
              <a:gd name="csY9" fmla="*/ 1028700 h 4114800"/>
              <a:gd name="csX10" fmla="*/ 3600450 w 3600450"/>
              <a:gd name="csY10" fmla="*/ 642938 h 4114800"/>
              <a:gd name="csX11" fmla="*/ 1800225 w 3600450"/>
              <a:gd name="csY11" fmla="*/ 0 h 4114800"/>
              <a:gd name="csX12" fmla="*/ 0 w 3600450"/>
              <a:gd name="csY12" fmla="*/ 642938 h 4114800"/>
              <a:gd name="csX13" fmla="*/ 0 w 3600450"/>
              <a:gd name="csY13" fmla="*/ 1028700 h 4114800"/>
              <a:gd name="csX14" fmla="*/ 1800225 w 3600450"/>
              <a:gd name="csY14" fmla="*/ 1671638 h 4114800"/>
              <a:gd name="csX15" fmla="*/ 3600450 w 3600450"/>
              <a:gd name="csY15" fmla="*/ 1028700 h 4114800"/>
              <a:gd name="csX16" fmla="*/ 3202633 w 3600450"/>
              <a:gd name="csY16" fmla="*/ 3132713 h 4114800"/>
              <a:gd name="csX17" fmla="*/ 1800225 w 3600450"/>
              <a:gd name="csY17" fmla="*/ 3343275 h 4114800"/>
              <a:gd name="csX18" fmla="*/ 397818 w 3600450"/>
              <a:gd name="csY18" fmla="*/ 3132713 h 4114800"/>
              <a:gd name="csX19" fmla="*/ 0 w 3600450"/>
              <a:gd name="csY19" fmla="*/ 2939832 h 4114800"/>
              <a:gd name="csX20" fmla="*/ 0 w 3600450"/>
              <a:gd name="csY20" fmla="*/ 3471863 h 4114800"/>
              <a:gd name="csX21" fmla="*/ 1800225 w 3600450"/>
              <a:gd name="csY21" fmla="*/ 4114800 h 4114800"/>
              <a:gd name="csX22" fmla="*/ 3600450 w 3600450"/>
              <a:gd name="csY22" fmla="*/ 3471863 h 4114800"/>
              <a:gd name="csX23" fmla="*/ 3600450 w 3600450"/>
              <a:gd name="csY23" fmla="*/ 2939832 h 4114800"/>
              <a:gd name="csX24" fmla="*/ 3202633 w 3600450"/>
              <a:gd name="csY24" fmla="*/ 3132713 h 4114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3600450" h="4114800">
                <a:moveTo>
                  <a:pt x="3600450" y="1653957"/>
                </a:moveTo>
                <a:cubicBezTo>
                  <a:pt x="3481507" y="1732717"/>
                  <a:pt x="3344883" y="1796207"/>
                  <a:pt x="3202633" y="1846838"/>
                </a:cubicBezTo>
                <a:cubicBezTo>
                  <a:pt x="2824907" y="1981855"/>
                  <a:pt x="2329041" y="2057400"/>
                  <a:pt x="1800225" y="2057400"/>
                </a:cubicBezTo>
                <a:cubicBezTo>
                  <a:pt x="1271409" y="2057400"/>
                  <a:pt x="774740" y="1981051"/>
                  <a:pt x="397818" y="1846838"/>
                </a:cubicBezTo>
                <a:cubicBezTo>
                  <a:pt x="256371" y="1796207"/>
                  <a:pt x="118943" y="1732717"/>
                  <a:pt x="0" y="1653957"/>
                </a:cubicBezTo>
                <a:lnTo>
                  <a:pt x="0" y="2314575"/>
                </a:lnTo>
                <a:cubicBezTo>
                  <a:pt x="0" y="2669798"/>
                  <a:pt x="806083" y="2957513"/>
                  <a:pt x="1800225" y="2957513"/>
                </a:cubicBezTo>
                <a:cubicBezTo>
                  <a:pt x="2794367" y="2957513"/>
                  <a:pt x="3600450" y="2669798"/>
                  <a:pt x="3600450" y="2314575"/>
                </a:cubicBezTo>
                <a:lnTo>
                  <a:pt x="3600450" y="1653957"/>
                </a:lnTo>
                <a:close/>
                <a:moveTo>
                  <a:pt x="3600450" y="1028700"/>
                </a:moveTo>
                <a:lnTo>
                  <a:pt x="3600450" y="642938"/>
                </a:lnTo>
                <a:cubicBezTo>
                  <a:pt x="3600450" y="287715"/>
                  <a:pt x="2794367" y="0"/>
                  <a:pt x="1800225" y="0"/>
                </a:cubicBezTo>
                <a:cubicBezTo>
                  <a:pt x="806083" y="0"/>
                  <a:pt x="0" y="287715"/>
                  <a:pt x="0" y="642938"/>
                </a:cubicBezTo>
                <a:lnTo>
                  <a:pt x="0" y="1028700"/>
                </a:lnTo>
                <a:cubicBezTo>
                  <a:pt x="0" y="1383923"/>
                  <a:pt x="806083" y="1671638"/>
                  <a:pt x="1800225" y="1671638"/>
                </a:cubicBezTo>
                <a:cubicBezTo>
                  <a:pt x="2794367" y="1671638"/>
                  <a:pt x="3600450" y="1383923"/>
                  <a:pt x="3600450" y="1028700"/>
                </a:cubicBezTo>
                <a:close/>
                <a:moveTo>
                  <a:pt x="3202633" y="3132713"/>
                </a:moveTo>
                <a:cubicBezTo>
                  <a:pt x="2825710" y="3266926"/>
                  <a:pt x="2329845" y="3343275"/>
                  <a:pt x="1800225" y="3343275"/>
                </a:cubicBezTo>
                <a:cubicBezTo>
                  <a:pt x="1270605" y="3343275"/>
                  <a:pt x="774740" y="3266926"/>
                  <a:pt x="397818" y="3132713"/>
                </a:cubicBezTo>
                <a:cubicBezTo>
                  <a:pt x="256371" y="3082082"/>
                  <a:pt x="118943" y="3018592"/>
                  <a:pt x="0" y="2939832"/>
                </a:cubicBezTo>
                <a:lnTo>
                  <a:pt x="0" y="3471863"/>
                </a:lnTo>
                <a:cubicBezTo>
                  <a:pt x="0" y="3827086"/>
                  <a:pt x="806083" y="4114800"/>
                  <a:pt x="1800225" y="4114800"/>
                </a:cubicBezTo>
                <a:cubicBezTo>
                  <a:pt x="2794367" y="4114800"/>
                  <a:pt x="3600450" y="3827086"/>
                  <a:pt x="3600450" y="3471863"/>
                </a:cubicBezTo>
                <a:lnTo>
                  <a:pt x="3600450" y="2939832"/>
                </a:lnTo>
                <a:cubicBezTo>
                  <a:pt x="3481507" y="3018592"/>
                  <a:pt x="3344883" y="3082082"/>
                  <a:pt x="3202633" y="3132713"/>
                </a:cubicBezTo>
                <a:close/>
              </a:path>
            </a:pathLst>
          </a:custGeom>
          <a:solidFill>
            <a:srgbClr val="63615D"/>
          </a:solidFill>
          <a:ln w="8037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26FFEB-BF6D-CE9C-B5B2-C6DCE05408DE}"/>
              </a:ext>
            </a:extLst>
          </p:cNvPr>
          <p:cNvSpPr txBox="1"/>
          <p:nvPr/>
        </p:nvSpPr>
        <p:spPr>
          <a:xfrm>
            <a:off x="6373482" y="3786235"/>
            <a:ext cx="9677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Philosopher" panose="020B0604020202020204" charset="0"/>
              </a:rPr>
              <a:t>Database</a:t>
            </a:r>
            <a:endParaRPr lang="en-IN" b="1" dirty="0">
              <a:solidFill>
                <a:schemeClr val="bg1"/>
              </a:solidFill>
              <a:latin typeface="Philosopher" panose="020B06040202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8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4218850" cy="6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3000" b="1" dirty="0">
                <a:solidFill>
                  <a:schemeClr val="bg1"/>
                </a:solidFill>
              </a:rPr>
              <a:t>Student Portal Features</a:t>
            </a:r>
            <a:endParaRPr sz="3000" b="1" dirty="0">
              <a:solidFill>
                <a:schemeClr val="bg1"/>
              </a:solidFill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2884BF9-AA8C-6326-FA76-804C8CF48E2B}"/>
              </a:ext>
            </a:extLst>
          </p:cNvPr>
          <p:cNvCxnSpPr>
            <a:cxnSpLocks/>
          </p:cNvCxnSpPr>
          <p:nvPr/>
        </p:nvCxnSpPr>
        <p:spPr>
          <a:xfrm>
            <a:off x="715100" y="1112668"/>
            <a:ext cx="421885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Diagonal Corners Rounded 12">
            <a:extLst>
              <a:ext uri="{FF2B5EF4-FFF2-40B4-BE49-F238E27FC236}">
                <a16:creationId xmlns:a16="http://schemas.microsoft.com/office/drawing/2014/main" id="{8F4313A6-5191-4183-8A9B-C872D625EA3E}"/>
              </a:ext>
            </a:extLst>
          </p:cNvPr>
          <p:cNvSpPr/>
          <p:nvPr/>
        </p:nvSpPr>
        <p:spPr>
          <a:xfrm>
            <a:off x="1113778" y="1661986"/>
            <a:ext cx="3324872" cy="608122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/>
            <a:r>
              <a:rPr lang="en-IN" sz="1600" dirty="0">
                <a:latin typeface="Philosopher" panose="020B0604020202020204" charset="0"/>
              </a:rPr>
              <a:t>Dashboard (XP, scores, attempts)</a:t>
            </a:r>
          </a:p>
        </p:txBody>
      </p:sp>
      <p:sp>
        <p:nvSpPr>
          <p:cNvPr id="14" name="Rectangle: Diagonal Corners Rounded 13">
            <a:extLst>
              <a:ext uri="{FF2B5EF4-FFF2-40B4-BE49-F238E27FC236}">
                <a16:creationId xmlns:a16="http://schemas.microsoft.com/office/drawing/2014/main" id="{0B59B1B8-0A6B-3344-F47F-671AA8662703}"/>
              </a:ext>
            </a:extLst>
          </p:cNvPr>
          <p:cNvSpPr/>
          <p:nvPr/>
        </p:nvSpPr>
        <p:spPr>
          <a:xfrm>
            <a:off x="4705350" y="1661986"/>
            <a:ext cx="3324872" cy="608122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/>
            <a:r>
              <a:rPr lang="en-IN" sz="1600" dirty="0">
                <a:latin typeface="Philosopher" panose="020B0604020202020204" charset="0"/>
              </a:rPr>
              <a:t>Attempt history</a:t>
            </a:r>
          </a:p>
        </p:txBody>
      </p:sp>
      <p:sp>
        <p:nvSpPr>
          <p:cNvPr id="15" name="Rectangle: Diagonal Corners Rounded 14">
            <a:extLst>
              <a:ext uri="{FF2B5EF4-FFF2-40B4-BE49-F238E27FC236}">
                <a16:creationId xmlns:a16="http://schemas.microsoft.com/office/drawing/2014/main" id="{3600550B-741F-3F2C-13E8-848AE773338C}"/>
              </a:ext>
            </a:extLst>
          </p:cNvPr>
          <p:cNvSpPr/>
          <p:nvPr/>
        </p:nvSpPr>
        <p:spPr>
          <a:xfrm>
            <a:off x="1113778" y="2553439"/>
            <a:ext cx="3324872" cy="608122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/>
            <a:r>
              <a:rPr lang="en-IN" sz="1600" dirty="0">
                <a:latin typeface="Philosopher" panose="020B0604020202020204" charset="0"/>
              </a:rPr>
              <a:t>Online quizzes (MCQ, True/False)</a:t>
            </a:r>
          </a:p>
        </p:txBody>
      </p:sp>
      <p:sp>
        <p:nvSpPr>
          <p:cNvPr id="16" name="Rectangle: Diagonal Corners Rounded 15">
            <a:extLst>
              <a:ext uri="{FF2B5EF4-FFF2-40B4-BE49-F238E27FC236}">
                <a16:creationId xmlns:a16="http://schemas.microsoft.com/office/drawing/2014/main" id="{E3A8E67E-59DB-91C8-E829-B9A7F31D6054}"/>
              </a:ext>
            </a:extLst>
          </p:cNvPr>
          <p:cNvSpPr/>
          <p:nvPr/>
        </p:nvSpPr>
        <p:spPr>
          <a:xfrm>
            <a:off x="4705350" y="2543399"/>
            <a:ext cx="3324872" cy="608122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/>
            <a:r>
              <a:rPr lang="en-IN" sz="1600" dirty="0">
                <a:latin typeface="Philosopher" panose="020B0604020202020204" charset="0"/>
              </a:rPr>
              <a:t>Leaderboard (Top users)</a:t>
            </a:r>
          </a:p>
        </p:txBody>
      </p:sp>
      <p:sp>
        <p:nvSpPr>
          <p:cNvPr id="17" name="Rectangle: Diagonal Corners Rounded 16">
            <a:extLst>
              <a:ext uri="{FF2B5EF4-FFF2-40B4-BE49-F238E27FC236}">
                <a16:creationId xmlns:a16="http://schemas.microsoft.com/office/drawing/2014/main" id="{C2F85705-873D-A0A0-20BE-3935569A8A2A}"/>
              </a:ext>
            </a:extLst>
          </p:cNvPr>
          <p:cNvSpPr/>
          <p:nvPr/>
        </p:nvSpPr>
        <p:spPr>
          <a:xfrm>
            <a:off x="2909564" y="3444892"/>
            <a:ext cx="3324872" cy="608122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Philosopher" panose="020B0604020202020204" charset="0"/>
              </a:rPr>
              <a:t>Certificate generation (&gt;75%)</a:t>
            </a:r>
            <a:endParaRPr lang="en-IN" sz="1800" dirty="0">
              <a:effectLst/>
              <a:latin typeface="Philosopher" panose="020B06040202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FDB9D2C-96C6-1BCC-CBFE-D5EA95F503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462"/>
          <a:stretch>
            <a:fillRect/>
          </a:stretch>
        </p:blipFill>
        <p:spPr>
          <a:xfrm>
            <a:off x="715100" y="979805"/>
            <a:ext cx="3059205" cy="3992247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B4B7C94-FC29-784E-1C83-623B69F452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7425" y="979805"/>
            <a:ext cx="3446759" cy="3992246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8" name="Google Shape;236;p38">
            <a:extLst>
              <a:ext uri="{FF2B5EF4-FFF2-40B4-BE49-F238E27FC236}">
                <a16:creationId xmlns:a16="http://schemas.microsoft.com/office/drawing/2014/main" id="{6B33C5BC-95BD-882B-EBC0-36D143DBAB72}"/>
              </a:ext>
            </a:extLst>
          </p:cNvPr>
          <p:cNvSpPr txBox="1">
            <a:spLocks/>
          </p:cNvSpPr>
          <p:nvPr/>
        </p:nvSpPr>
        <p:spPr>
          <a:xfrm>
            <a:off x="715100" y="171448"/>
            <a:ext cx="4733200" cy="6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3000" b="1" dirty="0">
                <a:solidFill>
                  <a:schemeClr val="bg1"/>
                </a:solidFill>
              </a:rPr>
              <a:t>Home &amp; Dashboard Page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056AA9-0D3E-BE37-B483-CEBC8F06AE2D}"/>
              </a:ext>
            </a:extLst>
          </p:cNvPr>
          <p:cNvCxnSpPr>
            <a:cxnSpLocks/>
          </p:cNvCxnSpPr>
          <p:nvPr/>
        </p:nvCxnSpPr>
        <p:spPr>
          <a:xfrm>
            <a:off x="715100" y="749116"/>
            <a:ext cx="463795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94933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1D6CF-DA01-C762-BD90-4EE98A350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36;p38">
            <a:extLst>
              <a:ext uri="{FF2B5EF4-FFF2-40B4-BE49-F238E27FC236}">
                <a16:creationId xmlns:a16="http://schemas.microsoft.com/office/drawing/2014/main" id="{340599E2-EC91-2471-EEC3-1B882AE353F0}"/>
              </a:ext>
            </a:extLst>
          </p:cNvPr>
          <p:cNvSpPr txBox="1">
            <a:spLocks/>
          </p:cNvSpPr>
          <p:nvPr/>
        </p:nvSpPr>
        <p:spPr>
          <a:xfrm>
            <a:off x="715100" y="171448"/>
            <a:ext cx="2666275" cy="6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3000" b="1" dirty="0">
                <a:solidFill>
                  <a:schemeClr val="bg1"/>
                </a:solidFill>
              </a:rPr>
              <a:t>Quizzes Page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13A4C8-108A-07CD-9C3F-D09C8844B0FE}"/>
              </a:ext>
            </a:extLst>
          </p:cNvPr>
          <p:cNvCxnSpPr>
            <a:cxnSpLocks/>
          </p:cNvCxnSpPr>
          <p:nvPr/>
        </p:nvCxnSpPr>
        <p:spPr>
          <a:xfrm>
            <a:off x="715100" y="749116"/>
            <a:ext cx="2666275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8879B224-7480-F6ED-FD0E-D7E5804267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100" y="1043306"/>
            <a:ext cx="3752125" cy="3500115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1F34AE-2D51-2B77-ED39-39A27B876A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413" y="1043306"/>
            <a:ext cx="3635488" cy="3500113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563931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205CB-A5B4-89C7-C903-8654BF19D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36;p38">
            <a:extLst>
              <a:ext uri="{FF2B5EF4-FFF2-40B4-BE49-F238E27FC236}">
                <a16:creationId xmlns:a16="http://schemas.microsoft.com/office/drawing/2014/main" id="{4C425C8E-DC2A-7693-245B-ED84B7C45543}"/>
              </a:ext>
            </a:extLst>
          </p:cNvPr>
          <p:cNvSpPr txBox="1">
            <a:spLocks/>
          </p:cNvSpPr>
          <p:nvPr/>
        </p:nvSpPr>
        <p:spPr>
          <a:xfrm>
            <a:off x="715100" y="171448"/>
            <a:ext cx="3104425" cy="6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3000" b="1" dirty="0">
                <a:solidFill>
                  <a:schemeClr val="bg1"/>
                </a:solidFill>
              </a:rPr>
              <a:t>Quizzes History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AF4654D-2FC9-BA9F-0B65-D2B131F7E7FA}"/>
              </a:ext>
            </a:extLst>
          </p:cNvPr>
          <p:cNvCxnSpPr>
            <a:cxnSpLocks/>
          </p:cNvCxnSpPr>
          <p:nvPr/>
        </p:nvCxnSpPr>
        <p:spPr>
          <a:xfrm>
            <a:off x="715100" y="749116"/>
            <a:ext cx="3104425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5A156085-8941-492A-CC11-7B28D60A2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99" y="1085532"/>
            <a:ext cx="5809526" cy="3770366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234348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9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4371250" cy="6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b="1" dirty="0"/>
              <a:t>Admin Portal Features</a:t>
            </a:r>
            <a:endParaRPr b="1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E232F83-E887-82C7-8270-D3FFF4859AAD}"/>
              </a:ext>
            </a:extLst>
          </p:cNvPr>
          <p:cNvCxnSpPr>
            <a:cxnSpLocks/>
          </p:cNvCxnSpPr>
          <p:nvPr/>
        </p:nvCxnSpPr>
        <p:spPr>
          <a:xfrm>
            <a:off x="715100" y="1139516"/>
            <a:ext cx="437125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6D9C1068-F567-717F-621D-909924CE5B83}"/>
              </a:ext>
            </a:extLst>
          </p:cNvPr>
          <p:cNvSpPr/>
          <p:nvPr/>
        </p:nvSpPr>
        <p:spPr>
          <a:xfrm>
            <a:off x="1113778" y="1661986"/>
            <a:ext cx="3324872" cy="608122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/>
            <a:r>
              <a:rPr lang="en-IN" sz="1600" dirty="0">
                <a:latin typeface="Philosopher" panose="020B0604020202020204" charset="0"/>
              </a:rPr>
              <a:t>Admin dashboard (analytics)</a:t>
            </a:r>
          </a:p>
        </p:txBody>
      </p:sp>
      <p:sp>
        <p:nvSpPr>
          <p:cNvPr id="5" name="Rectangle: Diagonal Corners Rounded 4">
            <a:extLst>
              <a:ext uri="{FF2B5EF4-FFF2-40B4-BE49-F238E27FC236}">
                <a16:creationId xmlns:a16="http://schemas.microsoft.com/office/drawing/2014/main" id="{40D0B76B-7B9B-90E5-DA70-D0D4CAC8A842}"/>
              </a:ext>
            </a:extLst>
          </p:cNvPr>
          <p:cNvSpPr/>
          <p:nvPr/>
        </p:nvSpPr>
        <p:spPr>
          <a:xfrm>
            <a:off x="4705350" y="1661986"/>
            <a:ext cx="3324872" cy="608122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/>
            <a:r>
              <a:rPr lang="en-IN" sz="1600" dirty="0">
                <a:latin typeface="Philosopher" panose="020B0604020202020204" charset="0"/>
              </a:rPr>
              <a:t>Quiz management (CRUD)</a:t>
            </a:r>
          </a:p>
        </p:txBody>
      </p: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194BE3B9-35ED-ED35-E687-33FB0720B707}"/>
              </a:ext>
            </a:extLst>
          </p:cNvPr>
          <p:cNvSpPr/>
          <p:nvPr/>
        </p:nvSpPr>
        <p:spPr>
          <a:xfrm>
            <a:off x="1113778" y="2553439"/>
            <a:ext cx="3324872" cy="608122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/>
            <a:r>
              <a:rPr lang="en-IN" sz="1600" dirty="0">
                <a:latin typeface="Philosopher" panose="020B0604020202020204" charset="0"/>
              </a:rPr>
              <a:t>User management</a:t>
            </a:r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E34B0E4A-4F83-40E7-BD62-5DC02C1495E0}"/>
              </a:ext>
            </a:extLst>
          </p:cNvPr>
          <p:cNvSpPr/>
          <p:nvPr/>
        </p:nvSpPr>
        <p:spPr>
          <a:xfrm>
            <a:off x="4705350" y="2543399"/>
            <a:ext cx="3324872" cy="608122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/>
            <a:r>
              <a:rPr lang="en-IN" sz="1600" dirty="0">
                <a:latin typeface="Philosopher" panose="020B0604020202020204" charset="0"/>
              </a:rPr>
              <a:t>Performance reports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63435932-7F04-D524-7044-77A9BBE40696}"/>
              </a:ext>
            </a:extLst>
          </p:cNvPr>
          <p:cNvSpPr/>
          <p:nvPr/>
        </p:nvSpPr>
        <p:spPr>
          <a:xfrm>
            <a:off x="2909564" y="3444892"/>
            <a:ext cx="3324872" cy="608122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Philosopher" panose="020B0604020202020204" charset="0"/>
              </a:rPr>
              <a:t>System settings</a:t>
            </a:r>
            <a:endParaRPr lang="en-IN" sz="1800" dirty="0">
              <a:effectLst/>
              <a:latin typeface="Philosopher" panose="020B06040202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85B7D-C700-06B2-B7D0-1D4125989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36;p38">
            <a:extLst>
              <a:ext uri="{FF2B5EF4-FFF2-40B4-BE49-F238E27FC236}">
                <a16:creationId xmlns:a16="http://schemas.microsoft.com/office/drawing/2014/main" id="{0CDF308A-08DE-D3D6-2DCE-0868A96192A7}"/>
              </a:ext>
            </a:extLst>
          </p:cNvPr>
          <p:cNvSpPr txBox="1">
            <a:spLocks/>
          </p:cNvSpPr>
          <p:nvPr/>
        </p:nvSpPr>
        <p:spPr>
          <a:xfrm>
            <a:off x="715100" y="171448"/>
            <a:ext cx="3494950" cy="6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3000" b="1" dirty="0">
                <a:solidFill>
                  <a:schemeClr val="bg1"/>
                </a:solidFill>
              </a:rPr>
              <a:t>Admin Dashboard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49B14F5-9481-2AFF-9782-A1A26A44B89B}"/>
              </a:ext>
            </a:extLst>
          </p:cNvPr>
          <p:cNvCxnSpPr>
            <a:cxnSpLocks/>
          </p:cNvCxnSpPr>
          <p:nvPr/>
        </p:nvCxnSpPr>
        <p:spPr>
          <a:xfrm>
            <a:off x="715100" y="788848"/>
            <a:ext cx="349495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333B332F-605B-7B5C-4841-0196D5F8A9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100" y="1051499"/>
            <a:ext cx="6314344" cy="3844353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8048487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A3B96-E067-012D-1025-A9A4D8ADD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36;p38">
            <a:extLst>
              <a:ext uri="{FF2B5EF4-FFF2-40B4-BE49-F238E27FC236}">
                <a16:creationId xmlns:a16="http://schemas.microsoft.com/office/drawing/2014/main" id="{953B256D-B23D-2EB2-68FC-B3F3199525CB}"/>
              </a:ext>
            </a:extLst>
          </p:cNvPr>
          <p:cNvSpPr txBox="1">
            <a:spLocks/>
          </p:cNvSpPr>
          <p:nvPr/>
        </p:nvSpPr>
        <p:spPr>
          <a:xfrm>
            <a:off x="715100" y="171448"/>
            <a:ext cx="3161575" cy="6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3000" b="1" dirty="0">
                <a:solidFill>
                  <a:schemeClr val="bg1"/>
                </a:solidFill>
              </a:rPr>
              <a:t>Manage Quizzes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C6AB2FA-F400-F735-34A1-1C23E929649F}"/>
              </a:ext>
            </a:extLst>
          </p:cNvPr>
          <p:cNvCxnSpPr>
            <a:cxnSpLocks/>
          </p:cNvCxnSpPr>
          <p:nvPr/>
        </p:nvCxnSpPr>
        <p:spPr>
          <a:xfrm>
            <a:off x="715100" y="788848"/>
            <a:ext cx="3161575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80F7218-A16A-1DEF-6410-D76416FEAC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100" y="1091882"/>
            <a:ext cx="7576554" cy="3461065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0167621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AF2FF-C458-9E4C-1F13-66B2E9EE2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36;p38">
            <a:extLst>
              <a:ext uri="{FF2B5EF4-FFF2-40B4-BE49-F238E27FC236}">
                <a16:creationId xmlns:a16="http://schemas.microsoft.com/office/drawing/2014/main" id="{E3254FDE-5D66-3DAB-7437-B49BFCE7919E}"/>
              </a:ext>
            </a:extLst>
          </p:cNvPr>
          <p:cNvSpPr txBox="1">
            <a:spLocks/>
          </p:cNvSpPr>
          <p:nvPr/>
        </p:nvSpPr>
        <p:spPr>
          <a:xfrm>
            <a:off x="715100" y="171448"/>
            <a:ext cx="2590075" cy="6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3000" b="1" dirty="0">
                <a:solidFill>
                  <a:schemeClr val="bg1"/>
                </a:solidFill>
              </a:rPr>
              <a:t>User Reports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F123BA7-4D61-7D88-93DF-DDED5C126683}"/>
              </a:ext>
            </a:extLst>
          </p:cNvPr>
          <p:cNvCxnSpPr>
            <a:cxnSpLocks/>
          </p:cNvCxnSpPr>
          <p:nvPr/>
        </p:nvCxnSpPr>
        <p:spPr>
          <a:xfrm>
            <a:off x="715100" y="788848"/>
            <a:ext cx="2590075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934649E-8C43-DCBD-B17E-444B842AD0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100" y="1112520"/>
            <a:ext cx="6645910" cy="3585210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8008411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0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4276000" cy="617400"/>
          </a:xfrm>
          <a:prstGeom prst="rect">
            <a:avLst/>
          </a:prstGeom>
          <a:ln>
            <a:solidFill>
              <a:srgbClr val="E4DFD9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b="1" dirty="0"/>
              <a:t>Security &amp; Integration</a:t>
            </a:r>
            <a:endParaRPr b="1" dirty="0">
              <a:latin typeface="Philosopher"/>
              <a:ea typeface="Philosopher"/>
              <a:cs typeface="Philosopher"/>
              <a:sym typeface="Philosopher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D0C1990-4F6A-01D4-4EC8-9F800B3BCDFF}"/>
              </a:ext>
            </a:extLst>
          </p:cNvPr>
          <p:cNvCxnSpPr>
            <a:cxnSpLocks/>
          </p:cNvCxnSpPr>
          <p:nvPr/>
        </p:nvCxnSpPr>
        <p:spPr>
          <a:xfrm>
            <a:off x="715100" y="1152400"/>
            <a:ext cx="4276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Google Shape;230;p37">
            <a:extLst>
              <a:ext uri="{FF2B5EF4-FFF2-40B4-BE49-F238E27FC236}">
                <a16:creationId xmlns:a16="http://schemas.microsoft.com/office/drawing/2014/main" id="{BFDA1D6D-8E7C-9CA1-31D1-D96E135614CF}"/>
              </a:ext>
            </a:extLst>
          </p:cNvPr>
          <p:cNvSpPr txBox="1">
            <a:spLocks/>
          </p:cNvSpPr>
          <p:nvPr/>
        </p:nvSpPr>
        <p:spPr>
          <a:xfrm>
            <a:off x="715100" y="1264446"/>
            <a:ext cx="3856900" cy="2031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Philosopher"/>
              <a:buNone/>
              <a:defRPr sz="3300" b="0" i="0" u="none" strike="noStrike" cap="none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marante"/>
              <a:buNone/>
              <a:defRPr sz="34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marante"/>
              <a:buNone/>
              <a:defRPr sz="34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marante"/>
              <a:buNone/>
              <a:defRPr sz="34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marante"/>
              <a:buNone/>
              <a:defRPr sz="34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marante"/>
              <a:buNone/>
              <a:defRPr sz="34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marante"/>
              <a:buNone/>
              <a:defRPr sz="34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marante"/>
              <a:buNone/>
              <a:defRPr sz="34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marante"/>
              <a:buNone/>
              <a:defRPr sz="34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9pPr>
          </a:lstStyle>
          <a:p>
            <a:pPr marL="285750" indent="-285750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IN" sz="1400" dirty="0"/>
              <a:t>SQL Injection prevention (PDO).</a:t>
            </a:r>
          </a:p>
          <a:p>
            <a:pPr marL="285750" indent="-285750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IN" sz="1400" dirty="0"/>
              <a:t>Password hashing (secure login).</a:t>
            </a:r>
          </a:p>
          <a:p>
            <a:pPr marL="285750" indent="-285750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1400" dirty="0"/>
              <a:t>Email System (SMTP):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       1). Registration emails 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       2). Password reset (15 min token) 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       3). Quiz results</a:t>
            </a:r>
          </a:p>
        </p:txBody>
      </p:sp>
      <p:sp>
        <p:nvSpPr>
          <p:cNvPr id="15" name="Graphic 11">
            <a:extLst>
              <a:ext uri="{FF2B5EF4-FFF2-40B4-BE49-F238E27FC236}">
                <a16:creationId xmlns:a16="http://schemas.microsoft.com/office/drawing/2014/main" id="{09AC7E1F-E43A-EC96-660A-42481B64537B}"/>
              </a:ext>
            </a:extLst>
          </p:cNvPr>
          <p:cNvSpPr/>
          <p:nvPr/>
        </p:nvSpPr>
        <p:spPr>
          <a:xfrm>
            <a:off x="4991100" y="2580581"/>
            <a:ext cx="1743075" cy="1743075"/>
          </a:xfrm>
          <a:custGeom>
            <a:avLst/>
            <a:gdLst>
              <a:gd name="csX0" fmla="*/ 2700338 w 4114800"/>
              <a:gd name="csY0" fmla="*/ 2828925 h 4114800"/>
              <a:gd name="csX1" fmla="*/ 4114800 w 4114800"/>
              <a:gd name="csY1" fmla="*/ 1414463 h 4114800"/>
              <a:gd name="csX2" fmla="*/ 2700338 w 4114800"/>
              <a:gd name="csY2" fmla="*/ 0 h 4114800"/>
              <a:gd name="csX3" fmla="*/ 1285875 w 4114800"/>
              <a:gd name="csY3" fmla="*/ 1414463 h 4114800"/>
              <a:gd name="csX4" fmla="*/ 1352580 w 4114800"/>
              <a:gd name="csY4" fmla="*/ 1846034 h 4114800"/>
              <a:gd name="csX5" fmla="*/ 56257 w 4114800"/>
              <a:gd name="csY5" fmla="*/ 3142357 h 4114800"/>
              <a:gd name="csX6" fmla="*/ 0 w 4114800"/>
              <a:gd name="csY6" fmla="*/ 3278981 h 4114800"/>
              <a:gd name="csX7" fmla="*/ 0 w 4114800"/>
              <a:gd name="csY7" fmla="*/ 3921919 h 4114800"/>
              <a:gd name="csX8" fmla="*/ 192881 w 4114800"/>
              <a:gd name="csY8" fmla="*/ 4114800 h 4114800"/>
              <a:gd name="csX9" fmla="*/ 835819 w 4114800"/>
              <a:gd name="csY9" fmla="*/ 4114800 h 4114800"/>
              <a:gd name="csX10" fmla="*/ 1028700 w 4114800"/>
              <a:gd name="csY10" fmla="*/ 3921919 h 4114800"/>
              <a:gd name="csX11" fmla="*/ 1028700 w 4114800"/>
              <a:gd name="csY11" fmla="*/ 3600450 h 4114800"/>
              <a:gd name="csX12" fmla="*/ 1350169 w 4114800"/>
              <a:gd name="csY12" fmla="*/ 3600450 h 4114800"/>
              <a:gd name="csX13" fmla="*/ 1543050 w 4114800"/>
              <a:gd name="csY13" fmla="*/ 3407569 h 4114800"/>
              <a:gd name="csX14" fmla="*/ 1543050 w 4114800"/>
              <a:gd name="csY14" fmla="*/ 3086100 h 4114800"/>
              <a:gd name="csX15" fmla="*/ 1864519 w 4114800"/>
              <a:gd name="csY15" fmla="*/ 3086100 h 4114800"/>
              <a:gd name="csX16" fmla="*/ 2001143 w 4114800"/>
              <a:gd name="csY16" fmla="*/ 3029843 h 4114800"/>
              <a:gd name="csX17" fmla="*/ 2268766 w 4114800"/>
              <a:gd name="csY17" fmla="*/ 2762220 h 4114800"/>
              <a:gd name="csX18" fmla="*/ 2700338 w 4114800"/>
              <a:gd name="csY18" fmla="*/ 2828925 h 4114800"/>
              <a:gd name="csX19" fmla="*/ 3021806 w 4114800"/>
              <a:gd name="csY19" fmla="*/ 771525 h 4114800"/>
              <a:gd name="csX20" fmla="*/ 3343275 w 4114800"/>
              <a:gd name="csY20" fmla="*/ 1092994 h 4114800"/>
              <a:gd name="csX21" fmla="*/ 3021806 w 4114800"/>
              <a:gd name="csY21" fmla="*/ 1414463 h 4114800"/>
              <a:gd name="csX22" fmla="*/ 2700338 w 4114800"/>
              <a:gd name="csY22" fmla="*/ 1092994 h 4114800"/>
              <a:gd name="csX23" fmla="*/ 3021806 w 4114800"/>
              <a:gd name="csY23" fmla="*/ 771525 h 4114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4114800" h="4114800">
                <a:moveTo>
                  <a:pt x="2700338" y="2828925"/>
                </a:moveTo>
                <a:cubicBezTo>
                  <a:pt x="3481507" y="2828925"/>
                  <a:pt x="4114800" y="2195632"/>
                  <a:pt x="4114800" y="1414463"/>
                </a:cubicBezTo>
                <a:cubicBezTo>
                  <a:pt x="4114800" y="633293"/>
                  <a:pt x="3481507" y="0"/>
                  <a:pt x="2700338" y="0"/>
                </a:cubicBezTo>
                <a:cubicBezTo>
                  <a:pt x="1919168" y="0"/>
                  <a:pt x="1285875" y="633293"/>
                  <a:pt x="1285875" y="1414463"/>
                </a:cubicBezTo>
                <a:cubicBezTo>
                  <a:pt x="1285875" y="1564749"/>
                  <a:pt x="1309181" y="1710214"/>
                  <a:pt x="1352580" y="1846034"/>
                </a:cubicBezTo>
                <a:lnTo>
                  <a:pt x="56257" y="3142357"/>
                </a:lnTo>
                <a:cubicBezTo>
                  <a:pt x="20092" y="3178522"/>
                  <a:pt x="0" y="3227546"/>
                  <a:pt x="0" y="3278981"/>
                </a:cubicBezTo>
                <a:lnTo>
                  <a:pt x="0" y="3921919"/>
                </a:lnTo>
                <a:cubicBezTo>
                  <a:pt x="0" y="4028807"/>
                  <a:pt x="85993" y="4114800"/>
                  <a:pt x="192881" y="4114800"/>
                </a:cubicBezTo>
                <a:lnTo>
                  <a:pt x="835819" y="4114800"/>
                </a:lnTo>
                <a:cubicBezTo>
                  <a:pt x="942707" y="4114800"/>
                  <a:pt x="1028700" y="4028807"/>
                  <a:pt x="1028700" y="3921919"/>
                </a:cubicBezTo>
                <a:lnTo>
                  <a:pt x="1028700" y="3600450"/>
                </a:lnTo>
                <a:lnTo>
                  <a:pt x="1350169" y="3600450"/>
                </a:lnTo>
                <a:cubicBezTo>
                  <a:pt x="1457057" y="3600450"/>
                  <a:pt x="1543050" y="3514457"/>
                  <a:pt x="1543050" y="3407569"/>
                </a:cubicBezTo>
                <a:lnTo>
                  <a:pt x="1543050" y="3086100"/>
                </a:lnTo>
                <a:lnTo>
                  <a:pt x="1864519" y="3086100"/>
                </a:lnTo>
                <a:cubicBezTo>
                  <a:pt x="1915954" y="3086100"/>
                  <a:pt x="1964978" y="3066008"/>
                  <a:pt x="2001143" y="3029843"/>
                </a:cubicBezTo>
                <a:lnTo>
                  <a:pt x="2268766" y="2762220"/>
                </a:lnTo>
                <a:cubicBezTo>
                  <a:pt x="2404586" y="2805619"/>
                  <a:pt x="2550051" y="2828925"/>
                  <a:pt x="2700338" y="2828925"/>
                </a:cubicBezTo>
                <a:close/>
                <a:moveTo>
                  <a:pt x="3021806" y="771525"/>
                </a:moveTo>
                <a:cubicBezTo>
                  <a:pt x="3199418" y="771525"/>
                  <a:pt x="3343275" y="915382"/>
                  <a:pt x="3343275" y="1092994"/>
                </a:cubicBezTo>
                <a:cubicBezTo>
                  <a:pt x="3343275" y="1270605"/>
                  <a:pt x="3199418" y="1414463"/>
                  <a:pt x="3021806" y="1414463"/>
                </a:cubicBezTo>
                <a:cubicBezTo>
                  <a:pt x="2844195" y="1414463"/>
                  <a:pt x="2700338" y="1270605"/>
                  <a:pt x="2700338" y="1092994"/>
                </a:cubicBezTo>
                <a:cubicBezTo>
                  <a:pt x="2700338" y="915382"/>
                  <a:pt x="2844195" y="771525"/>
                  <a:pt x="3021806" y="771525"/>
                </a:cubicBezTo>
                <a:close/>
              </a:path>
            </a:pathLst>
          </a:custGeom>
          <a:solidFill>
            <a:srgbClr val="30261C"/>
          </a:solidFill>
          <a:ln w="8037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9" name="Graphic 17">
            <a:extLst>
              <a:ext uri="{FF2B5EF4-FFF2-40B4-BE49-F238E27FC236}">
                <a16:creationId xmlns:a16="http://schemas.microsoft.com/office/drawing/2014/main" id="{F6A17126-842E-FC89-6371-9559DDB68E62}"/>
              </a:ext>
            </a:extLst>
          </p:cNvPr>
          <p:cNvSpPr/>
          <p:nvPr/>
        </p:nvSpPr>
        <p:spPr>
          <a:xfrm>
            <a:off x="6256158" y="535000"/>
            <a:ext cx="1743074" cy="1743074"/>
          </a:xfrm>
          <a:custGeom>
            <a:avLst/>
            <a:gdLst>
              <a:gd name="csX0" fmla="*/ 1440180 w 2880359"/>
              <a:gd name="csY0" fmla="*/ 360045 h 2880359"/>
              <a:gd name="csX1" fmla="*/ 360045 w 2880359"/>
              <a:gd name="csY1" fmla="*/ 1440180 h 2880359"/>
              <a:gd name="csX2" fmla="*/ 1440180 w 2880359"/>
              <a:gd name="csY2" fmla="*/ 2520314 h 2880359"/>
              <a:gd name="csX3" fmla="*/ 1620202 w 2880359"/>
              <a:gd name="csY3" fmla="*/ 2700337 h 2880359"/>
              <a:gd name="csX4" fmla="*/ 1440180 w 2880359"/>
              <a:gd name="csY4" fmla="*/ 2880359 h 2880359"/>
              <a:gd name="csX5" fmla="*/ 0 w 2880359"/>
              <a:gd name="csY5" fmla="*/ 1440180 h 2880359"/>
              <a:gd name="csX6" fmla="*/ 1440180 w 2880359"/>
              <a:gd name="csY6" fmla="*/ 0 h 2880359"/>
              <a:gd name="csX7" fmla="*/ 2880359 w 2880359"/>
              <a:gd name="csY7" fmla="*/ 1440180 h 2880359"/>
              <a:gd name="csX8" fmla="*/ 2880359 w 2880359"/>
              <a:gd name="csY8" fmla="*/ 1620202 h 2880359"/>
              <a:gd name="csX9" fmla="*/ 2340292 w 2880359"/>
              <a:gd name="csY9" fmla="*/ 2160270 h 2880359"/>
              <a:gd name="csX10" fmla="*/ 1928490 w 2880359"/>
              <a:gd name="csY10" fmla="*/ 1969558 h 2880359"/>
              <a:gd name="csX11" fmla="*/ 1440180 w 2880359"/>
              <a:gd name="csY11" fmla="*/ 2160270 h 2880359"/>
              <a:gd name="csX12" fmla="*/ 720090 w 2880359"/>
              <a:gd name="csY12" fmla="*/ 1440180 h 2880359"/>
              <a:gd name="csX13" fmla="*/ 1440180 w 2880359"/>
              <a:gd name="csY13" fmla="*/ 720090 h 2880359"/>
              <a:gd name="csX14" fmla="*/ 1860420 w 2880359"/>
              <a:gd name="csY14" fmla="*/ 855669 h 2880359"/>
              <a:gd name="csX15" fmla="*/ 1980247 w 2880359"/>
              <a:gd name="csY15" fmla="*/ 810101 h 2880359"/>
              <a:gd name="csX16" fmla="*/ 2160270 w 2880359"/>
              <a:gd name="csY16" fmla="*/ 990124 h 2880359"/>
              <a:gd name="csX17" fmla="*/ 2160270 w 2880359"/>
              <a:gd name="csY17" fmla="*/ 1620202 h 2880359"/>
              <a:gd name="csX18" fmla="*/ 2340292 w 2880359"/>
              <a:gd name="csY18" fmla="*/ 1800225 h 2880359"/>
              <a:gd name="csX19" fmla="*/ 2520314 w 2880359"/>
              <a:gd name="csY19" fmla="*/ 1620202 h 2880359"/>
              <a:gd name="csX20" fmla="*/ 2520314 w 2880359"/>
              <a:gd name="csY20" fmla="*/ 1440180 h 2880359"/>
              <a:gd name="csX21" fmla="*/ 1440180 w 2880359"/>
              <a:gd name="csY21" fmla="*/ 360045 h 2880359"/>
              <a:gd name="csX22" fmla="*/ 1800225 w 2880359"/>
              <a:gd name="csY22" fmla="*/ 1440180 h 2880359"/>
              <a:gd name="csX23" fmla="*/ 1440180 w 2880359"/>
              <a:gd name="csY23" fmla="*/ 1080135 h 2880359"/>
              <a:gd name="csX24" fmla="*/ 1080135 w 2880359"/>
              <a:gd name="csY24" fmla="*/ 1440180 h 2880359"/>
              <a:gd name="csX25" fmla="*/ 1440180 w 2880359"/>
              <a:gd name="csY25" fmla="*/ 1800225 h 2880359"/>
              <a:gd name="csX26" fmla="*/ 1800225 w 2880359"/>
              <a:gd name="csY26" fmla="*/ 1440180 h 28803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2880359" h="2880359">
                <a:moveTo>
                  <a:pt x="1440180" y="360045"/>
                </a:moveTo>
                <a:cubicBezTo>
                  <a:pt x="843855" y="360045"/>
                  <a:pt x="360045" y="843855"/>
                  <a:pt x="360045" y="1440180"/>
                </a:cubicBezTo>
                <a:cubicBezTo>
                  <a:pt x="360045" y="2036504"/>
                  <a:pt x="843855" y="2520314"/>
                  <a:pt x="1440180" y="2520314"/>
                </a:cubicBezTo>
                <a:cubicBezTo>
                  <a:pt x="1539755" y="2520314"/>
                  <a:pt x="1620202" y="2600762"/>
                  <a:pt x="1620202" y="2700337"/>
                </a:cubicBezTo>
                <a:cubicBezTo>
                  <a:pt x="1620202" y="2799912"/>
                  <a:pt x="1539755" y="2880359"/>
                  <a:pt x="1440180" y="2880359"/>
                </a:cubicBezTo>
                <a:cubicBezTo>
                  <a:pt x="644705" y="2880359"/>
                  <a:pt x="0" y="2235654"/>
                  <a:pt x="0" y="1440180"/>
                </a:cubicBezTo>
                <a:cubicBezTo>
                  <a:pt x="0" y="644705"/>
                  <a:pt x="644705" y="0"/>
                  <a:pt x="1440180" y="0"/>
                </a:cubicBezTo>
                <a:cubicBezTo>
                  <a:pt x="2235654" y="0"/>
                  <a:pt x="2880359" y="644705"/>
                  <a:pt x="2880359" y="1440180"/>
                </a:cubicBezTo>
                <a:lnTo>
                  <a:pt x="2880359" y="1620202"/>
                </a:lnTo>
                <a:cubicBezTo>
                  <a:pt x="2880359" y="1918364"/>
                  <a:pt x="2638454" y="2160270"/>
                  <a:pt x="2340292" y="2160270"/>
                </a:cubicBezTo>
                <a:cubicBezTo>
                  <a:pt x="2175459" y="2160270"/>
                  <a:pt x="2027503" y="2086010"/>
                  <a:pt x="1928490" y="1969558"/>
                </a:cubicBezTo>
                <a:cubicBezTo>
                  <a:pt x="1800225" y="2087698"/>
                  <a:pt x="1628641" y="2160270"/>
                  <a:pt x="1440180" y="2160270"/>
                </a:cubicBezTo>
                <a:cubicBezTo>
                  <a:pt x="1042443" y="2160270"/>
                  <a:pt x="720090" y="1837917"/>
                  <a:pt x="720090" y="1440180"/>
                </a:cubicBezTo>
                <a:cubicBezTo>
                  <a:pt x="720090" y="1042443"/>
                  <a:pt x="1042443" y="720090"/>
                  <a:pt x="1440180" y="720090"/>
                </a:cubicBezTo>
                <a:cubicBezTo>
                  <a:pt x="1597137" y="720090"/>
                  <a:pt x="1742280" y="770159"/>
                  <a:pt x="1860420" y="855669"/>
                </a:cubicBezTo>
                <a:cubicBezTo>
                  <a:pt x="1892486" y="827541"/>
                  <a:pt x="1934116" y="810101"/>
                  <a:pt x="1980247" y="810101"/>
                </a:cubicBezTo>
                <a:cubicBezTo>
                  <a:pt x="2079822" y="810101"/>
                  <a:pt x="2160270" y="890549"/>
                  <a:pt x="2160270" y="990124"/>
                </a:cubicBezTo>
                <a:lnTo>
                  <a:pt x="2160270" y="1620202"/>
                </a:lnTo>
                <a:cubicBezTo>
                  <a:pt x="2160270" y="1719777"/>
                  <a:pt x="2240717" y="1800225"/>
                  <a:pt x="2340292" y="1800225"/>
                </a:cubicBezTo>
                <a:cubicBezTo>
                  <a:pt x="2439867" y="1800225"/>
                  <a:pt x="2520314" y="1719777"/>
                  <a:pt x="2520314" y="1620202"/>
                </a:cubicBezTo>
                <a:lnTo>
                  <a:pt x="2520314" y="1440180"/>
                </a:lnTo>
                <a:cubicBezTo>
                  <a:pt x="2520314" y="843855"/>
                  <a:pt x="2036504" y="360045"/>
                  <a:pt x="1440180" y="360045"/>
                </a:cubicBezTo>
                <a:close/>
                <a:moveTo>
                  <a:pt x="1800225" y="1440180"/>
                </a:moveTo>
                <a:cubicBezTo>
                  <a:pt x="1800225" y="1241592"/>
                  <a:pt x="1638767" y="1080135"/>
                  <a:pt x="1440180" y="1080135"/>
                </a:cubicBezTo>
                <a:cubicBezTo>
                  <a:pt x="1241592" y="1080135"/>
                  <a:pt x="1080135" y="1241592"/>
                  <a:pt x="1080135" y="1440180"/>
                </a:cubicBezTo>
                <a:cubicBezTo>
                  <a:pt x="1080135" y="1638767"/>
                  <a:pt x="1241592" y="1800225"/>
                  <a:pt x="1440180" y="1800225"/>
                </a:cubicBezTo>
                <a:cubicBezTo>
                  <a:pt x="1638767" y="1800225"/>
                  <a:pt x="1800225" y="1638767"/>
                  <a:pt x="1800225" y="1440180"/>
                </a:cubicBezTo>
                <a:close/>
              </a:path>
            </a:pathLst>
          </a:custGeom>
          <a:solidFill>
            <a:srgbClr val="30261C"/>
          </a:solidFill>
          <a:ln w="5611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3342550" cy="6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b="1" dirty="0"/>
              <a:t>Database Design</a:t>
            </a:r>
            <a:endParaRPr b="1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51ADA23-B740-6DAF-B768-CCD14C76FF39}"/>
              </a:ext>
            </a:extLst>
          </p:cNvPr>
          <p:cNvCxnSpPr>
            <a:cxnSpLocks/>
          </p:cNvCxnSpPr>
          <p:nvPr/>
        </p:nvCxnSpPr>
        <p:spPr>
          <a:xfrm>
            <a:off x="715100" y="1152400"/>
            <a:ext cx="334255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Graphic 10">
            <a:extLst>
              <a:ext uri="{FF2B5EF4-FFF2-40B4-BE49-F238E27FC236}">
                <a16:creationId xmlns:a16="http://schemas.microsoft.com/office/drawing/2014/main" id="{EEC22E03-D65F-555D-6DE1-1C246410C91E}"/>
              </a:ext>
            </a:extLst>
          </p:cNvPr>
          <p:cNvSpPr/>
          <p:nvPr/>
        </p:nvSpPr>
        <p:spPr>
          <a:xfrm>
            <a:off x="991007" y="1938912"/>
            <a:ext cx="876211" cy="1022246"/>
          </a:xfrm>
          <a:custGeom>
            <a:avLst/>
            <a:gdLst>
              <a:gd name="csX0" fmla="*/ 3600450 w 3600450"/>
              <a:gd name="csY0" fmla="*/ 1653957 h 4114800"/>
              <a:gd name="csX1" fmla="*/ 3202633 w 3600450"/>
              <a:gd name="csY1" fmla="*/ 1846838 h 4114800"/>
              <a:gd name="csX2" fmla="*/ 1800225 w 3600450"/>
              <a:gd name="csY2" fmla="*/ 2057400 h 4114800"/>
              <a:gd name="csX3" fmla="*/ 397818 w 3600450"/>
              <a:gd name="csY3" fmla="*/ 1846838 h 4114800"/>
              <a:gd name="csX4" fmla="*/ 0 w 3600450"/>
              <a:gd name="csY4" fmla="*/ 1653957 h 4114800"/>
              <a:gd name="csX5" fmla="*/ 0 w 3600450"/>
              <a:gd name="csY5" fmla="*/ 2314575 h 4114800"/>
              <a:gd name="csX6" fmla="*/ 1800225 w 3600450"/>
              <a:gd name="csY6" fmla="*/ 2957513 h 4114800"/>
              <a:gd name="csX7" fmla="*/ 3600450 w 3600450"/>
              <a:gd name="csY7" fmla="*/ 2314575 h 4114800"/>
              <a:gd name="csX8" fmla="*/ 3600450 w 3600450"/>
              <a:gd name="csY8" fmla="*/ 1653957 h 4114800"/>
              <a:gd name="csX9" fmla="*/ 3600450 w 3600450"/>
              <a:gd name="csY9" fmla="*/ 1028700 h 4114800"/>
              <a:gd name="csX10" fmla="*/ 3600450 w 3600450"/>
              <a:gd name="csY10" fmla="*/ 642938 h 4114800"/>
              <a:gd name="csX11" fmla="*/ 1800225 w 3600450"/>
              <a:gd name="csY11" fmla="*/ 0 h 4114800"/>
              <a:gd name="csX12" fmla="*/ 0 w 3600450"/>
              <a:gd name="csY12" fmla="*/ 642938 h 4114800"/>
              <a:gd name="csX13" fmla="*/ 0 w 3600450"/>
              <a:gd name="csY13" fmla="*/ 1028700 h 4114800"/>
              <a:gd name="csX14" fmla="*/ 1800225 w 3600450"/>
              <a:gd name="csY14" fmla="*/ 1671638 h 4114800"/>
              <a:gd name="csX15" fmla="*/ 3600450 w 3600450"/>
              <a:gd name="csY15" fmla="*/ 1028700 h 4114800"/>
              <a:gd name="csX16" fmla="*/ 3202633 w 3600450"/>
              <a:gd name="csY16" fmla="*/ 3132713 h 4114800"/>
              <a:gd name="csX17" fmla="*/ 1800225 w 3600450"/>
              <a:gd name="csY17" fmla="*/ 3343275 h 4114800"/>
              <a:gd name="csX18" fmla="*/ 397818 w 3600450"/>
              <a:gd name="csY18" fmla="*/ 3132713 h 4114800"/>
              <a:gd name="csX19" fmla="*/ 0 w 3600450"/>
              <a:gd name="csY19" fmla="*/ 2939832 h 4114800"/>
              <a:gd name="csX20" fmla="*/ 0 w 3600450"/>
              <a:gd name="csY20" fmla="*/ 3471863 h 4114800"/>
              <a:gd name="csX21" fmla="*/ 1800225 w 3600450"/>
              <a:gd name="csY21" fmla="*/ 4114800 h 4114800"/>
              <a:gd name="csX22" fmla="*/ 3600450 w 3600450"/>
              <a:gd name="csY22" fmla="*/ 3471863 h 4114800"/>
              <a:gd name="csX23" fmla="*/ 3600450 w 3600450"/>
              <a:gd name="csY23" fmla="*/ 2939832 h 4114800"/>
              <a:gd name="csX24" fmla="*/ 3202633 w 3600450"/>
              <a:gd name="csY24" fmla="*/ 3132713 h 4114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3600450" h="4114800">
                <a:moveTo>
                  <a:pt x="3600450" y="1653957"/>
                </a:moveTo>
                <a:cubicBezTo>
                  <a:pt x="3481507" y="1732717"/>
                  <a:pt x="3344883" y="1796207"/>
                  <a:pt x="3202633" y="1846838"/>
                </a:cubicBezTo>
                <a:cubicBezTo>
                  <a:pt x="2824907" y="1981855"/>
                  <a:pt x="2329041" y="2057400"/>
                  <a:pt x="1800225" y="2057400"/>
                </a:cubicBezTo>
                <a:cubicBezTo>
                  <a:pt x="1271409" y="2057400"/>
                  <a:pt x="774740" y="1981051"/>
                  <a:pt x="397818" y="1846838"/>
                </a:cubicBezTo>
                <a:cubicBezTo>
                  <a:pt x="256371" y="1796207"/>
                  <a:pt x="118943" y="1732717"/>
                  <a:pt x="0" y="1653957"/>
                </a:cubicBezTo>
                <a:lnTo>
                  <a:pt x="0" y="2314575"/>
                </a:lnTo>
                <a:cubicBezTo>
                  <a:pt x="0" y="2669798"/>
                  <a:pt x="806083" y="2957513"/>
                  <a:pt x="1800225" y="2957513"/>
                </a:cubicBezTo>
                <a:cubicBezTo>
                  <a:pt x="2794367" y="2957513"/>
                  <a:pt x="3600450" y="2669798"/>
                  <a:pt x="3600450" y="2314575"/>
                </a:cubicBezTo>
                <a:lnTo>
                  <a:pt x="3600450" y="1653957"/>
                </a:lnTo>
                <a:close/>
                <a:moveTo>
                  <a:pt x="3600450" y="1028700"/>
                </a:moveTo>
                <a:lnTo>
                  <a:pt x="3600450" y="642938"/>
                </a:lnTo>
                <a:cubicBezTo>
                  <a:pt x="3600450" y="287715"/>
                  <a:pt x="2794367" y="0"/>
                  <a:pt x="1800225" y="0"/>
                </a:cubicBezTo>
                <a:cubicBezTo>
                  <a:pt x="806083" y="0"/>
                  <a:pt x="0" y="287715"/>
                  <a:pt x="0" y="642938"/>
                </a:cubicBezTo>
                <a:lnTo>
                  <a:pt x="0" y="1028700"/>
                </a:lnTo>
                <a:cubicBezTo>
                  <a:pt x="0" y="1383923"/>
                  <a:pt x="806083" y="1671638"/>
                  <a:pt x="1800225" y="1671638"/>
                </a:cubicBezTo>
                <a:cubicBezTo>
                  <a:pt x="2794367" y="1671638"/>
                  <a:pt x="3600450" y="1383923"/>
                  <a:pt x="3600450" y="1028700"/>
                </a:cubicBezTo>
                <a:close/>
                <a:moveTo>
                  <a:pt x="3202633" y="3132713"/>
                </a:moveTo>
                <a:cubicBezTo>
                  <a:pt x="2825710" y="3266926"/>
                  <a:pt x="2329845" y="3343275"/>
                  <a:pt x="1800225" y="3343275"/>
                </a:cubicBezTo>
                <a:cubicBezTo>
                  <a:pt x="1270605" y="3343275"/>
                  <a:pt x="774740" y="3266926"/>
                  <a:pt x="397818" y="3132713"/>
                </a:cubicBezTo>
                <a:cubicBezTo>
                  <a:pt x="256371" y="3082082"/>
                  <a:pt x="118943" y="3018592"/>
                  <a:pt x="0" y="2939832"/>
                </a:cubicBezTo>
                <a:lnTo>
                  <a:pt x="0" y="3471863"/>
                </a:lnTo>
                <a:cubicBezTo>
                  <a:pt x="0" y="3827086"/>
                  <a:pt x="806083" y="4114800"/>
                  <a:pt x="1800225" y="4114800"/>
                </a:cubicBezTo>
                <a:cubicBezTo>
                  <a:pt x="2794367" y="4114800"/>
                  <a:pt x="3600450" y="3827086"/>
                  <a:pt x="3600450" y="3471863"/>
                </a:cubicBezTo>
                <a:lnTo>
                  <a:pt x="3600450" y="2939832"/>
                </a:lnTo>
                <a:cubicBezTo>
                  <a:pt x="3481507" y="3018592"/>
                  <a:pt x="3344883" y="3082082"/>
                  <a:pt x="3202633" y="3132713"/>
                </a:cubicBezTo>
                <a:close/>
              </a:path>
            </a:pathLst>
          </a:custGeom>
          <a:solidFill>
            <a:schemeClr val="bg1"/>
          </a:solidFill>
          <a:ln w="8037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" name="Google Shape;272;p41">
            <a:extLst>
              <a:ext uri="{FF2B5EF4-FFF2-40B4-BE49-F238E27FC236}">
                <a16:creationId xmlns:a16="http://schemas.microsoft.com/office/drawing/2014/main" id="{214EC0A0-5BFC-9509-A284-AE5DABC73AC1}"/>
              </a:ext>
            </a:extLst>
          </p:cNvPr>
          <p:cNvSpPr txBox="1">
            <a:spLocks/>
          </p:cNvSpPr>
          <p:nvPr/>
        </p:nvSpPr>
        <p:spPr>
          <a:xfrm>
            <a:off x="715100" y="3010382"/>
            <a:ext cx="1428025" cy="341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300" b="0" i="0" u="none" strike="noStrike" cap="none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marante"/>
              <a:buNone/>
              <a:defRPr sz="35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marante"/>
              <a:buNone/>
              <a:defRPr sz="35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marante"/>
              <a:buNone/>
              <a:defRPr sz="35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marante"/>
              <a:buNone/>
              <a:defRPr sz="35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marante"/>
              <a:buNone/>
              <a:defRPr sz="35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marante"/>
              <a:buNone/>
              <a:defRPr sz="35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marante"/>
              <a:buNone/>
              <a:defRPr sz="35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marante"/>
              <a:buNone/>
              <a:defRPr sz="35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9pPr>
          </a:lstStyle>
          <a:p>
            <a:pPr>
              <a:lnSpc>
                <a:spcPct val="150000"/>
              </a:lnSpc>
            </a:pPr>
            <a:r>
              <a:rPr lang="en-IN" sz="2000" b="1" dirty="0"/>
              <a:t>quizara_db</a:t>
            </a:r>
          </a:p>
        </p:txBody>
      </p:sp>
      <p:sp>
        <p:nvSpPr>
          <p:cNvPr id="8" name="Google Shape;272;p41">
            <a:extLst>
              <a:ext uri="{FF2B5EF4-FFF2-40B4-BE49-F238E27FC236}">
                <a16:creationId xmlns:a16="http://schemas.microsoft.com/office/drawing/2014/main" id="{EE669E05-F9E9-D422-35FA-FA7DE2C74E23}"/>
              </a:ext>
            </a:extLst>
          </p:cNvPr>
          <p:cNvSpPr txBox="1">
            <a:spLocks/>
          </p:cNvSpPr>
          <p:nvPr/>
        </p:nvSpPr>
        <p:spPr>
          <a:xfrm>
            <a:off x="2462278" y="1769800"/>
            <a:ext cx="2133600" cy="1750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300" b="0" i="0" u="none" strike="noStrike" cap="none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marante"/>
              <a:buNone/>
              <a:defRPr sz="35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marante"/>
              <a:buNone/>
              <a:defRPr sz="35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marante"/>
              <a:buNone/>
              <a:defRPr sz="35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marante"/>
              <a:buNone/>
              <a:defRPr sz="35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marante"/>
              <a:buNone/>
              <a:defRPr sz="35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marante"/>
              <a:buNone/>
              <a:defRPr sz="35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marante"/>
              <a:buNone/>
              <a:defRPr sz="35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marante"/>
              <a:buNone/>
              <a:defRPr sz="35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9pPr>
          </a:lstStyle>
          <a:p>
            <a:pPr marL="342900" indent="-342900">
              <a:buSzPct val="100000"/>
              <a:buFont typeface="Wingdings" panose="05000000000000000000" pitchFamily="2" charset="2"/>
              <a:buChar char="§"/>
            </a:pPr>
            <a:r>
              <a:rPr lang="en-IN" sz="1800" dirty="0"/>
              <a:t>users</a:t>
            </a:r>
          </a:p>
          <a:p>
            <a:pPr marL="342900" indent="-342900">
              <a:buSzPct val="100000"/>
              <a:buFont typeface="Wingdings" panose="05000000000000000000" pitchFamily="2" charset="2"/>
              <a:buChar char="§"/>
            </a:pPr>
            <a:r>
              <a:rPr lang="en-IN" sz="1800" dirty="0"/>
              <a:t>category</a:t>
            </a:r>
          </a:p>
          <a:p>
            <a:pPr marL="342900" indent="-342900">
              <a:buSzPct val="100000"/>
              <a:buFont typeface="Wingdings" panose="05000000000000000000" pitchFamily="2" charset="2"/>
              <a:buChar char="§"/>
            </a:pPr>
            <a:r>
              <a:rPr lang="en-IN" sz="1800" dirty="0"/>
              <a:t>quizzes</a:t>
            </a:r>
          </a:p>
          <a:p>
            <a:pPr marL="342900" indent="-342900">
              <a:buSzPct val="100000"/>
              <a:buFont typeface="Wingdings" panose="05000000000000000000" pitchFamily="2" charset="2"/>
              <a:buChar char="§"/>
            </a:pPr>
            <a:r>
              <a:rPr lang="en-IN" sz="1800" dirty="0"/>
              <a:t>questions</a:t>
            </a:r>
          </a:p>
          <a:p>
            <a:pPr marL="342900" indent="-342900">
              <a:buSzPct val="100000"/>
              <a:buFont typeface="Wingdings" panose="05000000000000000000" pitchFamily="2" charset="2"/>
              <a:buChar char="§"/>
            </a:pPr>
            <a:r>
              <a:rPr lang="en-IN" sz="1800" dirty="0"/>
              <a:t>options</a:t>
            </a:r>
          </a:p>
          <a:p>
            <a:pPr marL="342900" indent="-342900">
              <a:buSzPct val="100000"/>
              <a:buFont typeface="Wingdings" panose="05000000000000000000" pitchFamily="2" charset="2"/>
              <a:buChar char="§"/>
            </a:pPr>
            <a:r>
              <a:rPr lang="en-IN" sz="1800" dirty="0"/>
              <a:t>quiz_attempts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1076F93-35F2-993D-CD23-B2949B5624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4105" y="295590"/>
            <a:ext cx="3018888" cy="45523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2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2439000" cy="6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3000" b="1" dirty="0"/>
              <a:t>Future Scope</a:t>
            </a:r>
            <a:endParaRPr sz="3000" b="1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A3A0AC0-536E-E32C-AEC3-35C0FDAE09D0}"/>
              </a:ext>
            </a:extLst>
          </p:cNvPr>
          <p:cNvCxnSpPr>
            <a:cxnSpLocks/>
          </p:cNvCxnSpPr>
          <p:nvPr/>
        </p:nvCxnSpPr>
        <p:spPr>
          <a:xfrm>
            <a:off x="715100" y="1152400"/>
            <a:ext cx="2439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Diagonal Corners Rounded 15">
            <a:extLst>
              <a:ext uri="{FF2B5EF4-FFF2-40B4-BE49-F238E27FC236}">
                <a16:creationId xmlns:a16="http://schemas.microsoft.com/office/drawing/2014/main" id="{2FD0018A-0455-2215-33D3-26A10F18CD9C}"/>
              </a:ext>
            </a:extLst>
          </p:cNvPr>
          <p:cNvSpPr/>
          <p:nvPr/>
        </p:nvSpPr>
        <p:spPr>
          <a:xfrm>
            <a:off x="1113778" y="1661986"/>
            <a:ext cx="3324872" cy="608122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/>
            <a:r>
              <a:rPr lang="en-IN" sz="1600" dirty="0">
                <a:latin typeface="Philosopher" panose="020B0604020202020204" charset="0"/>
              </a:rPr>
              <a:t>Live quiz timer</a:t>
            </a:r>
          </a:p>
        </p:txBody>
      </p:sp>
      <p:sp>
        <p:nvSpPr>
          <p:cNvPr id="17" name="Rectangle: Diagonal Corners Rounded 16">
            <a:extLst>
              <a:ext uri="{FF2B5EF4-FFF2-40B4-BE49-F238E27FC236}">
                <a16:creationId xmlns:a16="http://schemas.microsoft.com/office/drawing/2014/main" id="{E388D75B-DF7C-D8C0-0B44-BCC38044FD8B}"/>
              </a:ext>
            </a:extLst>
          </p:cNvPr>
          <p:cNvSpPr/>
          <p:nvPr/>
        </p:nvSpPr>
        <p:spPr>
          <a:xfrm>
            <a:off x="4705350" y="1661986"/>
            <a:ext cx="3324872" cy="608122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/>
            <a:r>
              <a:rPr lang="en-IN" sz="1600" dirty="0">
                <a:latin typeface="Philosopher" panose="020B0604020202020204" charset="0"/>
              </a:rPr>
              <a:t>Real-time leaderboard</a:t>
            </a:r>
          </a:p>
        </p:txBody>
      </p:sp>
      <p:sp>
        <p:nvSpPr>
          <p:cNvPr id="18" name="Rectangle: Diagonal Corners Rounded 17">
            <a:extLst>
              <a:ext uri="{FF2B5EF4-FFF2-40B4-BE49-F238E27FC236}">
                <a16:creationId xmlns:a16="http://schemas.microsoft.com/office/drawing/2014/main" id="{3256D111-4463-7106-BF18-09E95C2A8602}"/>
              </a:ext>
            </a:extLst>
          </p:cNvPr>
          <p:cNvSpPr/>
          <p:nvPr/>
        </p:nvSpPr>
        <p:spPr>
          <a:xfrm>
            <a:off x="1113778" y="2553439"/>
            <a:ext cx="3324872" cy="608122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/>
            <a:r>
              <a:rPr lang="en-IN" sz="1600" dirty="0">
                <a:latin typeface="Philosopher" panose="020B0604020202020204" charset="0"/>
              </a:rPr>
              <a:t>Gamification (badges, rewards)</a:t>
            </a:r>
          </a:p>
        </p:txBody>
      </p:sp>
      <p:sp>
        <p:nvSpPr>
          <p:cNvPr id="19" name="Rectangle: Diagonal Corners Rounded 18">
            <a:extLst>
              <a:ext uri="{FF2B5EF4-FFF2-40B4-BE49-F238E27FC236}">
                <a16:creationId xmlns:a16="http://schemas.microsoft.com/office/drawing/2014/main" id="{CE7D8DCC-6E8E-45C5-4EF8-6EBEA595041B}"/>
              </a:ext>
            </a:extLst>
          </p:cNvPr>
          <p:cNvSpPr/>
          <p:nvPr/>
        </p:nvSpPr>
        <p:spPr>
          <a:xfrm>
            <a:off x="4705350" y="2543399"/>
            <a:ext cx="3324872" cy="608122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/>
            <a:r>
              <a:rPr lang="en-IN" sz="1600" dirty="0">
                <a:latin typeface="Philosopher" panose="020B0604020202020204" charset="0"/>
              </a:rPr>
              <a:t>Mobile app development</a:t>
            </a:r>
          </a:p>
        </p:txBody>
      </p:sp>
      <p:sp>
        <p:nvSpPr>
          <p:cNvPr id="20" name="Rectangle: Diagonal Corners Rounded 19">
            <a:extLst>
              <a:ext uri="{FF2B5EF4-FFF2-40B4-BE49-F238E27FC236}">
                <a16:creationId xmlns:a16="http://schemas.microsoft.com/office/drawing/2014/main" id="{F53A913A-7889-EFE0-A93B-F761F6970FD2}"/>
              </a:ext>
            </a:extLst>
          </p:cNvPr>
          <p:cNvSpPr/>
          <p:nvPr/>
        </p:nvSpPr>
        <p:spPr>
          <a:xfrm>
            <a:off x="2909564" y="3444892"/>
            <a:ext cx="3324872" cy="608122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Philosopher" panose="020B0604020202020204" charset="0"/>
              </a:rPr>
              <a:t>AI-based question generation</a:t>
            </a:r>
            <a:endParaRPr lang="en-IN" sz="1800" dirty="0">
              <a:effectLst/>
              <a:latin typeface="Philosopher" panose="020B06040202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3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2294800" cy="6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b="1" dirty="0"/>
              <a:t>Conclusion</a:t>
            </a:r>
            <a:endParaRPr b="1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F192761-4DDD-F8A2-569A-BAAE80BD4AE9}"/>
              </a:ext>
            </a:extLst>
          </p:cNvPr>
          <p:cNvCxnSpPr>
            <a:cxnSpLocks/>
          </p:cNvCxnSpPr>
          <p:nvPr/>
        </p:nvCxnSpPr>
        <p:spPr>
          <a:xfrm>
            <a:off x="715100" y="1123825"/>
            <a:ext cx="22948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6" name="Group 565">
            <a:extLst>
              <a:ext uri="{FF2B5EF4-FFF2-40B4-BE49-F238E27FC236}">
                <a16:creationId xmlns:a16="http://schemas.microsoft.com/office/drawing/2014/main" id="{B6E9C172-641E-2132-50ED-7C942F8599FD}"/>
              </a:ext>
            </a:extLst>
          </p:cNvPr>
          <p:cNvGrpSpPr/>
          <p:nvPr/>
        </p:nvGrpSpPr>
        <p:grpSpPr>
          <a:xfrm>
            <a:off x="4893659" y="770976"/>
            <a:ext cx="3535241" cy="3601548"/>
            <a:chOff x="4688640" y="951318"/>
            <a:chExt cx="3535241" cy="3601548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CB65415-F669-9FCB-900C-4C1A30E6C56C}"/>
                </a:ext>
              </a:extLst>
            </p:cNvPr>
            <p:cNvSpPr/>
            <p:nvPr/>
          </p:nvSpPr>
          <p:spPr>
            <a:xfrm>
              <a:off x="4737930" y="2569024"/>
              <a:ext cx="3436140" cy="1983842"/>
            </a:xfrm>
            <a:custGeom>
              <a:avLst/>
              <a:gdLst>
                <a:gd name="csX0" fmla="*/ 3436141 w 3436140"/>
                <a:gd name="csY0" fmla="*/ 991921 h 1983842"/>
                <a:gd name="csX1" fmla="*/ 1718070 w 3436140"/>
                <a:gd name="csY1" fmla="*/ 1983842 h 1983842"/>
                <a:gd name="csX2" fmla="*/ 0 w 3436140"/>
                <a:gd name="csY2" fmla="*/ 991921 h 1983842"/>
                <a:gd name="csX3" fmla="*/ 1718070 w 3436140"/>
                <a:gd name="csY3" fmla="*/ 0 h 1983842"/>
                <a:gd name="csX4" fmla="*/ 3436141 w 3436140"/>
                <a:gd name="csY4" fmla="*/ 991921 h 19838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436140" h="1983842">
                  <a:moveTo>
                    <a:pt x="3436141" y="991921"/>
                  </a:moveTo>
                  <a:cubicBezTo>
                    <a:pt x="3436141" y="1539744"/>
                    <a:pt x="2666934" y="1983842"/>
                    <a:pt x="1718070" y="1983842"/>
                  </a:cubicBezTo>
                  <a:cubicBezTo>
                    <a:pt x="769206" y="1983842"/>
                    <a:pt x="0" y="1539744"/>
                    <a:pt x="0" y="991921"/>
                  </a:cubicBezTo>
                  <a:cubicBezTo>
                    <a:pt x="0" y="444098"/>
                    <a:pt x="769206" y="0"/>
                    <a:pt x="1718070" y="0"/>
                  </a:cubicBezTo>
                  <a:cubicBezTo>
                    <a:pt x="2666934" y="0"/>
                    <a:pt x="3436141" y="444098"/>
                    <a:pt x="3436141" y="991921"/>
                  </a:cubicBezTo>
                  <a:close/>
                </a:path>
              </a:pathLst>
            </a:custGeom>
            <a:solidFill>
              <a:srgbClr val="FAFAFA"/>
            </a:solidFill>
            <a:ln w="7449" cap="flat">
              <a:noFill/>
              <a:prstDash val="solid"/>
              <a:miter/>
            </a:ln>
          </p:spPr>
        </p:sp>
        <p:grpSp>
          <p:nvGrpSpPr>
            <p:cNvPr id="8" name="Graphic 4">
              <a:extLst>
                <a:ext uri="{FF2B5EF4-FFF2-40B4-BE49-F238E27FC236}">
                  <a16:creationId xmlns:a16="http://schemas.microsoft.com/office/drawing/2014/main" id="{9FF463B5-48FC-8552-A7A6-DE87200F087F}"/>
                </a:ext>
              </a:extLst>
            </p:cNvPr>
            <p:cNvGrpSpPr/>
            <p:nvPr/>
          </p:nvGrpSpPr>
          <p:grpSpPr>
            <a:xfrm>
              <a:off x="4688640" y="3549293"/>
              <a:ext cx="3535241" cy="419884"/>
              <a:chOff x="4688640" y="3549293"/>
              <a:chExt cx="3535241" cy="419884"/>
            </a:xfrm>
          </p:grpSpPr>
          <p:grpSp>
            <p:nvGrpSpPr>
              <p:cNvPr id="9" name="Graphic 4">
                <a:extLst>
                  <a:ext uri="{FF2B5EF4-FFF2-40B4-BE49-F238E27FC236}">
                    <a16:creationId xmlns:a16="http://schemas.microsoft.com/office/drawing/2014/main" id="{62A00C28-B2E0-86E1-DBF1-7DDF285C4764}"/>
                  </a:ext>
                </a:extLst>
              </p:cNvPr>
              <p:cNvGrpSpPr/>
              <p:nvPr/>
            </p:nvGrpSpPr>
            <p:grpSpPr>
              <a:xfrm>
                <a:off x="7921198" y="3549293"/>
                <a:ext cx="302683" cy="419884"/>
                <a:chOff x="7921198" y="3549293"/>
                <a:chExt cx="302683" cy="419884"/>
              </a:xfrm>
            </p:grpSpPr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66322FDB-6CCE-81EA-EE19-DA426344ACA0}"/>
                    </a:ext>
                  </a:extLst>
                </p:cNvPr>
                <p:cNvSpPr/>
                <p:nvPr/>
              </p:nvSpPr>
              <p:spPr>
                <a:xfrm>
                  <a:off x="7943396" y="3651376"/>
                  <a:ext cx="144579" cy="293478"/>
                </a:xfrm>
                <a:custGeom>
                  <a:avLst/>
                  <a:gdLst>
                    <a:gd name="csX0" fmla="*/ 105144 w 144579"/>
                    <a:gd name="csY0" fmla="*/ 48317 h 293478"/>
                    <a:gd name="csX1" fmla="*/ 72958 w 144579"/>
                    <a:gd name="csY1" fmla="*/ 98275 h 293478"/>
                    <a:gd name="csX2" fmla="*/ 6796 w 144579"/>
                    <a:gd name="csY2" fmla="*/ 293478 h 293478"/>
                    <a:gd name="csX3" fmla="*/ 6796 w 144579"/>
                    <a:gd name="csY3" fmla="*/ 293478 h 293478"/>
                    <a:gd name="csX4" fmla="*/ 0 w 144579"/>
                    <a:gd name="csY4" fmla="*/ 293478 h 293478"/>
                    <a:gd name="csX5" fmla="*/ 0 w 144579"/>
                    <a:gd name="csY5" fmla="*/ 293478 h 293478"/>
                    <a:gd name="csX6" fmla="*/ 67955 w 144579"/>
                    <a:gd name="csY6" fmla="*/ 92301 h 293478"/>
                    <a:gd name="csX7" fmla="*/ 100290 w 144579"/>
                    <a:gd name="csY7" fmla="*/ 44434 h 293478"/>
                    <a:gd name="csX8" fmla="*/ 143303 w 144579"/>
                    <a:gd name="csY8" fmla="*/ 151 h 293478"/>
                    <a:gd name="csX9" fmla="*/ 144349 w 144579"/>
                    <a:gd name="csY9" fmla="*/ 2765 h 293478"/>
                    <a:gd name="csX10" fmla="*/ 105144 w 144579"/>
                    <a:gd name="csY10" fmla="*/ 48317 h 29347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144579" h="293478">
                      <a:moveTo>
                        <a:pt x="105144" y="48317"/>
                      </a:moveTo>
                      <a:cubicBezTo>
                        <a:pt x="93092" y="64079"/>
                        <a:pt x="82329" y="80786"/>
                        <a:pt x="72958" y="98275"/>
                      </a:cubicBezTo>
                      <a:cubicBezTo>
                        <a:pt x="54961" y="131880"/>
                        <a:pt x="17026" y="257037"/>
                        <a:pt x="6796" y="293478"/>
                      </a:cubicBezTo>
                      <a:lnTo>
                        <a:pt x="6796" y="293478"/>
                      </a:lnTo>
                      <a:lnTo>
                        <a:pt x="0" y="293478"/>
                      </a:lnTo>
                      <a:lnTo>
                        <a:pt x="0" y="293478"/>
                      </a:lnTo>
                      <a:cubicBezTo>
                        <a:pt x="5750" y="254871"/>
                        <a:pt x="48539" y="125906"/>
                        <a:pt x="67955" y="92301"/>
                      </a:cubicBezTo>
                      <a:cubicBezTo>
                        <a:pt x="77605" y="75612"/>
                        <a:pt x="88409" y="59617"/>
                        <a:pt x="100290" y="44434"/>
                      </a:cubicBezTo>
                      <a:cubicBezTo>
                        <a:pt x="112332" y="27605"/>
                        <a:pt x="126831" y="12677"/>
                        <a:pt x="143303" y="151"/>
                      </a:cubicBezTo>
                      <a:cubicBezTo>
                        <a:pt x="144498" y="-670"/>
                        <a:pt x="144871" y="2093"/>
                        <a:pt x="144349" y="2765"/>
                      </a:cubicBezTo>
                      <a:cubicBezTo>
                        <a:pt x="131579" y="18148"/>
                        <a:pt x="117316" y="32337"/>
                        <a:pt x="105144" y="48317"/>
                      </a:cubicBezTo>
                      <a:close/>
                    </a:path>
                  </a:pathLst>
                </a:custGeom>
                <a:solidFill>
                  <a:srgbClr val="30261C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84D8B812-C4FB-65D8-7A98-6CB92DB009C2}"/>
                    </a:ext>
                  </a:extLst>
                </p:cNvPr>
                <p:cNvSpPr/>
                <p:nvPr/>
              </p:nvSpPr>
              <p:spPr>
                <a:xfrm>
                  <a:off x="8059753" y="3554469"/>
                  <a:ext cx="109917" cy="127451"/>
                </a:xfrm>
                <a:custGeom>
                  <a:avLst/>
                  <a:gdLst>
                    <a:gd name="csX0" fmla="*/ 1556 w 109917"/>
                    <a:gd name="csY0" fmla="*/ 127451 h 127451"/>
                    <a:gd name="csX1" fmla="*/ 67121 w 109917"/>
                    <a:gd name="csY1" fmla="*/ 77344 h 127451"/>
                    <a:gd name="csX2" fmla="*/ 109911 w 109917"/>
                    <a:gd name="csY2" fmla="*/ 2070 h 127451"/>
                    <a:gd name="csX3" fmla="*/ 28589 w 109917"/>
                    <a:gd name="csY3" fmla="*/ 48518 h 127451"/>
                    <a:gd name="csX4" fmla="*/ 1556 w 109917"/>
                    <a:gd name="csY4" fmla="*/ 127451 h 1274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09917" h="127451">
                      <a:moveTo>
                        <a:pt x="1556" y="127451"/>
                      </a:moveTo>
                      <a:cubicBezTo>
                        <a:pt x="29776" y="121331"/>
                        <a:pt x="53806" y="102966"/>
                        <a:pt x="67121" y="77344"/>
                      </a:cubicBezTo>
                      <a:cubicBezTo>
                        <a:pt x="88180" y="41424"/>
                        <a:pt x="110359" y="11554"/>
                        <a:pt x="109911" y="2070"/>
                      </a:cubicBezTo>
                      <a:cubicBezTo>
                        <a:pt x="109463" y="-7414"/>
                        <a:pt x="59803" y="17005"/>
                        <a:pt x="28589" y="48518"/>
                      </a:cubicBezTo>
                      <a:cubicBezTo>
                        <a:pt x="-2626" y="80032"/>
                        <a:pt x="-1730" y="104376"/>
                        <a:pt x="1556" y="127451"/>
                      </a:cubicBezTo>
                      <a:close/>
                    </a:path>
                  </a:pathLst>
                </a:custGeom>
                <a:solidFill>
                  <a:srgbClr val="30261C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381AD241-6ACF-2489-13AB-0737CFE7D3B8}"/>
                    </a:ext>
                  </a:extLst>
                </p:cNvPr>
                <p:cNvSpPr/>
                <p:nvPr/>
              </p:nvSpPr>
              <p:spPr>
                <a:xfrm>
                  <a:off x="8067450" y="3682391"/>
                  <a:ext cx="131055" cy="41269"/>
                </a:xfrm>
                <a:custGeom>
                  <a:avLst/>
                  <a:gdLst>
                    <a:gd name="csX0" fmla="*/ 58 w 131055"/>
                    <a:gd name="csY0" fmla="*/ 33431 h 41269"/>
                    <a:gd name="csX1" fmla="*/ 50016 w 131055"/>
                    <a:gd name="csY1" fmla="*/ 4233 h 41269"/>
                    <a:gd name="csX2" fmla="*/ 130965 w 131055"/>
                    <a:gd name="csY2" fmla="*/ 5055 h 41269"/>
                    <a:gd name="csX3" fmla="*/ 54945 w 131055"/>
                    <a:gd name="csY3" fmla="*/ 39704 h 41269"/>
                    <a:gd name="csX4" fmla="*/ 58 w 131055"/>
                    <a:gd name="csY4" fmla="*/ 33431 h 4126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31055" h="41269">
                      <a:moveTo>
                        <a:pt x="58" y="33431"/>
                      </a:moveTo>
                      <a:cubicBezTo>
                        <a:pt x="-1137" y="25964"/>
                        <a:pt x="16188" y="11551"/>
                        <a:pt x="50016" y="4233"/>
                      </a:cubicBezTo>
                      <a:cubicBezTo>
                        <a:pt x="83844" y="-3085"/>
                        <a:pt x="128650" y="350"/>
                        <a:pt x="130965" y="5055"/>
                      </a:cubicBezTo>
                      <a:cubicBezTo>
                        <a:pt x="133280" y="9759"/>
                        <a:pt x="91013" y="35970"/>
                        <a:pt x="54945" y="39704"/>
                      </a:cubicBezTo>
                      <a:cubicBezTo>
                        <a:pt x="18876" y="43438"/>
                        <a:pt x="1103" y="40152"/>
                        <a:pt x="58" y="33431"/>
                      </a:cubicBezTo>
                      <a:close/>
                    </a:path>
                  </a:pathLst>
                </a:custGeom>
                <a:solidFill>
                  <a:srgbClr val="30261C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994B8671-37E8-E59D-9140-96017B0E40CA}"/>
                    </a:ext>
                  </a:extLst>
                </p:cNvPr>
                <p:cNvSpPr/>
                <p:nvPr/>
              </p:nvSpPr>
              <p:spPr>
                <a:xfrm>
                  <a:off x="7980810" y="3549293"/>
                  <a:ext cx="43733" cy="210052"/>
                </a:xfrm>
                <a:custGeom>
                  <a:avLst/>
                  <a:gdLst>
                    <a:gd name="csX0" fmla="*/ 9483 w 43733"/>
                    <a:gd name="csY0" fmla="*/ 77 h 210052"/>
                    <a:gd name="csX1" fmla="*/ 43460 w 43733"/>
                    <a:gd name="csY1" fmla="*/ 89688 h 210052"/>
                    <a:gd name="csX2" fmla="*/ 34947 w 43733"/>
                    <a:gd name="csY2" fmla="*/ 150847 h 210052"/>
                    <a:gd name="csX3" fmla="*/ 34947 w 43733"/>
                    <a:gd name="csY3" fmla="*/ 152266 h 210052"/>
                    <a:gd name="csX4" fmla="*/ 36590 w 43733"/>
                    <a:gd name="csY4" fmla="*/ 171981 h 210052"/>
                    <a:gd name="csX5" fmla="*/ 27256 w 43733"/>
                    <a:gd name="csY5" fmla="*/ 209842 h 210052"/>
                    <a:gd name="csX6" fmla="*/ 26360 w 43733"/>
                    <a:gd name="csY6" fmla="*/ 209020 h 210052"/>
                    <a:gd name="csX7" fmla="*/ 30094 w 43733"/>
                    <a:gd name="csY7" fmla="*/ 173997 h 210052"/>
                    <a:gd name="csX8" fmla="*/ 28675 w 43733"/>
                    <a:gd name="csY8" fmla="*/ 151594 h 210052"/>
                    <a:gd name="csX9" fmla="*/ 1941 w 43733"/>
                    <a:gd name="csY9" fmla="*/ 92600 h 210052"/>
                    <a:gd name="csX10" fmla="*/ 9483 w 43733"/>
                    <a:gd name="csY10" fmla="*/ 77 h 21005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3733" h="210052">
                      <a:moveTo>
                        <a:pt x="9483" y="77"/>
                      </a:moveTo>
                      <a:cubicBezTo>
                        <a:pt x="15158" y="-2238"/>
                        <a:pt x="41892" y="48243"/>
                        <a:pt x="43460" y="89688"/>
                      </a:cubicBezTo>
                      <a:cubicBezTo>
                        <a:pt x="44805" y="125906"/>
                        <a:pt x="41071" y="145769"/>
                        <a:pt x="34947" y="150847"/>
                      </a:cubicBezTo>
                      <a:cubicBezTo>
                        <a:pt x="34914" y="151320"/>
                        <a:pt x="34914" y="151794"/>
                        <a:pt x="34947" y="152266"/>
                      </a:cubicBezTo>
                      <a:cubicBezTo>
                        <a:pt x="36127" y="158770"/>
                        <a:pt x="36678" y="165372"/>
                        <a:pt x="36590" y="171981"/>
                      </a:cubicBezTo>
                      <a:cubicBezTo>
                        <a:pt x="37289" y="185246"/>
                        <a:pt x="34041" y="198421"/>
                        <a:pt x="27256" y="209842"/>
                      </a:cubicBezTo>
                      <a:cubicBezTo>
                        <a:pt x="26808" y="210514"/>
                        <a:pt x="26285" y="209394"/>
                        <a:pt x="26360" y="209020"/>
                      </a:cubicBezTo>
                      <a:cubicBezTo>
                        <a:pt x="27331" y="197296"/>
                        <a:pt x="29869" y="185796"/>
                        <a:pt x="30094" y="173997"/>
                      </a:cubicBezTo>
                      <a:cubicBezTo>
                        <a:pt x="30216" y="166504"/>
                        <a:pt x="29742" y="159012"/>
                        <a:pt x="28675" y="151594"/>
                      </a:cubicBezTo>
                      <a:cubicBezTo>
                        <a:pt x="20012" y="148159"/>
                        <a:pt x="7168" y="127698"/>
                        <a:pt x="1941" y="92600"/>
                      </a:cubicBezTo>
                      <a:cubicBezTo>
                        <a:pt x="-3585" y="53619"/>
                        <a:pt x="3882" y="2392"/>
                        <a:pt x="9483" y="77"/>
                      </a:cubicBezTo>
                      <a:close/>
                    </a:path>
                  </a:pathLst>
                </a:custGeom>
                <a:solidFill>
                  <a:srgbClr val="30261C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14" name="Freeform: Shape 13">
                  <a:extLst>
                    <a:ext uri="{FF2B5EF4-FFF2-40B4-BE49-F238E27FC236}">
                      <a16:creationId xmlns:a16="http://schemas.microsoft.com/office/drawing/2014/main" id="{C06171E2-AC41-6F5A-9DA0-2ABB4767ACDF}"/>
                    </a:ext>
                  </a:extLst>
                </p:cNvPr>
                <p:cNvSpPr/>
                <p:nvPr/>
              </p:nvSpPr>
              <p:spPr>
                <a:xfrm>
                  <a:off x="8008131" y="3751552"/>
                  <a:ext cx="127767" cy="49348"/>
                </a:xfrm>
                <a:custGeom>
                  <a:avLst/>
                  <a:gdLst>
                    <a:gd name="csX0" fmla="*/ 159 w 127767"/>
                    <a:gd name="csY0" fmla="*/ 43577 h 49348"/>
                    <a:gd name="csX1" fmla="*/ 46980 w 127767"/>
                    <a:gd name="csY1" fmla="*/ 9599 h 49348"/>
                    <a:gd name="csX2" fmla="*/ 127631 w 127767"/>
                    <a:gd name="csY2" fmla="*/ 2580 h 49348"/>
                    <a:gd name="csX3" fmla="*/ 55419 w 127767"/>
                    <a:gd name="csY3" fmla="*/ 44473 h 49348"/>
                    <a:gd name="csX4" fmla="*/ 159 w 127767"/>
                    <a:gd name="csY4" fmla="*/ 43577 h 4934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27767" h="49348">
                      <a:moveTo>
                        <a:pt x="159" y="43577"/>
                      </a:moveTo>
                      <a:cubicBezTo>
                        <a:pt x="-1783" y="36557"/>
                        <a:pt x="14123" y="20203"/>
                        <a:pt x="46980" y="9599"/>
                      </a:cubicBezTo>
                      <a:cubicBezTo>
                        <a:pt x="79838" y="-1005"/>
                        <a:pt x="124867" y="-1975"/>
                        <a:pt x="127631" y="2580"/>
                      </a:cubicBezTo>
                      <a:cubicBezTo>
                        <a:pt x="130393" y="7135"/>
                        <a:pt x="90965" y="37229"/>
                        <a:pt x="55419" y="44473"/>
                      </a:cubicBezTo>
                      <a:cubicBezTo>
                        <a:pt x="19873" y="51717"/>
                        <a:pt x="1876" y="50447"/>
                        <a:pt x="159" y="43577"/>
                      </a:cubicBezTo>
                      <a:close/>
                    </a:path>
                  </a:pathLst>
                </a:custGeom>
                <a:solidFill>
                  <a:srgbClr val="30261C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7F3A8D36-BF03-A2A0-9332-F0D5E1142B95}"/>
                    </a:ext>
                  </a:extLst>
                </p:cNvPr>
                <p:cNvSpPr/>
                <p:nvPr/>
              </p:nvSpPr>
              <p:spPr>
                <a:xfrm>
                  <a:off x="8017917" y="3712014"/>
                  <a:ext cx="65693" cy="24188"/>
                </a:xfrm>
                <a:custGeom>
                  <a:avLst/>
                  <a:gdLst>
                    <a:gd name="csX0" fmla="*/ 155 w 65693"/>
                    <a:gd name="csY0" fmla="*/ 21283 h 24188"/>
                    <a:gd name="csX1" fmla="*/ 11282 w 65693"/>
                    <a:gd name="csY1" fmla="*/ 11873 h 24188"/>
                    <a:gd name="csX2" fmla="*/ 27636 w 65693"/>
                    <a:gd name="csY2" fmla="*/ 5601 h 24188"/>
                    <a:gd name="csX3" fmla="*/ 64451 w 65693"/>
                    <a:gd name="csY3" fmla="*/ 0 h 24188"/>
                    <a:gd name="csX4" fmla="*/ 64974 w 65693"/>
                    <a:gd name="csY4" fmla="*/ 3211 h 24188"/>
                    <a:gd name="csX5" fmla="*/ 30324 w 65693"/>
                    <a:gd name="csY5" fmla="*/ 12098 h 24188"/>
                    <a:gd name="csX6" fmla="*/ 14642 w 65693"/>
                    <a:gd name="csY6" fmla="*/ 17698 h 24188"/>
                    <a:gd name="csX7" fmla="*/ 7697 w 65693"/>
                    <a:gd name="csY7" fmla="*/ 21357 h 24188"/>
                    <a:gd name="csX8" fmla="*/ 902 w 65693"/>
                    <a:gd name="csY8" fmla="*/ 24120 h 24188"/>
                    <a:gd name="csX9" fmla="*/ 155 w 65693"/>
                    <a:gd name="csY9" fmla="*/ 21283 h 2418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65693" h="24188">
                      <a:moveTo>
                        <a:pt x="155" y="21283"/>
                      </a:moveTo>
                      <a:cubicBezTo>
                        <a:pt x="2766" y="17041"/>
                        <a:pt x="6665" y="13744"/>
                        <a:pt x="11282" y="11873"/>
                      </a:cubicBezTo>
                      <a:cubicBezTo>
                        <a:pt x="16530" y="9289"/>
                        <a:pt x="22005" y="7189"/>
                        <a:pt x="27636" y="5601"/>
                      </a:cubicBezTo>
                      <a:cubicBezTo>
                        <a:pt x="39665" y="2392"/>
                        <a:pt x="52011" y="514"/>
                        <a:pt x="64451" y="0"/>
                      </a:cubicBezTo>
                      <a:cubicBezTo>
                        <a:pt x="65795" y="0"/>
                        <a:pt x="66169" y="2838"/>
                        <a:pt x="64974" y="3211"/>
                      </a:cubicBezTo>
                      <a:cubicBezTo>
                        <a:pt x="53548" y="6721"/>
                        <a:pt x="41899" y="9036"/>
                        <a:pt x="30324" y="12098"/>
                      </a:cubicBezTo>
                      <a:cubicBezTo>
                        <a:pt x="24944" y="13504"/>
                        <a:pt x="19697" y="15378"/>
                        <a:pt x="14642" y="17698"/>
                      </a:cubicBezTo>
                      <a:cubicBezTo>
                        <a:pt x="12327" y="18818"/>
                        <a:pt x="9938" y="20013"/>
                        <a:pt x="7697" y="21357"/>
                      </a:cubicBezTo>
                      <a:cubicBezTo>
                        <a:pt x="5457" y="22702"/>
                        <a:pt x="3217" y="24568"/>
                        <a:pt x="902" y="24120"/>
                      </a:cubicBezTo>
                      <a:cubicBezTo>
                        <a:pt x="-69" y="23896"/>
                        <a:pt x="-144" y="21955"/>
                        <a:pt x="155" y="21283"/>
                      </a:cubicBezTo>
                      <a:close/>
                    </a:path>
                  </a:pathLst>
                </a:custGeom>
                <a:solidFill>
                  <a:srgbClr val="30261C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81CB1329-EFE1-23B9-0119-DFC3397E26E1}"/>
                    </a:ext>
                  </a:extLst>
                </p:cNvPr>
                <p:cNvSpPr/>
                <p:nvPr/>
              </p:nvSpPr>
              <p:spPr>
                <a:xfrm>
                  <a:off x="7983335" y="3786509"/>
                  <a:ext cx="48257" cy="26635"/>
                </a:xfrm>
                <a:custGeom>
                  <a:avLst/>
                  <a:gdLst>
                    <a:gd name="csX0" fmla="*/ 19951 w 48257"/>
                    <a:gd name="csY0" fmla="*/ 6081 h 26635"/>
                    <a:gd name="csX1" fmla="*/ 33318 w 48257"/>
                    <a:gd name="csY1" fmla="*/ 1451 h 26635"/>
                    <a:gd name="csX2" fmla="*/ 47208 w 48257"/>
                    <a:gd name="csY2" fmla="*/ 32 h 26635"/>
                    <a:gd name="csX3" fmla="*/ 47581 w 48257"/>
                    <a:gd name="csY3" fmla="*/ 2646 h 26635"/>
                    <a:gd name="csX4" fmla="*/ 22639 w 48257"/>
                    <a:gd name="csY4" fmla="*/ 11756 h 26635"/>
                    <a:gd name="csX5" fmla="*/ 11513 w 48257"/>
                    <a:gd name="csY5" fmla="*/ 17581 h 26635"/>
                    <a:gd name="csX6" fmla="*/ 4045 w 48257"/>
                    <a:gd name="csY6" fmla="*/ 25048 h 26635"/>
                    <a:gd name="csX7" fmla="*/ 13 w 48257"/>
                    <a:gd name="csY7" fmla="*/ 24003 h 26635"/>
                    <a:gd name="csX8" fmla="*/ 19951 w 48257"/>
                    <a:gd name="csY8" fmla="*/ 6081 h 2663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48257" h="26635">
                      <a:moveTo>
                        <a:pt x="19951" y="6081"/>
                      </a:moveTo>
                      <a:cubicBezTo>
                        <a:pt x="24254" y="4128"/>
                        <a:pt x="28729" y="2578"/>
                        <a:pt x="33318" y="1451"/>
                      </a:cubicBezTo>
                      <a:cubicBezTo>
                        <a:pt x="37861" y="344"/>
                        <a:pt x="42535" y="-133"/>
                        <a:pt x="47208" y="32"/>
                      </a:cubicBezTo>
                      <a:cubicBezTo>
                        <a:pt x="48328" y="32"/>
                        <a:pt x="48701" y="2272"/>
                        <a:pt x="47581" y="2646"/>
                      </a:cubicBezTo>
                      <a:cubicBezTo>
                        <a:pt x="39143" y="5259"/>
                        <a:pt x="30779" y="8321"/>
                        <a:pt x="22639" y="11756"/>
                      </a:cubicBezTo>
                      <a:cubicBezTo>
                        <a:pt x="18796" y="13429"/>
                        <a:pt x="15077" y="15375"/>
                        <a:pt x="11513" y="17581"/>
                      </a:cubicBezTo>
                      <a:cubicBezTo>
                        <a:pt x="8374" y="19322"/>
                        <a:pt x="5787" y="21910"/>
                        <a:pt x="4045" y="25048"/>
                      </a:cubicBezTo>
                      <a:cubicBezTo>
                        <a:pt x="2626" y="27513"/>
                        <a:pt x="-211" y="27064"/>
                        <a:pt x="13" y="24003"/>
                      </a:cubicBezTo>
                      <a:cubicBezTo>
                        <a:pt x="1357" y="14519"/>
                        <a:pt x="12931" y="9366"/>
                        <a:pt x="19951" y="6081"/>
                      </a:cubicBezTo>
                      <a:close/>
                    </a:path>
                  </a:pathLst>
                </a:custGeom>
                <a:solidFill>
                  <a:srgbClr val="30261C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900E6EC2-DE41-AA66-0559-653E4FE50477}"/>
                    </a:ext>
                  </a:extLst>
                </p:cNvPr>
                <p:cNvSpPr/>
                <p:nvPr/>
              </p:nvSpPr>
              <p:spPr>
                <a:xfrm>
                  <a:off x="7921198" y="3706493"/>
                  <a:ext cx="57812" cy="135756"/>
                </a:xfrm>
                <a:custGeom>
                  <a:avLst/>
                  <a:gdLst>
                    <a:gd name="csX0" fmla="*/ 56026 w 57812"/>
                    <a:gd name="csY0" fmla="*/ 132172 h 135756"/>
                    <a:gd name="csX1" fmla="*/ 50500 w 57812"/>
                    <a:gd name="csY1" fmla="*/ 135756 h 135756"/>
                    <a:gd name="csX2" fmla="*/ 7561 w 57812"/>
                    <a:gd name="csY2" fmla="*/ 74223 h 135756"/>
                    <a:gd name="csX3" fmla="*/ 3753 w 57812"/>
                    <a:gd name="csY3" fmla="*/ 294 h 135756"/>
                    <a:gd name="csX4" fmla="*/ 52292 w 57812"/>
                    <a:gd name="csY4" fmla="*/ 72879 h 135756"/>
                    <a:gd name="csX5" fmla="*/ 56026 w 57812"/>
                    <a:gd name="csY5" fmla="*/ 132172 h 1357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</a:cxnLst>
                  <a:rect l="l" t="t" r="r" b="b"/>
                  <a:pathLst>
                    <a:path w="57812" h="135756">
                      <a:moveTo>
                        <a:pt x="56026" y="132172"/>
                      </a:moveTo>
                      <a:lnTo>
                        <a:pt x="50500" y="135756"/>
                      </a:lnTo>
                      <a:cubicBezTo>
                        <a:pt x="40120" y="132545"/>
                        <a:pt x="17269" y="105886"/>
                        <a:pt x="7561" y="74223"/>
                      </a:cubicBezTo>
                      <a:cubicBezTo>
                        <a:pt x="-3864" y="36885"/>
                        <a:pt x="93" y="4103"/>
                        <a:pt x="3753" y="294"/>
                      </a:cubicBezTo>
                      <a:cubicBezTo>
                        <a:pt x="7412" y="-3515"/>
                        <a:pt x="40568" y="30164"/>
                        <a:pt x="52292" y="72879"/>
                      </a:cubicBezTo>
                      <a:cubicBezTo>
                        <a:pt x="58046" y="92099"/>
                        <a:pt x="59323" y="112382"/>
                        <a:pt x="56026" y="132172"/>
                      </a:cubicBezTo>
                      <a:close/>
                    </a:path>
                  </a:pathLst>
                </a:custGeom>
                <a:solidFill>
                  <a:srgbClr val="30261C"/>
                </a:solidFill>
                <a:ln w="7449" cap="flat">
                  <a:noFill/>
                  <a:prstDash val="solid"/>
                  <a:miter/>
                </a:ln>
              </p:spPr>
            </p:sp>
            <p:grpSp>
              <p:nvGrpSpPr>
                <p:cNvPr id="18" name="Graphic 4">
                  <a:extLst>
                    <a:ext uri="{FF2B5EF4-FFF2-40B4-BE49-F238E27FC236}">
                      <a16:creationId xmlns:a16="http://schemas.microsoft.com/office/drawing/2014/main" id="{6BF14489-D552-9424-A6DA-DB5A94F2EE17}"/>
                    </a:ext>
                  </a:extLst>
                </p:cNvPr>
                <p:cNvGrpSpPr/>
                <p:nvPr/>
              </p:nvGrpSpPr>
              <p:grpSpPr>
                <a:xfrm>
                  <a:off x="7921198" y="3549293"/>
                  <a:ext cx="277307" cy="395560"/>
                  <a:chOff x="7921198" y="3549293"/>
                  <a:chExt cx="277307" cy="395560"/>
                </a:xfrm>
                <a:solidFill>
                  <a:srgbClr val="FFFFFF"/>
                </a:solidFill>
              </p:grpSpPr>
              <p:sp>
                <p:nvSpPr>
                  <p:cNvPr id="19" name="Freeform: Shape 18">
                    <a:extLst>
                      <a:ext uri="{FF2B5EF4-FFF2-40B4-BE49-F238E27FC236}">
                        <a16:creationId xmlns:a16="http://schemas.microsoft.com/office/drawing/2014/main" id="{37FC51D7-2713-E0CA-DDC9-EDF1B4A72332}"/>
                      </a:ext>
                    </a:extLst>
                  </p:cNvPr>
                  <p:cNvSpPr/>
                  <p:nvPr/>
                </p:nvSpPr>
                <p:spPr>
                  <a:xfrm>
                    <a:off x="7943396" y="3651376"/>
                    <a:ext cx="144579" cy="293478"/>
                  </a:xfrm>
                  <a:custGeom>
                    <a:avLst/>
                    <a:gdLst>
                      <a:gd name="csX0" fmla="*/ 105144 w 144579"/>
                      <a:gd name="csY0" fmla="*/ 48317 h 293478"/>
                      <a:gd name="csX1" fmla="*/ 72958 w 144579"/>
                      <a:gd name="csY1" fmla="*/ 98275 h 293478"/>
                      <a:gd name="csX2" fmla="*/ 6796 w 144579"/>
                      <a:gd name="csY2" fmla="*/ 293478 h 293478"/>
                      <a:gd name="csX3" fmla="*/ 6796 w 144579"/>
                      <a:gd name="csY3" fmla="*/ 293478 h 293478"/>
                      <a:gd name="csX4" fmla="*/ 0 w 144579"/>
                      <a:gd name="csY4" fmla="*/ 293478 h 293478"/>
                      <a:gd name="csX5" fmla="*/ 0 w 144579"/>
                      <a:gd name="csY5" fmla="*/ 293478 h 293478"/>
                      <a:gd name="csX6" fmla="*/ 67955 w 144579"/>
                      <a:gd name="csY6" fmla="*/ 92301 h 293478"/>
                      <a:gd name="csX7" fmla="*/ 100290 w 144579"/>
                      <a:gd name="csY7" fmla="*/ 44434 h 293478"/>
                      <a:gd name="csX8" fmla="*/ 143303 w 144579"/>
                      <a:gd name="csY8" fmla="*/ 151 h 293478"/>
                      <a:gd name="csX9" fmla="*/ 144349 w 144579"/>
                      <a:gd name="csY9" fmla="*/ 2765 h 293478"/>
                      <a:gd name="csX10" fmla="*/ 105144 w 144579"/>
                      <a:gd name="csY10" fmla="*/ 48317 h 29347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</a:cxnLst>
                    <a:rect l="l" t="t" r="r" b="b"/>
                    <a:pathLst>
                      <a:path w="144579" h="293478">
                        <a:moveTo>
                          <a:pt x="105144" y="48317"/>
                        </a:moveTo>
                        <a:cubicBezTo>
                          <a:pt x="93092" y="64079"/>
                          <a:pt x="82329" y="80786"/>
                          <a:pt x="72958" y="98275"/>
                        </a:cubicBezTo>
                        <a:cubicBezTo>
                          <a:pt x="54961" y="131880"/>
                          <a:pt x="17026" y="257037"/>
                          <a:pt x="6796" y="293478"/>
                        </a:cubicBezTo>
                        <a:lnTo>
                          <a:pt x="6796" y="293478"/>
                        </a:lnTo>
                        <a:lnTo>
                          <a:pt x="0" y="293478"/>
                        </a:lnTo>
                        <a:lnTo>
                          <a:pt x="0" y="293478"/>
                        </a:lnTo>
                        <a:cubicBezTo>
                          <a:pt x="5750" y="254871"/>
                          <a:pt x="48539" y="125906"/>
                          <a:pt x="67955" y="92301"/>
                        </a:cubicBezTo>
                        <a:cubicBezTo>
                          <a:pt x="77605" y="75612"/>
                          <a:pt x="88409" y="59617"/>
                          <a:pt x="100290" y="44434"/>
                        </a:cubicBezTo>
                        <a:cubicBezTo>
                          <a:pt x="112332" y="27605"/>
                          <a:pt x="126831" y="12677"/>
                          <a:pt x="143303" y="151"/>
                        </a:cubicBezTo>
                        <a:cubicBezTo>
                          <a:pt x="144498" y="-670"/>
                          <a:pt x="144871" y="2093"/>
                          <a:pt x="144349" y="2765"/>
                        </a:cubicBezTo>
                        <a:cubicBezTo>
                          <a:pt x="131579" y="18148"/>
                          <a:pt x="117316" y="32337"/>
                          <a:pt x="105144" y="4831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20" name="Freeform: Shape 19">
                    <a:extLst>
                      <a:ext uri="{FF2B5EF4-FFF2-40B4-BE49-F238E27FC236}">
                        <a16:creationId xmlns:a16="http://schemas.microsoft.com/office/drawing/2014/main" id="{BB73BC8F-8B07-CF7F-87E7-D8C01FDC644F}"/>
                      </a:ext>
                    </a:extLst>
                  </p:cNvPr>
                  <p:cNvSpPr/>
                  <p:nvPr/>
                </p:nvSpPr>
                <p:spPr>
                  <a:xfrm>
                    <a:off x="8059753" y="3554469"/>
                    <a:ext cx="109917" cy="127451"/>
                  </a:xfrm>
                  <a:custGeom>
                    <a:avLst/>
                    <a:gdLst>
                      <a:gd name="csX0" fmla="*/ 1556 w 109917"/>
                      <a:gd name="csY0" fmla="*/ 127451 h 127451"/>
                      <a:gd name="csX1" fmla="*/ 67121 w 109917"/>
                      <a:gd name="csY1" fmla="*/ 77344 h 127451"/>
                      <a:gd name="csX2" fmla="*/ 109911 w 109917"/>
                      <a:gd name="csY2" fmla="*/ 2070 h 127451"/>
                      <a:gd name="csX3" fmla="*/ 28589 w 109917"/>
                      <a:gd name="csY3" fmla="*/ 48518 h 127451"/>
                      <a:gd name="csX4" fmla="*/ 1556 w 109917"/>
                      <a:gd name="csY4" fmla="*/ 127451 h 12745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109917" h="127451">
                        <a:moveTo>
                          <a:pt x="1556" y="127451"/>
                        </a:moveTo>
                        <a:cubicBezTo>
                          <a:pt x="29776" y="121331"/>
                          <a:pt x="53806" y="102966"/>
                          <a:pt x="67121" y="77344"/>
                        </a:cubicBezTo>
                        <a:cubicBezTo>
                          <a:pt x="88180" y="41424"/>
                          <a:pt x="110359" y="11554"/>
                          <a:pt x="109911" y="2070"/>
                        </a:cubicBezTo>
                        <a:cubicBezTo>
                          <a:pt x="109463" y="-7414"/>
                          <a:pt x="59803" y="17005"/>
                          <a:pt x="28589" y="48518"/>
                        </a:cubicBezTo>
                        <a:cubicBezTo>
                          <a:pt x="-2626" y="80032"/>
                          <a:pt x="-1730" y="104376"/>
                          <a:pt x="1556" y="12745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21" name="Freeform: Shape 20">
                    <a:extLst>
                      <a:ext uri="{FF2B5EF4-FFF2-40B4-BE49-F238E27FC236}">
                        <a16:creationId xmlns:a16="http://schemas.microsoft.com/office/drawing/2014/main" id="{5B3768C7-FBDE-EFD8-3A72-1DF8A7F5FD2B}"/>
                      </a:ext>
                    </a:extLst>
                  </p:cNvPr>
                  <p:cNvSpPr/>
                  <p:nvPr/>
                </p:nvSpPr>
                <p:spPr>
                  <a:xfrm>
                    <a:off x="8067450" y="3682391"/>
                    <a:ext cx="131055" cy="41269"/>
                  </a:xfrm>
                  <a:custGeom>
                    <a:avLst/>
                    <a:gdLst>
                      <a:gd name="csX0" fmla="*/ 58 w 131055"/>
                      <a:gd name="csY0" fmla="*/ 33431 h 41269"/>
                      <a:gd name="csX1" fmla="*/ 50016 w 131055"/>
                      <a:gd name="csY1" fmla="*/ 4233 h 41269"/>
                      <a:gd name="csX2" fmla="*/ 130965 w 131055"/>
                      <a:gd name="csY2" fmla="*/ 5055 h 41269"/>
                      <a:gd name="csX3" fmla="*/ 54945 w 131055"/>
                      <a:gd name="csY3" fmla="*/ 39704 h 41269"/>
                      <a:gd name="csX4" fmla="*/ 58 w 131055"/>
                      <a:gd name="csY4" fmla="*/ 33431 h 4126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131055" h="41269">
                        <a:moveTo>
                          <a:pt x="58" y="33431"/>
                        </a:moveTo>
                        <a:cubicBezTo>
                          <a:pt x="-1137" y="25964"/>
                          <a:pt x="16188" y="11551"/>
                          <a:pt x="50016" y="4233"/>
                        </a:cubicBezTo>
                        <a:cubicBezTo>
                          <a:pt x="83844" y="-3085"/>
                          <a:pt x="128650" y="350"/>
                          <a:pt x="130965" y="5055"/>
                        </a:cubicBezTo>
                        <a:cubicBezTo>
                          <a:pt x="133280" y="9759"/>
                          <a:pt x="91013" y="35970"/>
                          <a:pt x="54945" y="39704"/>
                        </a:cubicBezTo>
                        <a:cubicBezTo>
                          <a:pt x="18876" y="43438"/>
                          <a:pt x="1103" y="40152"/>
                          <a:pt x="58" y="3343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22" name="Freeform: Shape 21">
                    <a:extLst>
                      <a:ext uri="{FF2B5EF4-FFF2-40B4-BE49-F238E27FC236}">
                        <a16:creationId xmlns:a16="http://schemas.microsoft.com/office/drawing/2014/main" id="{BA51D108-1D04-3240-7CB6-67042507213E}"/>
                      </a:ext>
                    </a:extLst>
                  </p:cNvPr>
                  <p:cNvSpPr/>
                  <p:nvPr/>
                </p:nvSpPr>
                <p:spPr>
                  <a:xfrm>
                    <a:off x="7980810" y="3549293"/>
                    <a:ext cx="43733" cy="210052"/>
                  </a:xfrm>
                  <a:custGeom>
                    <a:avLst/>
                    <a:gdLst>
                      <a:gd name="csX0" fmla="*/ 9483 w 43733"/>
                      <a:gd name="csY0" fmla="*/ 77 h 210052"/>
                      <a:gd name="csX1" fmla="*/ 43460 w 43733"/>
                      <a:gd name="csY1" fmla="*/ 89688 h 210052"/>
                      <a:gd name="csX2" fmla="*/ 34947 w 43733"/>
                      <a:gd name="csY2" fmla="*/ 150847 h 210052"/>
                      <a:gd name="csX3" fmla="*/ 34947 w 43733"/>
                      <a:gd name="csY3" fmla="*/ 152266 h 210052"/>
                      <a:gd name="csX4" fmla="*/ 36590 w 43733"/>
                      <a:gd name="csY4" fmla="*/ 171981 h 210052"/>
                      <a:gd name="csX5" fmla="*/ 27256 w 43733"/>
                      <a:gd name="csY5" fmla="*/ 209842 h 210052"/>
                      <a:gd name="csX6" fmla="*/ 26360 w 43733"/>
                      <a:gd name="csY6" fmla="*/ 209020 h 210052"/>
                      <a:gd name="csX7" fmla="*/ 30094 w 43733"/>
                      <a:gd name="csY7" fmla="*/ 173997 h 210052"/>
                      <a:gd name="csX8" fmla="*/ 28675 w 43733"/>
                      <a:gd name="csY8" fmla="*/ 151594 h 210052"/>
                      <a:gd name="csX9" fmla="*/ 1941 w 43733"/>
                      <a:gd name="csY9" fmla="*/ 92600 h 210052"/>
                      <a:gd name="csX10" fmla="*/ 9483 w 43733"/>
                      <a:gd name="csY10" fmla="*/ 77 h 21005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</a:cxnLst>
                    <a:rect l="l" t="t" r="r" b="b"/>
                    <a:pathLst>
                      <a:path w="43733" h="210052">
                        <a:moveTo>
                          <a:pt x="9483" y="77"/>
                        </a:moveTo>
                        <a:cubicBezTo>
                          <a:pt x="15158" y="-2238"/>
                          <a:pt x="41892" y="48243"/>
                          <a:pt x="43460" y="89688"/>
                        </a:cubicBezTo>
                        <a:cubicBezTo>
                          <a:pt x="44805" y="125906"/>
                          <a:pt x="41071" y="145769"/>
                          <a:pt x="34947" y="150847"/>
                        </a:cubicBezTo>
                        <a:cubicBezTo>
                          <a:pt x="34914" y="151320"/>
                          <a:pt x="34914" y="151794"/>
                          <a:pt x="34947" y="152266"/>
                        </a:cubicBezTo>
                        <a:cubicBezTo>
                          <a:pt x="36127" y="158770"/>
                          <a:pt x="36678" y="165372"/>
                          <a:pt x="36590" y="171981"/>
                        </a:cubicBezTo>
                        <a:cubicBezTo>
                          <a:pt x="37289" y="185246"/>
                          <a:pt x="34041" y="198421"/>
                          <a:pt x="27256" y="209842"/>
                        </a:cubicBezTo>
                        <a:cubicBezTo>
                          <a:pt x="26808" y="210514"/>
                          <a:pt x="26285" y="209394"/>
                          <a:pt x="26360" y="209020"/>
                        </a:cubicBezTo>
                        <a:cubicBezTo>
                          <a:pt x="27331" y="197296"/>
                          <a:pt x="29869" y="185796"/>
                          <a:pt x="30094" y="173997"/>
                        </a:cubicBezTo>
                        <a:cubicBezTo>
                          <a:pt x="30216" y="166504"/>
                          <a:pt x="29742" y="159012"/>
                          <a:pt x="28675" y="151594"/>
                        </a:cubicBezTo>
                        <a:cubicBezTo>
                          <a:pt x="20012" y="148159"/>
                          <a:pt x="7168" y="127698"/>
                          <a:pt x="1941" y="92600"/>
                        </a:cubicBezTo>
                        <a:cubicBezTo>
                          <a:pt x="-3585" y="53619"/>
                          <a:pt x="3882" y="2392"/>
                          <a:pt x="9483" y="7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23" name="Freeform: Shape 22">
                    <a:extLst>
                      <a:ext uri="{FF2B5EF4-FFF2-40B4-BE49-F238E27FC236}">
                        <a16:creationId xmlns:a16="http://schemas.microsoft.com/office/drawing/2014/main" id="{72002857-863D-2B31-0946-55C7EE241EB9}"/>
                      </a:ext>
                    </a:extLst>
                  </p:cNvPr>
                  <p:cNvSpPr/>
                  <p:nvPr/>
                </p:nvSpPr>
                <p:spPr>
                  <a:xfrm>
                    <a:off x="8008131" y="3751552"/>
                    <a:ext cx="127767" cy="49348"/>
                  </a:xfrm>
                  <a:custGeom>
                    <a:avLst/>
                    <a:gdLst>
                      <a:gd name="csX0" fmla="*/ 159 w 127767"/>
                      <a:gd name="csY0" fmla="*/ 43577 h 49348"/>
                      <a:gd name="csX1" fmla="*/ 46980 w 127767"/>
                      <a:gd name="csY1" fmla="*/ 9599 h 49348"/>
                      <a:gd name="csX2" fmla="*/ 127631 w 127767"/>
                      <a:gd name="csY2" fmla="*/ 2580 h 49348"/>
                      <a:gd name="csX3" fmla="*/ 55419 w 127767"/>
                      <a:gd name="csY3" fmla="*/ 44473 h 49348"/>
                      <a:gd name="csX4" fmla="*/ 159 w 127767"/>
                      <a:gd name="csY4" fmla="*/ 43577 h 4934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127767" h="49348">
                        <a:moveTo>
                          <a:pt x="159" y="43577"/>
                        </a:moveTo>
                        <a:cubicBezTo>
                          <a:pt x="-1783" y="36557"/>
                          <a:pt x="14123" y="20203"/>
                          <a:pt x="46980" y="9599"/>
                        </a:cubicBezTo>
                        <a:cubicBezTo>
                          <a:pt x="79838" y="-1005"/>
                          <a:pt x="124867" y="-1975"/>
                          <a:pt x="127631" y="2580"/>
                        </a:cubicBezTo>
                        <a:cubicBezTo>
                          <a:pt x="130393" y="7135"/>
                          <a:pt x="90965" y="37229"/>
                          <a:pt x="55419" y="44473"/>
                        </a:cubicBezTo>
                        <a:cubicBezTo>
                          <a:pt x="19873" y="51717"/>
                          <a:pt x="1876" y="50447"/>
                          <a:pt x="159" y="4357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24" name="Freeform: Shape 23">
                    <a:extLst>
                      <a:ext uri="{FF2B5EF4-FFF2-40B4-BE49-F238E27FC236}">
                        <a16:creationId xmlns:a16="http://schemas.microsoft.com/office/drawing/2014/main" id="{CA58DD29-38A6-342C-E367-719EB48550F0}"/>
                      </a:ext>
                    </a:extLst>
                  </p:cNvPr>
                  <p:cNvSpPr/>
                  <p:nvPr/>
                </p:nvSpPr>
                <p:spPr>
                  <a:xfrm>
                    <a:off x="8017917" y="3712014"/>
                    <a:ext cx="65693" cy="24188"/>
                  </a:xfrm>
                  <a:custGeom>
                    <a:avLst/>
                    <a:gdLst>
                      <a:gd name="csX0" fmla="*/ 155 w 65693"/>
                      <a:gd name="csY0" fmla="*/ 21283 h 24188"/>
                      <a:gd name="csX1" fmla="*/ 11282 w 65693"/>
                      <a:gd name="csY1" fmla="*/ 11873 h 24188"/>
                      <a:gd name="csX2" fmla="*/ 27636 w 65693"/>
                      <a:gd name="csY2" fmla="*/ 5601 h 24188"/>
                      <a:gd name="csX3" fmla="*/ 64451 w 65693"/>
                      <a:gd name="csY3" fmla="*/ 0 h 24188"/>
                      <a:gd name="csX4" fmla="*/ 64974 w 65693"/>
                      <a:gd name="csY4" fmla="*/ 3211 h 24188"/>
                      <a:gd name="csX5" fmla="*/ 30324 w 65693"/>
                      <a:gd name="csY5" fmla="*/ 12098 h 24188"/>
                      <a:gd name="csX6" fmla="*/ 14642 w 65693"/>
                      <a:gd name="csY6" fmla="*/ 17698 h 24188"/>
                      <a:gd name="csX7" fmla="*/ 7697 w 65693"/>
                      <a:gd name="csY7" fmla="*/ 21357 h 24188"/>
                      <a:gd name="csX8" fmla="*/ 902 w 65693"/>
                      <a:gd name="csY8" fmla="*/ 24120 h 24188"/>
                      <a:gd name="csX9" fmla="*/ 155 w 65693"/>
                      <a:gd name="csY9" fmla="*/ 21283 h 2418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</a:cxnLst>
                    <a:rect l="l" t="t" r="r" b="b"/>
                    <a:pathLst>
                      <a:path w="65693" h="24188">
                        <a:moveTo>
                          <a:pt x="155" y="21283"/>
                        </a:moveTo>
                        <a:cubicBezTo>
                          <a:pt x="2766" y="17041"/>
                          <a:pt x="6665" y="13744"/>
                          <a:pt x="11282" y="11873"/>
                        </a:cubicBezTo>
                        <a:cubicBezTo>
                          <a:pt x="16530" y="9289"/>
                          <a:pt x="22005" y="7189"/>
                          <a:pt x="27636" y="5601"/>
                        </a:cubicBezTo>
                        <a:cubicBezTo>
                          <a:pt x="39665" y="2392"/>
                          <a:pt x="52011" y="514"/>
                          <a:pt x="64451" y="0"/>
                        </a:cubicBezTo>
                        <a:cubicBezTo>
                          <a:pt x="65795" y="0"/>
                          <a:pt x="66169" y="2838"/>
                          <a:pt x="64974" y="3211"/>
                        </a:cubicBezTo>
                        <a:cubicBezTo>
                          <a:pt x="53548" y="6721"/>
                          <a:pt x="41899" y="9036"/>
                          <a:pt x="30324" y="12098"/>
                        </a:cubicBezTo>
                        <a:cubicBezTo>
                          <a:pt x="24944" y="13504"/>
                          <a:pt x="19697" y="15378"/>
                          <a:pt x="14642" y="17698"/>
                        </a:cubicBezTo>
                        <a:cubicBezTo>
                          <a:pt x="12327" y="18818"/>
                          <a:pt x="9938" y="20013"/>
                          <a:pt x="7697" y="21357"/>
                        </a:cubicBezTo>
                        <a:cubicBezTo>
                          <a:pt x="5457" y="22702"/>
                          <a:pt x="3217" y="24568"/>
                          <a:pt x="902" y="24120"/>
                        </a:cubicBezTo>
                        <a:cubicBezTo>
                          <a:pt x="-69" y="23896"/>
                          <a:pt x="-144" y="21955"/>
                          <a:pt x="155" y="2128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25" name="Freeform: Shape 24">
                    <a:extLst>
                      <a:ext uri="{FF2B5EF4-FFF2-40B4-BE49-F238E27FC236}">
                        <a16:creationId xmlns:a16="http://schemas.microsoft.com/office/drawing/2014/main" id="{AF5E8DBC-37FF-D0D7-BA3D-F2DF18AD3D0D}"/>
                      </a:ext>
                    </a:extLst>
                  </p:cNvPr>
                  <p:cNvSpPr/>
                  <p:nvPr/>
                </p:nvSpPr>
                <p:spPr>
                  <a:xfrm>
                    <a:off x="7983335" y="3786509"/>
                    <a:ext cx="48257" cy="26635"/>
                  </a:xfrm>
                  <a:custGeom>
                    <a:avLst/>
                    <a:gdLst>
                      <a:gd name="csX0" fmla="*/ 19951 w 48257"/>
                      <a:gd name="csY0" fmla="*/ 6081 h 26635"/>
                      <a:gd name="csX1" fmla="*/ 33318 w 48257"/>
                      <a:gd name="csY1" fmla="*/ 1451 h 26635"/>
                      <a:gd name="csX2" fmla="*/ 47208 w 48257"/>
                      <a:gd name="csY2" fmla="*/ 32 h 26635"/>
                      <a:gd name="csX3" fmla="*/ 47581 w 48257"/>
                      <a:gd name="csY3" fmla="*/ 2646 h 26635"/>
                      <a:gd name="csX4" fmla="*/ 22639 w 48257"/>
                      <a:gd name="csY4" fmla="*/ 11756 h 26635"/>
                      <a:gd name="csX5" fmla="*/ 11513 w 48257"/>
                      <a:gd name="csY5" fmla="*/ 17581 h 26635"/>
                      <a:gd name="csX6" fmla="*/ 4045 w 48257"/>
                      <a:gd name="csY6" fmla="*/ 25048 h 26635"/>
                      <a:gd name="csX7" fmla="*/ 13 w 48257"/>
                      <a:gd name="csY7" fmla="*/ 24003 h 26635"/>
                      <a:gd name="csX8" fmla="*/ 19951 w 48257"/>
                      <a:gd name="csY8" fmla="*/ 6081 h 2663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48257" h="26635">
                        <a:moveTo>
                          <a:pt x="19951" y="6081"/>
                        </a:moveTo>
                        <a:cubicBezTo>
                          <a:pt x="24254" y="4128"/>
                          <a:pt x="28729" y="2578"/>
                          <a:pt x="33318" y="1451"/>
                        </a:cubicBezTo>
                        <a:cubicBezTo>
                          <a:pt x="37861" y="344"/>
                          <a:pt x="42535" y="-133"/>
                          <a:pt x="47208" y="32"/>
                        </a:cubicBezTo>
                        <a:cubicBezTo>
                          <a:pt x="48328" y="32"/>
                          <a:pt x="48701" y="2272"/>
                          <a:pt x="47581" y="2646"/>
                        </a:cubicBezTo>
                        <a:cubicBezTo>
                          <a:pt x="39143" y="5259"/>
                          <a:pt x="30779" y="8321"/>
                          <a:pt x="22639" y="11756"/>
                        </a:cubicBezTo>
                        <a:cubicBezTo>
                          <a:pt x="18796" y="13429"/>
                          <a:pt x="15077" y="15375"/>
                          <a:pt x="11513" y="17581"/>
                        </a:cubicBezTo>
                        <a:cubicBezTo>
                          <a:pt x="8374" y="19322"/>
                          <a:pt x="5787" y="21910"/>
                          <a:pt x="4045" y="25048"/>
                        </a:cubicBezTo>
                        <a:cubicBezTo>
                          <a:pt x="2626" y="27513"/>
                          <a:pt x="-211" y="27064"/>
                          <a:pt x="13" y="24003"/>
                        </a:cubicBezTo>
                        <a:cubicBezTo>
                          <a:pt x="1357" y="14519"/>
                          <a:pt x="12931" y="9366"/>
                          <a:pt x="19951" y="608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26" name="Freeform: Shape 25">
                    <a:extLst>
                      <a:ext uri="{FF2B5EF4-FFF2-40B4-BE49-F238E27FC236}">
                        <a16:creationId xmlns:a16="http://schemas.microsoft.com/office/drawing/2014/main" id="{BC8011E8-1CA1-DE17-66DC-6926F33C7D9F}"/>
                      </a:ext>
                    </a:extLst>
                  </p:cNvPr>
                  <p:cNvSpPr/>
                  <p:nvPr/>
                </p:nvSpPr>
                <p:spPr>
                  <a:xfrm>
                    <a:off x="7921198" y="3706493"/>
                    <a:ext cx="57812" cy="135756"/>
                  </a:xfrm>
                  <a:custGeom>
                    <a:avLst/>
                    <a:gdLst>
                      <a:gd name="csX0" fmla="*/ 56026 w 57812"/>
                      <a:gd name="csY0" fmla="*/ 132172 h 135756"/>
                      <a:gd name="csX1" fmla="*/ 50500 w 57812"/>
                      <a:gd name="csY1" fmla="*/ 135756 h 135756"/>
                      <a:gd name="csX2" fmla="*/ 7561 w 57812"/>
                      <a:gd name="csY2" fmla="*/ 74223 h 135756"/>
                      <a:gd name="csX3" fmla="*/ 3753 w 57812"/>
                      <a:gd name="csY3" fmla="*/ 294 h 135756"/>
                      <a:gd name="csX4" fmla="*/ 52292 w 57812"/>
                      <a:gd name="csY4" fmla="*/ 72879 h 135756"/>
                      <a:gd name="csX5" fmla="*/ 56026 w 57812"/>
                      <a:gd name="csY5" fmla="*/ 132172 h 13575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57812" h="135756">
                        <a:moveTo>
                          <a:pt x="56026" y="132172"/>
                        </a:moveTo>
                        <a:lnTo>
                          <a:pt x="50500" y="135756"/>
                        </a:lnTo>
                        <a:cubicBezTo>
                          <a:pt x="40120" y="132545"/>
                          <a:pt x="17269" y="105886"/>
                          <a:pt x="7561" y="74223"/>
                        </a:cubicBezTo>
                        <a:cubicBezTo>
                          <a:pt x="-3864" y="36885"/>
                          <a:pt x="93" y="4103"/>
                          <a:pt x="3753" y="294"/>
                        </a:cubicBezTo>
                        <a:cubicBezTo>
                          <a:pt x="7412" y="-3515"/>
                          <a:pt x="40568" y="30164"/>
                          <a:pt x="52292" y="72879"/>
                        </a:cubicBezTo>
                        <a:cubicBezTo>
                          <a:pt x="58046" y="92099"/>
                          <a:pt x="59323" y="112382"/>
                          <a:pt x="56026" y="13217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7449" cap="flat">
                    <a:noFill/>
                    <a:prstDash val="solid"/>
                    <a:miter/>
                  </a:ln>
                </p:spPr>
              </p:sp>
            </p:grp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9DFDAA2F-5BC9-4E3E-FFDA-364A959C20D0}"/>
                    </a:ext>
                  </a:extLst>
                </p:cNvPr>
                <p:cNvSpPr/>
                <p:nvPr/>
              </p:nvSpPr>
              <p:spPr>
                <a:xfrm>
                  <a:off x="8097079" y="3858893"/>
                  <a:ext cx="126803" cy="43693"/>
                </a:xfrm>
                <a:custGeom>
                  <a:avLst/>
                  <a:gdLst>
                    <a:gd name="csX0" fmla="*/ 0 w 126803"/>
                    <a:gd name="csY0" fmla="*/ 35854 h 43693"/>
                    <a:gd name="csX1" fmla="*/ 64072 w 126803"/>
                    <a:gd name="csY1" fmla="*/ 37198 h 43693"/>
                    <a:gd name="csX2" fmla="*/ 126501 w 126803"/>
                    <a:gd name="csY2" fmla="*/ 12256 h 43693"/>
                    <a:gd name="csX3" fmla="*/ 54663 w 126803"/>
                    <a:gd name="csY3" fmla="*/ 980 h 43693"/>
                    <a:gd name="csX4" fmla="*/ 0 w 126803"/>
                    <a:gd name="csY4" fmla="*/ 35854 h 4369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26803" h="43693">
                      <a:moveTo>
                        <a:pt x="0" y="35854"/>
                      </a:moveTo>
                      <a:cubicBezTo>
                        <a:pt x="20093" y="45815"/>
                        <a:pt x="43579" y="46307"/>
                        <a:pt x="64072" y="37198"/>
                      </a:cubicBezTo>
                      <a:cubicBezTo>
                        <a:pt x="93943" y="25623"/>
                        <a:pt x="122245" y="18230"/>
                        <a:pt x="126501" y="12256"/>
                      </a:cubicBezTo>
                      <a:cubicBezTo>
                        <a:pt x="130758" y="6282"/>
                        <a:pt x="89163" y="-3053"/>
                        <a:pt x="54663" y="980"/>
                      </a:cubicBezTo>
                      <a:cubicBezTo>
                        <a:pt x="20163" y="5012"/>
                        <a:pt x="9110" y="20246"/>
                        <a:pt x="0" y="35854"/>
                      </a:cubicBezTo>
                      <a:close/>
                    </a:path>
                  </a:pathLst>
                </a:custGeom>
                <a:solidFill>
                  <a:srgbClr val="30261C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FDA0528C-96D9-0485-1F8A-70A32ED3B57A}"/>
                    </a:ext>
                  </a:extLst>
                </p:cNvPr>
                <p:cNvSpPr/>
                <p:nvPr/>
              </p:nvSpPr>
              <p:spPr>
                <a:xfrm>
                  <a:off x="8059169" y="3819740"/>
                  <a:ext cx="72115" cy="70174"/>
                </a:xfrm>
                <a:custGeom>
                  <a:avLst/>
                  <a:gdLst>
                    <a:gd name="csX0" fmla="*/ 1543 w 72115"/>
                    <a:gd name="csY0" fmla="*/ 70003 h 70174"/>
                    <a:gd name="csX1" fmla="*/ 26560 w 72115"/>
                    <a:gd name="csY1" fmla="*/ 23181 h 70174"/>
                    <a:gd name="csX2" fmla="*/ 71739 w 72115"/>
                    <a:gd name="csY2" fmla="*/ 107 h 70174"/>
                    <a:gd name="csX3" fmla="*/ 39927 w 72115"/>
                    <a:gd name="csY3" fmla="*/ 51110 h 70174"/>
                    <a:gd name="csX4" fmla="*/ 1543 w 72115"/>
                    <a:gd name="csY4" fmla="*/ 70003 h 7017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72115" h="70174">
                      <a:moveTo>
                        <a:pt x="1543" y="70003"/>
                      </a:moveTo>
                      <a:cubicBezTo>
                        <a:pt x="-4207" y="67838"/>
                        <a:pt x="6547" y="40730"/>
                        <a:pt x="26560" y="23181"/>
                      </a:cubicBezTo>
                      <a:cubicBezTo>
                        <a:pt x="46573" y="5633"/>
                        <a:pt x="68453" y="-939"/>
                        <a:pt x="71739" y="107"/>
                      </a:cubicBezTo>
                      <a:cubicBezTo>
                        <a:pt x="75024" y="1152"/>
                        <a:pt x="56206" y="38266"/>
                        <a:pt x="39927" y="51110"/>
                      </a:cubicBezTo>
                      <a:cubicBezTo>
                        <a:pt x="23647" y="63954"/>
                        <a:pt x="5277" y="71422"/>
                        <a:pt x="1543" y="70003"/>
                      </a:cubicBezTo>
                      <a:close/>
                    </a:path>
                  </a:pathLst>
                </a:custGeom>
                <a:solidFill>
                  <a:srgbClr val="30261C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C2D0ECFB-032A-8D75-6798-850C48FA298B}"/>
                    </a:ext>
                  </a:extLst>
                </p:cNvPr>
                <p:cNvSpPr/>
                <p:nvPr/>
              </p:nvSpPr>
              <p:spPr>
                <a:xfrm>
                  <a:off x="7999594" y="3818195"/>
                  <a:ext cx="65372" cy="93378"/>
                </a:xfrm>
                <a:custGeom>
                  <a:avLst/>
                  <a:gdLst>
                    <a:gd name="csX0" fmla="*/ 2796 w 65372"/>
                    <a:gd name="csY0" fmla="*/ 93353 h 93378"/>
                    <a:gd name="csX1" fmla="*/ 19897 w 65372"/>
                    <a:gd name="csY1" fmla="*/ 35927 h 93378"/>
                    <a:gd name="csX2" fmla="*/ 64702 w 65372"/>
                    <a:gd name="csY2" fmla="*/ 8 h 93378"/>
                    <a:gd name="csX3" fmla="*/ 40881 w 65372"/>
                    <a:gd name="csY3" fmla="*/ 63557 h 93378"/>
                    <a:gd name="csX4" fmla="*/ 2796 w 65372"/>
                    <a:gd name="csY4" fmla="*/ 93353 h 9337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65372" h="93378">
                      <a:moveTo>
                        <a:pt x="2796" y="93353"/>
                      </a:moveTo>
                      <a:cubicBezTo>
                        <a:pt x="-4074" y="92308"/>
                        <a:pt x="1751" y="59973"/>
                        <a:pt x="19897" y="35927"/>
                      </a:cubicBezTo>
                      <a:cubicBezTo>
                        <a:pt x="38043" y="11882"/>
                        <a:pt x="60969" y="-365"/>
                        <a:pt x="64702" y="8"/>
                      </a:cubicBezTo>
                      <a:cubicBezTo>
                        <a:pt x="68436" y="382"/>
                        <a:pt x="56040" y="45710"/>
                        <a:pt x="40881" y="63557"/>
                      </a:cubicBezTo>
                      <a:cubicBezTo>
                        <a:pt x="25721" y="81405"/>
                        <a:pt x="7500" y="94025"/>
                        <a:pt x="2796" y="93353"/>
                      </a:cubicBezTo>
                      <a:close/>
                    </a:path>
                  </a:pathLst>
                </a:custGeom>
                <a:solidFill>
                  <a:srgbClr val="30261C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540EC1F7-344E-7F74-15C9-D0F427AB70AA}"/>
                    </a:ext>
                  </a:extLst>
                </p:cNvPr>
                <p:cNvSpPr/>
                <p:nvPr/>
              </p:nvSpPr>
              <p:spPr>
                <a:xfrm>
                  <a:off x="8032634" y="3919404"/>
                  <a:ext cx="103802" cy="49774"/>
                </a:xfrm>
                <a:custGeom>
                  <a:avLst/>
                  <a:gdLst>
                    <a:gd name="csX0" fmla="*/ 0 w 103802"/>
                    <a:gd name="csY0" fmla="*/ 4840 h 49774"/>
                    <a:gd name="csX1" fmla="*/ 59741 w 103802"/>
                    <a:gd name="csY1" fmla="*/ 10291 h 49774"/>
                    <a:gd name="csX2" fmla="*/ 103800 w 103802"/>
                    <a:gd name="csY2" fmla="*/ 47256 h 49774"/>
                    <a:gd name="csX3" fmla="*/ 36591 w 103802"/>
                    <a:gd name="csY3" fmla="*/ 36502 h 49774"/>
                    <a:gd name="csX4" fmla="*/ 0 w 103802"/>
                    <a:gd name="csY4" fmla="*/ 4840 h 4977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03802" h="49774">
                      <a:moveTo>
                        <a:pt x="0" y="4840"/>
                      </a:moveTo>
                      <a:cubicBezTo>
                        <a:pt x="0" y="-2105"/>
                        <a:pt x="32559" y="-2628"/>
                        <a:pt x="59741" y="10291"/>
                      </a:cubicBezTo>
                      <a:cubicBezTo>
                        <a:pt x="86923" y="23210"/>
                        <a:pt x="103426" y="43372"/>
                        <a:pt x="103800" y="47256"/>
                      </a:cubicBezTo>
                      <a:cubicBezTo>
                        <a:pt x="104173" y="51139"/>
                        <a:pt x="67432" y="52483"/>
                        <a:pt x="36591" y="36502"/>
                      </a:cubicBezTo>
                      <a:cubicBezTo>
                        <a:pt x="15981" y="25600"/>
                        <a:pt x="224" y="9544"/>
                        <a:pt x="0" y="4840"/>
                      </a:cubicBezTo>
                      <a:close/>
                    </a:path>
                  </a:pathLst>
                </a:custGeom>
                <a:solidFill>
                  <a:srgbClr val="30261C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6F4F17D3-3877-43CF-434A-8FBC986806F1}"/>
                    </a:ext>
                  </a:extLst>
                </p:cNvPr>
                <p:cNvSpPr/>
                <p:nvPr/>
              </p:nvSpPr>
              <p:spPr>
                <a:xfrm>
                  <a:off x="7945636" y="3875286"/>
                  <a:ext cx="176786" cy="73376"/>
                </a:xfrm>
                <a:custGeom>
                  <a:avLst/>
                  <a:gdLst>
                    <a:gd name="csX0" fmla="*/ 175787 w 176786"/>
                    <a:gd name="csY0" fmla="*/ 15204 h 73376"/>
                    <a:gd name="csX1" fmla="*/ 96332 w 176786"/>
                    <a:gd name="csY1" fmla="*/ 30139 h 73376"/>
                    <a:gd name="csX2" fmla="*/ 99618 w 176786"/>
                    <a:gd name="csY2" fmla="*/ 28049 h 73376"/>
                    <a:gd name="csX3" fmla="*/ 115300 w 176786"/>
                    <a:gd name="csY3" fmla="*/ 15802 h 73376"/>
                    <a:gd name="csX4" fmla="*/ 127845 w 176786"/>
                    <a:gd name="csY4" fmla="*/ 866 h 73376"/>
                    <a:gd name="csX5" fmla="*/ 126203 w 176786"/>
                    <a:gd name="csY5" fmla="*/ 194 h 73376"/>
                    <a:gd name="csX6" fmla="*/ 109550 w 176786"/>
                    <a:gd name="csY6" fmla="*/ 12964 h 73376"/>
                    <a:gd name="csX7" fmla="*/ 94615 w 176786"/>
                    <a:gd name="csY7" fmla="*/ 23568 h 73376"/>
                    <a:gd name="csX8" fmla="*/ 72884 w 176786"/>
                    <a:gd name="csY8" fmla="*/ 36412 h 73376"/>
                    <a:gd name="csX9" fmla="*/ 51228 w 176786"/>
                    <a:gd name="csY9" fmla="*/ 43507 h 73376"/>
                    <a:gd name="csX10" fmla="*/ 60861 w 176786"/>
                    <a:gd name="csY10" fmla="*/ 32828 h 73376"/>
                    <a:gd name="csX11" fmla="*/ 65192 w 176786"/>
                    <a:gd name="csY11" fmla="*/ 26182 h 73376"/>
                    <a:gd name="csX12" fmla="*/ 67880 w 176786"/>
                    <a:gd name="csY12" fmla="*/ 20208 h 73376"/>
                    <a:gd name="csX13" fmla="*/ 65715 w 176786"/>
                    <a:gd name="csY13" fmla="*/ 19834 h 73376"/>
                    <a:gd name="csX14" fmla="*/ 56231 w 176786"/>
                    <a:gd name="csY14" fmla="*/ 30363 h 73376"/>
                    <a:gd name="csX15" fmla="*/ 46374 w 176786"/>
                    <a:gd name="csY15" fmla="*/ 40370 h 73376"/>
                    <a:gd name="csX16" fmla="*/ 34650 w 176786"/>
                    <a:gd name="csY16" fmla="*/ 49256 h 73376"/>
                    <a:gd name="csX17" fmla="*/ 30542 w 176786"/>
                    <a:gd name="csY17" fmla="*/ 51422 h 73376"/>
                    <a:gd name="csX18" fmla="*/ 0 w 176786"/>
                    <a:gd name="csY18" fmla="*/ 65387 h 73376"/>
                    <a:gd name="csX19" fmla="*/ 0 w 176786"/>
                    <a:gd name="csY19" fmla="*/ 73377 h 73376"/>
                    <a:gd name="csX20" fmla="*/ 29870 w 176786"/>
                    <a:gd name="csY20" fmla="*/ 59114 h 73376"/>
                    <a:gd name="csX21" fmla="*/ 58322 w 176786"/>
                    <a:gd name="csY21" fmla="*/ 47838 h 73376"/>
                    <a:gd name="csX22" fmla="*/ 71988 w 176786"/>
                    <a:gd name="csY22" fmla="*/ 47838 h 73376"/>
                    <a:gd name="csX23" fmla="*/ 86923 w 176786"/>
                    <a:gd name="csY23" fmla="*/ 49406 h 73376"/>
                    <a:gd name="csX24" fmla="*/ 103277 w 176786"/>
                    <a:gd name="csY24" fmla="*/ 53588 h 73376"/>
                    <a:gd name="csX25" fmla="*/ 105218 w 176786"/>
                    <a:gd name="csY25" fmla="*/ 51721 h 73376"/>
                    <a:gd name="csX26" fmla="*/ 89760 w 176786"/>
                    <a:gd name="csY26" fmla="*/ 45149 h 73376"/>
                    <a:gd name="csX27" fmla="*/ 74302 w 176786"/>
                    <a:gd name="csY27" fmla="*/ 42759 h 73376"/>
                    <a:gd name="csX28" fmla="*/ 90283 w 176786"/>
                    <a:gd name="csY28" fmla="*/ 37831 h 73376"/>
                    <a:gd name="csX29" fmla="*/ 175713 w 176786"/>
                    <a:gd name="csY29" fmla="*/ 16548 h 73376"/>
                    <a:gd name="csX30" fmla="*/ 175787 w 176786"/>
                    <a:gd name="csY30" fmla="*/ 15204 h 7337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</a:cxnLst>
                  <a:rect l="l" t="t" r="r" b="b"/>
                  <a:pathLst>
                    <a:path w="176786" h="73376">
                      <a:moveTo>
                        <a:pt x="175787" y="15204"/>
                      </a:moveTo>
                      <a:cubicBezTo>
                        <a:pt x="148878" y="17574"/>
                        <a:pt x="122265" y="22576"/>
                        <a:pt x="96332" y="30139"/>
                      </a:cubicBezTo>
                      <a:lnTo>
                        <a:pt x="99618" y="28049"/>
                      </a:lnTo>
                      <a:cubicBezTo>
                        <a:pt x="105133" y="24348"/>
                        <a:pt x="110374" y="20256"/>
                        <a:pt x="115300" y="15802"/>
                      </a:cubicBezTo>
                      <a:cubicBezTo>
                        <a:pt x="120556" y="11834"/>
                        <a:pt x="124845" y="6728"/>
                        <a:pt x="127845" y="866"/>
                      </a:cubicBezTo>
                      <a:cubicBezTo>
                        <a:pt x="128219" y="-179"/>
                        <a:pt x="126725" y="-104"/>
                        <a:pt x="126203" y="194"/>
                      </a:cubicBezTo>
                      <a:cubicBezTo>
                        <a:pt x="120286" y="3951"/>
                        <a:pt x="114713" y="8224"/>
                        <a:pt x="109550" y="12964"/>
                      </a:cubicBezTo>
                      <a:cubicBezTo>
                        <a:pt x="104770" y="16698"/>
                        <a:pt x="99767" y="20431"/>
                        <a:pt x="94615" y="23568"/>
                      </a:cubicBezTo>
                      <a:cubicBezTo>
                        <a:pt x="87670" y="28273"/>
                        <a:pt x="80277" y="32305"/>
                        <a:pt x="72884" y="36412"/>
                      </a:cubicBezTo>
                      <a:cubicBezTo>
                        <a:pt x="65416" y="38652"/>
                        <a:pt x="58397" y="40967"/>
                        <a:pt x="51228" y="43507"/>
                      </a:cubicBezTo>
                      <a:cubicBezTo>
                        <a:pt x="54785" y="40276"/>
                        <a:pt x="58012" y="36698"/>
                        <a:pt x="60861" y="32828"/>
                      </a:cubicBezTo>
                      <a:cubicBezTo>
                        <a:pt x="62354" y="30662"/>
                        <a:pt x="63848" y="28422"/>
                        <a:pt x="65192" y="26182"/>
                      </a:cubicBezTo>
                      <a:cubicBezTo>
                        <a:pt x="66549" y="24432"/>
                        <a:pt x="67471" y="22384"/>
                        <a:pt x="67880" y="20208"/>
                      </a:cubicBezTo>
                      <a:cubicBezTo>
                        <a:pt x="67880" y="19087"/>
                        <a:pt x="66238" y="19461"/>
                        <a:pt x="65715" y="19834"/>
                      </a:cubicBezTo>
                      <a:cubicBezTo>
                        <a:pt x="62192" y="23000"/>
                        <a:pt x="59013" y="26529"/>
                        <a:pt x="56231" y="30363"/>
                      </a:cubicBezTo>
                      <a:cubicBezTo>
                        <a:pt x="53117" y="33864"/>
                        <a:pt x="49827" y="37203"/>
                        <a:pt x="46374" y="40370"/>
                      </a:cubicBezTo>
                      <a:cubicBezTo>
                        <a:pt x="42711" y="43643"/>
                        <a:pt x="38791" y="46615"/>
                        <a:pt x="34650" y="49256"/>
                      </a:cubicBezTo>
                      <a:lnTo>
                        <a:pt x="30542" y="51422"/>
                      </a:lnTo>
                      <a:cubicBezTo>
                        <a:pt x="24195" y="54185"/>
                        <a:pt x="9932" y="60757"/>
                        <a:pt x="0" y="65387"/>
                      </a:cubicBezTo>
                      <a:lnTo>
                        <a:pt x="0" y="73377"/>
                      </a:lnTo>
                      <a:cubicBezTo>
                        <a:pt x="9783" y="68149"/>
                        <a:pt x="19789" y="63370"/>
                        <a:pt x="29870" y="59114"/>
                      </a:cubicBezTo>
                      <a:cubicBezTo>
                        <a:pt x="39952" y="54857"/>
                        <a:pt x="51452" y="50227"/>
                        <a:pt x="58322" y="47838"/>
                      </a:cubicBezTo>
                      <a:cubicBezTo>
                        <a:pt x="62877" y="47838"/>
                        <a:pt x="67432" y="47838"/>
                        <a:pt x="71988" y="47838"/>
                      </a:cubicBezTo>
                      <a:cubicBezTo>
                        <a:pt x="77001" y="47945"/>
                        <a:pt x="81997" y="48470"/>
                        <a:pt x="86923" y="49406"/>
                      </a:cubicBezTo>
                      <a:cubicBezTo>
                        <a:pt x="92524" y="50451"/>
                        <a:pt x="97826" y="52393"/>
                        <a:pt x="103277" y="53588"/>
                      </a:cubicBezTo>
                      <a:cubicBezTo>
                        <a:pt x="104173" y="53588"/>
                        <a:pt x="106488" y="52692"/>
                        <a:pt x="105218" y="51721"/>
                      </a:cubicBezTo>
                      <a:cubicBezTo>
                        <a:pt x="100548" y="48536"/>
                        <a:pt x="95295" y="46303"/>
                        <a:pt x="89760" y="45149"/>
                      </a:cubicBezTo>
                      <a:cubicBezTo>
                        <a:pt x="84694" y="43869"/>
                        <a:pt x="79519" y="43069"/>
                        <a:pt x="74302" y="42759"/>
                      </a:cubicBezTo>
                      <a:cubicBezTo>
                        <a:pt x="79605" y="41042"/>
                        <a:pt x="84907" y="39399"/>
                        <a:pt x="90283" y="37831"/>
                      </a:cubicBezTo>
                      <a:cubicBezTo>
                        <a:pt x="118511" y="29915"/>
                        <a:pt x="147709" y="25286"/>
                        <a:pt x="175713" y="16548"/>
                      </a:cubicBezTo>
                      <a:cubicBezTo>
                        <a:pt x="177131" y="16324"/>
                        <a:pt x="177131" y="15055"/>
                        <a:pt x="175787" y="15204"/>
                      </a:cubicBezTo>
                      <a:close/>
                    </a:path>
                  </a:pathLst>
                </a:custGeom>
                <a:solidFill>
                  <a:srgbClr val="30261C"/>
                </a:solidFill>
                <a:ln w="7449" cap="flat">
                  <a:noFill/>
                  <a:prstDash val="solid"/>
                  <a:miter/>
                </a:ln>
              </p:spPr>
            </p:sp>
          </p:grpSp>
          <p:grpSp>
            <p:nvGrpSpPr>
              <p:cNvPr id="32" name="Graphic 4">
                <a:extLst>
                  <a:ext uri="{FF2B5EF4-FFF2-40B4-BE49-F238E27FC236}">
                    <a16:creationId xmlns:a16="http://schemas.microsoft.com/office/drawing/2014/main" id="{6EC63E20-A3F4-5109-E487-ED8C9E9D0CE4}"/>
                  </a:ext>
                </a:extLst>
              </p:cNvPr>
              <p:cNvGrpSpPr/>
              <p:nvPr/>
            </p:nvGrpSpPr>
            <p:grpSpPr>
              <a:xfrm>
                <a:off x="4688640" y="3549293"/>
                <a:ext cx="302683" cy="419884"/>
                <a:chOff x="4688640" y="3549293"/>
                <a:chExt cx="302683" cy="419884"/>
              </a:xfrm>
            </p:grpSpPr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37634AC7-0AB8-B616-5DFE-4DD3FAF2BCE1}"/>
                    </a:ext>
                  </a:extLst>
                </p:cNvPr>
                <p:cNvSpPr/>
                <p:nvPr/>
              </p:nvSpPr>
              <p:spPr>
                <a:xfrm>
                  <a:off x="4824680" y="3651226"/>
                  <a:ext cx="144521" cy="293702"/>
                </a:xfrm>
                <a:custGeom>
                  <a:avLst/>
                  <a:gdLst>
                    <a:gd name="csX0" fmla="*/ 39303 w 144521"/>
                    <a:gd name="csY0" fmla="*/ 48466 h 293702"/>
                    <a:gd name="csX1" fmla="*/ 71488 w 144521"/>
                    <a:gd name="csY1" fmla="*/ 98499 h 293702"/>
                    <a:gd name="csX2" fmla="*/ 137726 w 144521"/>
                    <a:gd name="csY2" fmla="*/ 293702 h 293702"/>
                    <a:gd name="csX3" fmla="*/ 137726 w 144521"/>
                    <a:gd name="csY3" fmla="*/ 293702 h 293702"/>
                    <a:gd name="csX4" fmla="*/ 144521 w 144521"/>
                    <a:gd name="csY4" fmla="*/ 293702 h 293702"/>
                    <a:gd name="csX5" fmla="*/ 144521 w 144521"/>
                    <a:gd name="csY5" fmla="*/ 293702 h 293702"/>
                    <a:gd name="csX6" fmla="*/ 76566 w 144521"/>
                    <a:gd name="csY6" fmla="*/ 92525 h 293702"/>
                    <a:gd name="csX7" fmla="*/ 44231 w 144521"/>
                    <a:gd name="csY7" fmla="*/ 44658 h 293702"/>
                    <a:gd name="csX8" fmla="*/ 1218 w 144521"/>
                    <a:gd name="csY8" fmla="*/ 151 h 293702"/>
                    <a:gd name="csX9" fmla="*/ 247 w 144521"/>
                    <a:gd name="csY9" fmla="*/ 2765 h 293702"/>
                    <a:gd name="csX10" fmla="*/ 39303 w 144521"/>
                    <a:gd name="csY10" fmla="*/ 48466 h 2937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144521" h="293702">
                      <a:moveTo>
                        <a:pt x="39303" y="48466"/>
                      </a:moveTo>
                      <a:cubicBezTo>
                        <a:pt x="51358" y="64252"/>
                        <a:pt x="62121" y="80984"/>
                        <a:pt x="71488" y="98499"/>
                      </a:cubicBezTo>
                      <a:cubicBezTo>
                        <a:pt x="89560" y="132104"/>
                        <a:pt x="127420" y="257261"/>
                        <a:pt x="137726" y="293702"/>
                      </a:cubicBezTo>
                      <a:lnTo>
                        <a:pt x="137726" y="293702"/>
                      </a:lnTo>
                      <a:lnTo>
                        <a:pt x="144521" y="293702"/>
                      </a:lnTo>
                      <a:lnTo>
                        <a:pt x="144521" y="293702"/>
                      </a:lnTo>
                      <a:cubicBezTo>
                        <a:pt x="138846" y="255095"/>
                        <a:pt x="95982" y="126130"/>
                        <a:pt x="76566" y="92525"/>
                      </a:cubicBezTo>
                      <a:cubicBezTo>
                        <a:pt x="66916" y="75836"/>
                        <a:pt x="56112" y="59841"/>
                        <a:pt x="44231" y="44658"/>
                      </a:cubicBezTo>
                      <a:cubicBezTo>
                        <a:pt x="32207" y="27749"/>
                        <a:pt x="17707" y="12745"/>
                        <a:pt x="1218" y="151"/>
                      </a:cubicBezTo>
                      <a:cubicBezTo>
                        <a:pt x="23" y="-670"/>
                        <a:pt x="-276" y="2093"/>
                        <a:pt x="247" y="2765"/>
                      </a:cubicBezTo>
                      <a:cubicBezTo>
                        <a:pt x="12942" y="18297"/>
                        <a:pt x="27130" y="32486"/>
                        <a:pt x="39303" y="48466"/>
                      </a:cubicBezTo>
                      <a:close/>
                    </a:path>
                  </a:pathLst>
                </a:custGeom>
                <a:solidFill>
                  <a:srgbClr val="30261C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E6C3BBBA-1622-6AEC-C8BA-546BF7CE26E7}"/>
                    </a:ext>
                  </a:extLst>
                </p:cNvPr>
                <p:cNvSpPr/>
                <p:nvPr/>
              </p:nvSpPr>
              <p:spPr>
                <a:xfrm>
                  <a:off x="4742851" y="3554469"/>
                  <a:ext cx="109917" cy="127451"/>
                </a:xfrm>
                <a:custGeom>
                  <a:avLst/>
                  <a:gdLst>
                    <a:gd name="csX0" fmla="*/ 108362 w 109917"/>
                    <a:gd name="csY0" fmla="*/ 127451 h 127451"/>
                    <a:gd name="csX1" fmla="*/ 42796 w 109917"/>
                    <a:gd name="csY1" fmla="*/ 77344 h 127451"/>
                    <a:gd name="csX2" fmla="*/ 7 w 109917"/>
                    <a:gd name="csY2" fmla="*/ 2070 h 127451"/>
                    <a:gd name="csX3" fmla="*/ 81329 w 109917"/>
                    <a:gd name="csY3" fmla="*/ 48518 h 127451"/>
                    <a:gd name="csX4" fmla="*/ 108362 w 109917"/>
                    <a:gd name="csY4" fmla="*/ 127451 h 1274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09917" h="127451">
                      <a:moveTo>
                        <a:pt x="108362" y="127451"/>
                      </a:moveTo>
                      <a:cubicBezTo>
                        <a:pt x="80142" y="121331"/>
                        <a:pt x="56111" y="102966"/>
                        <a:pt x="42796" y="77344"/>
                      </a:cubicBezTo>
                      <a:cubicBezTo>
                        <a:pt x="21737" y="41424"/>
                        <a:pt x="-441" y="11554"/>
                        <a:pt x="7" y="2070"/>
                      </a:cubicBezTo>
                      <a:cubicBezTo>
                        <a:pt x="455" y="-7414"/>
                        <a:pt x="50114" y="17005"/>
                        <a:pt x="81329" y="48518"/>
                      </a:cubicBezTo>
                      <a:cubicBezTo>
                        <a:pt x="112543" y="80032"/>
                        <a:pt x="111647" y="104376"/>
                        <a:pt x="108362" y="127451"/>
                      </a:cubicBezTo>
                      <a:close/>
                    </a:path>
                  </a:pathLst>
                </a:custGeom>
                <a:solidFill>
                  <a:srgbClr val="30261C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98C7772C-A38E-BE0C-5BC7-A4BDBAB28488}"/>
                    </a:ext>
                  </a:extLst>
                </p:cNvPr>
                <p:cNvSpPr/>
                <p:nvPr/>
              </p:nvSpPr>
              <p:spPr>
                <a:xfrm>
                  <a:off x="4713775" y="3682323"/>
                  <a:ext cx="131371" cy="41337"/>
                </a:xfrm>
                <a:custGeom>
                  <a:avLst/>
                  <a:gdLst>
                    <a:gd name="csX0" fmla="*/ 131314 w 131371"/>
                    <a:gd name="csY0" fmla="*/ 33500 h 41337"/>
                    <a:gd name="csX1" fmla="*/ 81356 w 131371"/>
                    <a:gd name="csY1" fmla="*/ 4302 h 41337"/>
                    <a:gd name="csX2" fmla="*/ 109 w 131371"/>
                    <a:gd name="csY2" fmla="*/ 5123 h 41337"/>
                    <a:gd name="csX3" fmla="*/ 76129 w 131371"/>
                    <a:gd name="csY3" fmla="*/ 39773 h 41337"/>
                    <a:gd name="csX4" fmla="*/ 131314 w 131371"/>
                    <a:gd name="csY4" fmla="*/ 33500 h 4133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31371" h="41337">
                      <a:moveTo>
                        <a:pt x="131314" y="33500"/>
                      </a:moveTo>
                      <a:cubicBezTo>
                        <a:pt x="132509" y="26032"/>
                        <a:pt x="115110" y="11620"/>
                        <a:pt x="81356" y="4302"/>
                      </a:cubicBezTo>
                      <a:cubicBezTo>
                        <a:pt x="47602" y="-3016"/>
                        <a:pt x="2648" y="195"/>
                        <a:pt x="109" y="5123"/>
                      </a:cubicBezTo>
                      <a:cubicBezTo>
                        <a:pt x="-2430" y="10052"/>
                        <a:pt x="40060" y="36039"/>
                        <a:pt x="76129" y="39773"/>
                      </a:cubicBezTo>
                      <a:cubicBezTo>
                        <a:pt x="112197" y="43507"/>
                        <a:pt x="130194" y="40221"/>
                        <a:pt x="131314" y="33500"/>
                      </a:cubicBezTo>
                      <a:close/>
                    </a:path>
                  </a:pathLst>
                </a:custGeom>
                <a:solidFill>
                  <a:srgbClr val="30261C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F8D0550D-BAF2-7A31-71EB-0798C33F152E}"/>
                    </a:ext>
                  </a:extLst>
                </p:cNvPr>
                <p:cNvSpPr/>
                <p:nvPr/>
              </p:nvSpPr>
              <p:spPr>
                <a:xfrm>
                  <a:off x="4887979" y="3549293"/>
                  <a:ext cx="43670" cy="210052"/>
                </a:xfrm>
                <a:custGeom>
                  <a:avLst/>
                  <a:gdLst>
                    <a:gd name="csX0" fmla="*/ 34251 w 43670"/>
                    <a:gd name="csY0" fmla="*/ 77 h 210052"/>
                    <a:gd name="csX1" fmla="*/ 273 w 43670"/>
                    <a:gd name="csY1" fmla="*/ 89688 h 210052"/>
                    <a:gd name="csX2" fmla="*/ 8787 w 43670"/>
                    <a:gd name="csY2" fmla="*/ 150847 h 210052"/>
                    <a:gd name="csX3" fmla="*/ 8787 w 43670"/>
                    <a:gd name="csY3" fmla="*/ 152266 h 210052"/>
                    <a:gd name="csX4" fmla="*/ 7069 w 43670"/>
                    <a:gd name="csY4" fmla="*/ 171981 h 210052"/>
                    <a:gd name="csX5" fmla="*/ 16403 w 43670"/>
                    <a:gd name="csY5" fmla="*/ 209842 h 210052"/>
                    <a:gd name="csX6" fmla="*/ 17300 w 43670"/>
                    <a:gd name="csY6" fmla="*/ 209020 h 210052"/>
                    <a:gd name="csX7" fmla="*/ 13566 w 43670"/>
                    <a:gd name="csY7" fmla="*/ 173997 h 210052"/>
                    <a:gd name="csX8" fmla="*/ 14985 w 43670"/>
                    <a:gd name="csY8" fmla="*/ 151594 h 210052"/>
                    <a:gd name="csX9" fmla="*/ 41719 w 43670"/>
                    <a:gd name="csY9" fmla="*/ 92600 h 210052"/>
                    <a:gd name="csX10" fmla="*/ 34251 w 43670"/>
                    <a:gd name="csY10" fmla="*/ 77 h 21005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3670" h="210052">
                      <a:moveTo>
                        <a:pt x="34251" y="77"/>
                      </a:moveTo>
                      <a:cubicBezTo>
                        <a:pt x="28650" y="-2238"/>
                        <a:pt x="1842" y="48243"/>
                        <a:pt x="273" y="89688"/>
                      </a:cubicBezTo>
                      <a:cubicBezTo>
                        <a:pt x="-1071" y="125906"/>
                        <a:pt x="2663" y="145769"/>
                        <a:pt x="8787" y="150847"/>
                      </a:cubicBezTo>
                      <a:cubicBezTo>
                        <a:pt x="8787" y="151296"/>
                        <a:pt x="8787" y="151818"/>
                        <a:pt x="8787" y="152266"/>
                      </a:cubicBezTo>
                      <a:cubicBezTo>
                        <a:pt x="7544" y="158762"/>
                        <a:pt x="6968" y="165368"/>
                        <a:pt x="7069" y="171981"/>
                      </a:cubicBezTo>
                      <a:cubicBezTo>
                        <a:pt x="6371" y="185246"/>
                        <a:pt x="9619" y="198421"/>
                        <a:pt x="16403" y="209842"/>
                      </a:cubicBezTo>
                      <a:cubicBezTo>
                        <a:pt x="16852" y="210514"/>
                        <a:pt x="17374" y="209394"/>
                        <a:pt x="17300" y="209020"/>
                      </a:cubicBezTo>
                      <a:cubicBezTo>
                        <a:pt x="16329" y="197296"/>
                        <a:pt x="13790" y="185796"/>
                        <a:pt x="13566" y="173997"/>
                      </a:cubicBezTo>
                      <a:cubicBezTo>
                        <a:pt x="13480" y="166505"/>
                        <a:pt x="13955" y="159016"/>
                        <a:pt x="14985" y="151594"/>
                      </a:cubicBezTo>
                      <a:cubicBezTo>
                        <a:pt x="23647" y="148159"/>
                        <a:pt x="36491" y="127698"/>
                        <a:pt x="41719" y="92600"/>
                      </a:cubicBezTo>
                      <a:cubicBezTo>
                        <a:pt x="47245" y="53619"/>
                        <a:pt x="39852" y="2392"/>
                        <a:pt x="34251" y="77"/>
                      </a:cubicBezTo>
                      <a:close/>
                    </a:path>
                  </a:pathLst>
                </a:custGeom>
                <a:solidFill>
                  <a:srgbClr val="30261C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D9551719-BC05-D0E6-6C88-09FE2CD54307}"/>
                    </a:ext>
                  </a:extLst>
                </p:cNvPr>
                <p:cNvSpPr/>
                <p:nvPr/>
              </p:nvSpPr>
              <p:spPr>
                <a:xfrm>
                  <a:off x="4776624" y="3751552"/>
                  <a:ext cx="127767" cy="49348"/>
                </a:xfrm>
                <a:custGeom>
                  <a:avLst/>
                  <a:gdLst>
                    <a:gd name="csX0" fmla="*/ 127609 w 127767"/>
                    <a:gd name="csY0" fmla="*/ 43577 h 49348"/>
                    <a:gd name="csX1" fmla="*/ 80787 w 127767"/>
                    <a:gd name="csY1" fmla="*/ 9599 h 49348"/>
                    <a:gd name="csX2" fmla="*/ 137 w 127767"/>
                    <a:gd name="csY2" fmla="*/ 2580 h 49348"/>
                    <a:gd name="csX3" fmla="*/ 72349 w 127767"/>
                    <a:gd name="csY3" fmla="*/ 44473 h 49348"/>
                    <a:gd name="csX4" fmla="*/ 127609 w 127767"/>
                    <a:gd name="csY4" fmla="*/ 43577 h 4934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27767" h="49348">
                      <a:moveTo>
                        <a:pt x="127609" y="43577"/>
                      </a:moveTo>
                      <a:cubicBezTo>
                        <a:pt x="129551" y="36557"/>
                        <a:pt x="113645" y="20203"/>
                        <a:pt x="80787" y="9599"/>
                      </a:cubicBezTo>
                      <a:cubicBezTo>
                        <a:pt x="47930" y="-1005"/>
                        <a:pt x="2900" y="-1975"/>
                        <a:pt x="137" y="2580"/>
                      </a:cubicBezTo>
                      <a:cubicBezTo>
                        <a:pt x="-2626" y="7135"/>
                        <a:pt x="36803" y="37229"/>
                        <a:pt x="72349" y="44473"/>
                      </a:cubicBezTo>
                      <a:cubicBezTo>
                        <a:pt x="107895" y="51717"/>
                        <a:pt x="125892" y="50447"/>
                        <a:pt x="127609" y="43577"/>
                      </a:cubicBezTo>
                      <a:close/>
                    </a:path>
                  </a:pathLst>
                </a:custGeom>
                <a:solidFill>
                  <a:srgbClr val="30261C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C48DA36C-1B8E-9DC0-F4D9-E11F4A7343E3}"/>
                    </a:ext>
                  </a:extLst>
                </p:cNvPr>
                <p:cNvSpPr/>
                <p:nvPr/>
              </p:nvSpPr>
              <p:spPr>
                <a:xfrm>
                  <a:off x="4828912" y="3712014"/>
                  <a:ext cx="65710" cy="24188"/>
                </a:xfrm>
                <a:custGeom>
                  <a:avLst/>
                  <a:gdLst>
                    <a:gd name="csX0" fmla="*/ 65539 w 65710"/>
                    <a:gd name="csY0" fmla="*/ 21283 h 24188"/>
                    <a:gd name="csX1" fmla="*/ 54487 w 65710"/>
                    <a:gd name="csY1" fmla="*/ 11873 h 24188"/>
                    <a:gd name="csX2" fmla="*/ 38058 w 65710"/>
                    <a:gd name="csY2" fmla="*/ 5601 h 24188"/>
                    <a:gd name="csX3" fmla="*/ 1243 w 65710"/>
                    <a:gd name="csY3" fmla="*/ 0 h 24188"/>
                    <a:gd name="csX4" fmla="*/ 720 w 65710"/>
                    <a:gd name="csY4" fmla="*/ 3211 h 24188"/>
                    <a:gd name="csX5" fmla="*/ 35370 w 65710"/>
                    <a:gd name="csY5" fmla="*/ 12098 h 24188"/>
                    <a:gd name="csX6" fmla="*/ 51052 w 65710"/>
                    <a:gd name="csY6" fmla="*/ 17698 h 24188"/>
                    <a:gd name="csX7" fmla="*/ 57996 w 65710"/>
                    <a:gd name="csY7" fmla="*/ 21357 h 24188"/>
                    <a:gd name="csX8" fmla="*/ 64792 w 65710"/>
                    <a:gd name="csY8" fmla="*/ 24120 h 24188"/>
                    <a:gd name="csX9" fmla="*/ 65539 w 65710"/>
                    <a:gd name="csY9" fmla="*/ 21283 h 2418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65710" h="24188">
                      <a:moveTo>
                        <a:pt x="65539" y="21283"/>
                      </a:moveTo>
                      <a:cubicBezTo>
                        <a:pt x="62959" y="17043"/>
                        <a:pt x="59084" y="13744"/>
                        <a:pt x="54487" y="11873"/>
                      </a:cubicBezTo>
                      <a:cubicBezTo>
                        <a:pt x="49212" y="9290"/>
                        <a:pt x="43713" y="7190"/>
                        <a:pt x="38058" y="5601"/>
                      </a:cubicBezTo>
                      <a:cubicBezTo>
                        <a:pt x="26028" y="2392"/>
                        <a:pt x="13682" y="514"/>
                        <a:pt x="1243" y="0"/>
                      </a:cubicBezTo>
                      <a:cubicBezTo>
                        <a:pt x="-101" y="0"/>
                        <a:pt x="-475" y="2838"/>
                        <a:pt x="720" y="3211"/>
                      </a:cubicBezTo>
                      <a:cubicBezTo>
                        <a:pt x="12145" y="6721"/>
                        <a:pt x="23870" y="9036"/>
                        <a:pt x="35370" y="12098"/>
                      </a:cubicBezTo>
                      <a:cubicBezTo>
                        <a:pt x="40750" y="13504"/>
                        <a:pt x="45997" y="15378"/>
                        <a:pt x="51052" y="17698"/>
                      </a:cubicBezTo>
                      <a:cubicBezTo>
                        <a:pt x="53367" y="18818"/>
                        <a:pt x="55756" y="20013"/>
                        <a:pt x="57996" y="21357"/>
                      </a:cubicBezTo>
                      <a:cubicBezTo>
                        <a:pt x="60237" y="22702"/>
                        <a:pt x="62477" y="24568"/>
                        <a:pt x="64792" y="24120"/>
                      </a:cubicBezTo>
                      <a:cubicBezTo>
                        <a:pt x="65837" y="23896"/>
                        <a:pt x="65837" y="21955"/>
                        <a:pt x="65539" y="21283"/>
                      </a:cubicBezTo>
                      <a:close/>
                    </a:path>
                  </a:pathLst>
                </a:custGeom>
                <a:solidFill>
                  <a:srgbClr val="30261C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9C6BB7E1-D5C3-2402-DD3B-74298EDA1111}"/>
                    </a:ext>
                  </a:extLst>
                </p:cNvPr>
                <p:cNvSpPr/>
                <p:nvPr/>
              </p:nvSpPr>
              <p:spPr>
                <a:xfrm>
                  <a:off x="4881024" y="3786508"/>
                  <a:ext cx="48611" cy="26636"/>
                </a:xfrm>
                <a:custGeom>
                  <a:avLst/>
                  <a:gdLst>
                    <a:gd name="csX0" fmla="*/ 28212 w 48611"/>
                    <a:gd name="csY0" fmla="*/ 6082 h 26636"/>
                    <a:gd name="csX1" fmla="*/ 14845 w 48611"/>
                    <a:gd name="csY1" fmla="*/ 1452 h 26636"/>
                    <a:gd name="csX2" fmla="*/ 955 w 48611"/>
                    <a:gd name="csY2" fmla="*/ 33 h 26636"/>
                    <a:gd name="csX3" fmla="*/ 955 w 48611"/>
                    <a:gd name="csY3" fmla="*/ 2647 h 26636"/>
                    <a:gd name="csX4" fmla="*/ 25897 w 48611"/>
                    <a:gd name="csY4" fmla="*/ 11757 h 26636"/>
                    <a:gd name="csX5" fmla="*/ 37099 w 48611"/>
                    <a:gd name="csY5" fmla="*/ 17582 h 26636"/>
                    <a:gd name="csX6" fmla="*/ 44566 w 48611"/>
                    <a:gd name="csY6" fmla="*/ 25050 h 26636"/>
                    <a:gd name="csX7" fmla="*/ 48599 w 48611"/>
                    <a:gd name="csY7" fmla="*/ 24004 h 26636"/>
                    <a:gd name="csX8" fmla="*/ 28212 w 48611"/>
                    <a:gd name="csY8" fmla="*/ 6082 h 2663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48611" h="26636">
                      <a:moveTo>
                        <a:pt x="28212" y="6082"/>
                      </a:moveTo>
                      <a:cubicBezTo>
                        <a:pt x="23909" y="4129"/>
                        <a:pt x="19434" y="2579"/>
                        <a:pt x="14845" y="1452"/>
                      </a:cubicBezTo>
                      <a:cubicBezTo>
                        <a:pt x="10303" y="342"/>
                        <a:pt x="5629" y="-136"/>
                        <a:pt x="955" y="33"/>
                      </a:cubicBezTo>
                      <a:cubicBezTo>
                        <a:pt x="-165" y="33"/>
                        <a:pt x="-463" y="2274"/>
                        <a:pt x="955" y="2647"/>
                      </a:cubicBezTo>
                      <a:cubicBezTo>
                        <a:pt x="9418" y="5259"/>
                        <a:pt x="17743" y="8300"/>
                        <a:pt x="25897" y="11757"/>
                      </a:cubicBezTo>
                      <a:cubicBezTo>
                        <a:pt x="29765" y="13430"/>
                        <a:pt x="33508" y="15376"/>
                        <a:pt x="37099" y="17582"/>
                      </a:cubicBezTo>
                      <a:cubicBezTo>
                        <a:pt x="40242" y="19317"/>
                        <a:pt x="42831" y="21906"/>
                        <a:pt x="44566" y="25050"/>
                      </a:cubicBezTo>
                      <a:cubicBezTo>
                        <a:pt x="45985" y="27514"/>
                        <a:pt x="48823" y="27066"/>
                        <a:pt x="48599" y="24004"/>
                      </a:cubicBezTo>
                      <a:cubicBezTo>
                        <a:pt x="47180" y="14520"/>
                        <a:pt x="35306" y="9368"/>
                        <a:pt x="28212" y="6082"/>
                      </a:cubicBezTo>
                      <a:close/>
                    </a:path>
                  </a:pathLst>
                </a:custGeom>
                <a:solidFill>
                  <a:srgbClr val="30261C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C19F6319-44A8-F644-4490-5ED30E99717C}"/>
                    </a:ext>
                  </a:extLst>
                </p:cNvPr>
                <p:cNvSpPr/>
                <p:nvPr/>
              </p:nvSpPr>
              <p:spPr>
                <a:xfrm>
                  <a:off x="4933519" y="3706493"/>
                  <a:ext cx="57804" cy="135756"/>
                </a:xfrm>
                <a:custGeom>
                  <a:avLst/>
                  <a:gdLst>
                    <a:gd name="csX0" fmla="*/ 1779 w 57804"/>
                    <a:gd name="csY0" fmla="*/ 132172 h 135756"/>
                    <a:gd name="csX1" fmla="*/ 7305 w 57804"/>
                    <a:gd name="csY1" fmla="*/ 135756 h 135756"/>
                    <a:gd name="csX2" fmla="*/ 50244 w 57804"/>
                    <a:gd name="csY2" fmla="*/ 74223 h 135756"/>
                    <a:gd name="csX3" fmla="*/ 54052 w 57804"/>
                    <a:gd name="csY3" fmla="*/ 294 h 135756"/>
                    <a:gd name="csX4" fmla="*/ 5587 w 57804"/>
                    <a:gd name="csY4" fmla="*/ 72879 h 135756"/>
                    <a:gd name="csX5" fmla="*/ 1779 w 57804"/>
                    <a:gd name="csY5" fmla="*/ 132172 h 1357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</a:cxnLst>
                  <a:rect l="l" t="t" r="r" b="b"/>
                  <a:pathLst>
                    <a:path w="57804" h="135756">
                      <a:moveTo>
                        <a:pt x="1779" y="132172"/>
                      </a:moveTo>
                      <a:lnTo>
                        <a:pt x="7305" y="135756"/>
                      </a:lnTo>
                      <a:cubicBezTo>
                        <a:pt x="17685" y="132545"/>
                        <a:pt x="40536" y="105886"/>
                        <a:pt x="50244" y="74223"/>
                      </a:cubicBezTo>
                      <a:cubicBezTo>
                        <a:pt x="61669" y="36885"/>
                        <a:pt x="57711" y="4103"/>
                        <a:pt x="54052" y="294"/>
                      </a:cubicBezTo>
                      <a:cubicBezTo>
                        <a:pt x="50393" y="-3515"/>
                        <a:pt x="17237" y="30164"/>
                        <a:pt x="5587" y="72879"/>
                      </a:cubicBezTo>
                      <a:cubicBezTo>
                        <a:pt x="-218" y="92089"/>
                        <a:pt x="-1521" y="112377"/>
                        <a:pt x="1779" y="132172"/>
                      </a:cubicBezTo>
                      <a:close/>
                    </a:path>
                  </a:pathLst>
                </a:custGeom>
                <a:solidFill>
                  <a:srgbClr val="30261C"/>
                </a:solidFill>
                <a:ln w="7449" cap="flat">
                  <a:noFill/>
                  <a:prstDash val="solid"/>
                  <a:miter/>
                </a:ln>
              </p:spPr>
            </p:sp>
            <p:grpSp>
              <p:nvGrpSpPr>
                <p:cNvPr id="41" name="Graphic 4">
                  <a:extLst>
                    <a:ext uri="{FF2B5EF4-FFF2-40B4-BE49-F238E27FC236}">
                      <a16:creationId xmlns:a16="http://schemas.microsoft.com/office/drawing/2014/main" id="{3AE402DD-10EB-6FF1-2461-79B2C28A7D42}"/>
                    </a:ext>
                  </a:extLst>
                </p:cNvPr>
                <p:cNvGrpSpPr/>
                <p:nvPr/>
              </p:nvGrpSpPr>
              <p:grpSpPr>
                <a:xfrm>
                  <a:off x="4713775" y="3549293"/>
                  <a:ext cx="277548" cy="395635"/>
                  <a:chOff x="4713775" y="3549293"/>
                  <a:chExt cx="277548" cy="395635"/>
                </a:xfrm>
                <a:solidFill>
                  <a:srgbClr val="FFFFFF"/>
                </a:solidFill>
              </p:grpSpPr>
              <p:sp>
                <p:nvSpPr>
                  <p:cNvPr id="42" name="Freeform: Shape 41">
                    <a:extLst>
                      <a:ext uri="{FF2B5EF4-FFF2-40B4-BE49-F238E27FC236}">
                        <a16:creationId xmlns:a16="http://schemas.microsoft.com/office/drawing/2014/main" id="{0C10C333-2433-2CFE-3C30-FC9A67F0866E}"/>
                      </a:ext>
                    </a:extLst>
                  </p:cNvPr>
                  <p:cNvSpPr/>
                  <p:nvPr/>
                </p:nvSpPr>
                <p:spPr>
                  <a:xfrm>
                    <a:off x="4824680" y="3651226"/>
                    <a:ext cx="144521" cy="293702"/>
                  </a:xfrm>
                  <a:custGeom>
                    <a:avLst/>
                    <a:gdLst>
                      <a:gd name="csX0" fmla="*/ 39303 w 144521"/>
                      <a:gd name="csY0" fmla="*/ 48466 h 293702"/>
                      <a:gd name="csX1" fmla="*/ 71488 w 144521"/>
                      <a:gd name="csY1" fmla="*/ 98499 h 293702"/>
                      <a:gd name="csX2" fmla="*/ 137726 w 144521"/>
                      <a:gd name="csY2" fmla="*/ 293702 h 293702"/>
                      <a:gd name="csX3" fmla="*/ 137726 w 144521"/>
                      <a:gd name="csY3" fmla="*/ 293702 h 293702"/>
                      <a:gd name="csX4" fmla="*/ 144521 w 144521"/>
                      <a:gd name="csY4" fmla="*/ 293702 h 293702"/>
                      <a:gd name="csX5" fmla="*/ 144521 w 144521"/>
                      <a:gd name="csY5" fmla="*/ 293702 h 293702"/>
                      <a:gd name="csX6" fmla="*/ 76566 w 144521"/>
                      <a:gd name="csY6" fmla="*/ 92525 h 293702"/>
                      <a:gd name="csX7" fmla="*/ 44231 w 144521"/>
                      <a:gd name="csY7" fmla="*/ 44658 h 293702"/>
                      <a:gd name="csX8" fmla="*/ 1218 w 144521"/>
                      <a:gd name="csY8" fmla="*/ 151 h 293702"/>
                      <a:gd name="csX9" fmla="*/ 247 w 144521"/>
                      <a:gd name="csY9" fmla="*/ 2765 h 293702"/>
                      <a:gd name="csX10" fmla="*/ 39303 w 144521"/>
                      <a:gd name="csY10" fmla="*/ 48466 h 29370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</a:cxnLst>
                    <a:rect l="l" t="t" r="r" b="b"/>
                    <a:pathLst>
                      <a:path w="144521" h="293702">
                        <a:moveTo>
                          <a:pt x="39303" y="48466"/>
                        </a:moveTo>
                        <a:cubicBezTo>
                          <a:pt x="51358" y="64252"/>
                          <a:pt x="62121" y="80984"/>
                          <a:pt x="71488" y="98499"/>
                        </a:cubicBezTo>
                        <a:cubicBezTo>
                          <a:pt x="89560" y="132104"/>
                          <a:pt x="127420" y="257261"/>
                          <a:pt x="137726" y="293702"/>
                        </a:cubicBezTo>
                        <a:lnTo>
                          <a:pt x="137726" y="293702"/>
                        </a:lnTo>
                        <a:lnTo>
                          <a:pt x="144521" y="293702"/>
                        </a:lnTo>
                        <a:lnTo>
                          <a:pt x="144521" y="293702"/>
                        </a:lnTo>
                        <a:cubicBezTo>
                          <a:pt x="138846" y="255095"/>
                          <a:pt x="95982" y="126130"/>
                          <a:pt x="76566" y="92525"/>
                        </a:cubicBezTo>
                        <a:cubicBezTo>
                          <a:pt x="66916" y="75836"/>
                          <a:pt x="56112" y="59841"/>
                          <a:pt x="44231" y="44658"/>
                        </a:cubicBezTo>
                        <a:cubicBezTo>
                          <a:pt x="32207" y="27749"/>
                          <a:pt x="17707" y="12745"/>
                          <a:pt x="1218" y="151"/>
                        </a:cubicBezTo>
                        <a:cubicBezTo>
                          <a:pt x="23" y="-670"/>
                          <a:pt x="-276" y="2093"/>
                          <a:pt x="247" y="2765"/>
                        </a:cubicBezTo>
                        <a:cubicBezTo>
                          <a:pt x="12942" y="18297"/>
                          <a:pt x="27130" y="32486"/>
                          <a:pt x="39303" y="48466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43" name="Freeform: Shape 42">
                    <a:extLst>
                      <a:ext uri="{FF2B5EF4-FFF2-40B4-BE49-F238E27FC236}">
                        <a16:creationId xmlns:a16="http://schemas.microsoft.com/office/drawing/2014/main" id="{1C9E11D6-4C15-32E2-BF46-5D7B2D2FF66C}"/>
                      </a:ext>
                    </a:extLst>
                  </p:cNvPr>
                  <p:cNvSpPr/>
                  <p:nvPr/>
                </p:nvSpPr>
                <p:spPr>
                  <a:xfrm>
                    <a:off x="4742851" y="3554469"/>
                    <a:ext cx="109917" cy="127451"/>
                  </a:xfrm>
                  <a:custGeom>
                    <a:avLst/>
                    <a:gdLst>
                      <a:gd name="csX0" fmla="*/ 108362 w 109917"/>
                      <a:gd name="csY0" fmla="*/ 127451 h 127451"/>
                      <a:gd name="csX1" fmla="*/ 42796 w 109917"/>
                      <a:gd name="csY1" fmla="*/ 77344 h 127451"/>
                      <a:gd name="csX2" fmla="*/ 7 w 109917"/>
                      <a:gd name="csY2" fmla="*/ 2070 h 127451"/>
                      <a:gd name="csX3" fmla="*/ 81329 w 109917"/>
                      <a:gd name="csY3" fmla="*/ 48518 h 127451"/>
                      <a:gd name="csX4" fmla="*/ 108362 w 109917"/>
                      <a:gd name="csY4" fmla="*/ 127451 h 12745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109917" h="127451">
                        <a:moveTo>
                          <a:pt x="108362" y="127451"/>
                        </a:moveTo>
                        <a:cubicBezTo>
                          <a:pt x="80142" y="121331"/>
                          <a:pt x="56111" y="102966"/>
                          <a:pt x="42796" y="77344"/>
                        </a:cubicBezTo>
                        <a:cubicBezTo>
                          <a:pt x="21737" y="41424"/>
                          <a:pt x="-441" y="11554"/>
                          <a:pt x="7" y="2070"/>
                        </a:cubicBezTo>
                        <a:cubicBezTo>
                          <a:pt x="455" y="-7414"/>
                          <a:pt x="50114" y="17005"/>
                          <a:pt x="81329" y="48518"/>
                        </a:cubicBezTo>
                        <a:cubicBezTo>
                          <a:pt x="112543" y="80032"/>
                          <a:pt x="111647" y="104376"/>
                          <a:pt x="108362" y="12745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44" name="Freeform: Shape 43">
                    <a:extLst>
                      <a:ext uri="{FF2B5EF4-FFF2-40B4-BE49-F238E27FC236}">
                        <a16:creationId xmlns:a16="http://schemas.microsoft.com/office/drawing/2014/main" id="{2B3A379B-773B-CA06-FA52-F49FC5BDCF2E}"/>
                      </a:ext>
                    </a:extLst>
                  </p:cNvPr>
                  <p:cNvSpPr/>
                  <p:nvPr/>
                </p:nvSpPr>
                <p:spPr>
                  <a:xfrm>
                    <a:off x="4713775" y="3682323"/>
                    <a:ext cx="131371" cy="41337"/>
                  </a:xfrm>
                  <a:custGeom>
                    <a:avLst/>
                    <a:gdLst>
                      <a:gd name="csX0" fmla="*/ 131314 w 131371"/>
                      <a:gd name="csY0" fmla="*/ 33500 h 41337"/>
                      <a:gd name="csX1" fmla="*/ 81356 w 131371"/>
                      <a:gd name="csY1" fmla="*/ 4302 h 41337"/>
                      <a:gd name="csX2" fmla="*/ 109 w 131371"/>
                      <a:gd name="csY2" fmla="*/ 5123 h 41337"/>
                      <a:gd name="csX3" fmla="*/ 76129 w 131371"/>
                      <a:gd name="csY3" fmla="*/ 39773 h 41337"/>
                      <a:gd name="csX4" fmla="*/ 131314 w 131371"/>
                      <a:gd name="csY4" fmla="*/ 33500 h 4133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131371" h="41337">
                        <a:moveTo>
                          <a:pt x="131314" y="33500"/>
                        </a:moveTo>
                        <a:cubicBezTo>
                          <a:pt x="132509" y="26032"/>
                          <a:pt x="115110" y="11620"/>
                          <a:pt x="81356" y="4302"/>
                        </a:cubicBezTo>
                        <a:cubicBezTo>
                          <a:pt x="47602" y="-3016"/>
                          <a:pt x="2648" y="195"/>
                          <a:pt x="109" y="5123"/>
                        </a:cubicBezTo>
                        <a:cubicBezTo>
                          <a:pt x="-2430" y="10052"/>
                          <a:pt x="40060" y="36039"/>
                          <a:pt x="76129" y="39773"/>
                        </a:cubicBezTo>
                        <a:cubicBezTo>
                          <a:pt x="112197" y="43507"/>
                          <a:pt x="130194" y="40221"/>
                          <a:pt x="131314" y="3350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45" name="Freeform: Shape 44">
                    <a:extLst>
                      <a:ext uri="{FF2B5EF4-FFF2-40B4-BE49-F238E27FC236}">
                        <a16:creationId xmlns:a16="http://schemas.microsoft.com/office/drawing/2014/main" id="{0692BBD4-EBEF-93F8-C295-F14CDFC70098}"/>
                      </a:ext>
                    </a:extLst>
                  </p:cNvPr>
                  <p:cNvSpPr/>
                  <p:nvPr/>
                </p:nvSpPr>
                <p:spPr>
                  <a:xfrm>
                    <a:off x="4887979" y="3549293"/>
                    <a:ext cx="43670" cy="210052"/>
                  </a:xfrm>
                  <a:custGeom>
                    <a:avLst/>
                    <a:gdLst>
                      <a:gd name="csX0" fmla="*/ 34251 w 43670"/>
                      <a:gd name="csY0" fmla="*/ 77 h 210052"/>
                      <a:gd name="csX1" fmla="*/ 273 w 43670"/>
                      <a:gd name="csY1" fmla="*/ 89688 h 210052"/>
                      <a:gd name="csX2" fmla="*/ 8787 w 43670"/>
                      <a:gd name="csY2" fmla="*/ 150847 h 210052"/>
                      <a:gd name="csX3" fmla="*/ 8787 w 43670"/>
                      <a:gd name="csY3" fmla="*/ 152266 h 210052"/>
                      <a:gd name="csX4" fmla="*/ 7069 w 43670"/>
                      <a:gd name="csY4" fmla="*/ 171981 h 210052"/>
                      <a:gd name="csX5" fmla="*/ 16403 w 43670"/>
                      <a:gd name="csY5" fmla="*/ 209842 h 210052"/>
                      <a:gd name="csX6" fmla="*/ 17300 w 43670"/>
                      <a:gd name="csY6" fmla="*/ 209020 h 210052"/>
                      <a:gd name="csX7" fmla="*/ 13566 w 43670"/>
                      <a:gd name="csY7" fmla="*/ 173997 h 210052"/>
                      <a:gd name="csX8" fmla="*/ 14985 w 43670"/>
                      <a:gd name="csY8" fmla="*/ 151594 h 210052"/>
                      <a:gd name="csX9" fmla="*/ 41719 w 43670"/>
                      <a:gd name="csY9" fmla="*/ 92600 h 210052"/>
                      <a:gd name="csX10" fmla="*/ 34251 w 43670"/>
                      <a:gd name="csY10" fmla="*/ 77 h 21005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</a:cxnLst>
                    <a:rect l="l" t="t" r="r" b="b"/>
                    <a:pathLst>
                      <a:path w="43670" h="210052">
                        <a:moveTo>
                          <a:pt x="34251" y="77"/>
                        </a:moveTo>
                        <a:cubicBezTo>
                          <a:pt x="28650" y="-2238"/>
                          <a:pt x="1842" y="48243"/>
                          <a:pt x="273" y="89688"/>
                        </a:cubicBezTo>
                        <a:cubicBezTo>
                          <a:pt x="-1071" y="125906"/>
                          <a:pt x="2663" y="145769"/>
                          <a:pt x="8787" y="150847"/>
                        </a:cubicBezTo>
                        <a:cubicBezTo>
                          <a:pt x="8787" y="151296"/>
                          <a:pt x="8787" y="151818"/>
                          <a:pt x="8787" y="152266"/>
                        </a:cubicBezTo>
                        <a:cubicBezTo>
                          <a:pt x="7544" y="158762"/>
                          <a:pt x="6968" y="165368"/>
                          <a:pt x="7069" y="171981"/>
                        </a:cubicBezTo>
                        <a:cubicBezTo>
                          <a:pt x="6371" y="185246"/>
                          <a:pt x="9619" y="198421"/>
                          <a:pt x="16403" y="209842"/>
                        </a:cubicBezTo>
                        <a:cubicBezTo>
                          <a:pt x="16852" y="210514"/>
                          <a:pt x="17374" y="209394"/>
                          <a:pt x="17300" y="209020"/>
                        </a:cubicBezTo>
                        <a:cubicBezTo>
                          <a:pt x="16329" y="197296"/>
                          <a:pt x="13790" y="185796"/>
                          <a:pt x="13566" y="173997"/>
                        </a:cubicBezTo>
                        <a:cubicBezTo>
                          <a:pt x="13480" y="166505"/>
                          <a:pt x="13955" y="159016"/>
                          <a:pt x="14985" y="151594"/>
                        </a:cubicBezTo>
                        <a:cubicBezTo>
                          <a:pt x="23647" y="148159"/>
                          <a:pt x="36491" y="127698"/>
                          <a:pt x="41719" y="92600"/>
                        </a:cubicBezTo>
                        <a:cubicBezTo>
                          <a:pt x="47245" y="53619"/>
                          <a:pt x="39852" y="2392"/>
                          <a:pt x="34251" y="7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46" name="Freeform: Shape 45">
                    <a:extLst>
                      <a:ext uri="{FF2B5EF4-FFF2-40B4-BE49-F238E27FC236}">
                        <a16:creationId xmlns:a16="http://schemas.microsoft.com/office/drawing/2014/main" id="{96C91035-17F7-ACC8-764A-02C4E48DA6EF}"/>
                      </a:ext>
                    </a:extLst>
                  </p:cNvPr>
                  <p:cNvSpPr/>
                  <p:nvPr/>
                </p:nvSpPr>
                <p:spPr>
                  <a:xfrm>
                    <a:off x="4776624" y="3751552"/>
                    <a:ext cx="127767" cy="49348"/>
                  </a:xfrm>
                  <a:custGeom>
                    <a:avLst/>
                    <a:gdLst>
                      <a:gd name="csX0" fmla="*/ 127609 w 127767"/>
                      <a:gd name="csY0" fmla="*/ 43577 h 49348"/>
                      <a:gd name="csX1" fmla="*/ 80787 w 127767"/>
                      <a:gd name="csY1" fmla="*/ 9599 h 49348"/>
                      <a:gd name="csX2" fmla="*/ 137 w 127767"/>
                      <a:gd name="csY2" fmla="*/ 2580 h 49348"/>
                      <a:gd name="csX3" fmla="*/ 72349 w 127767"/>
                      <a:gd name="csY3" fmla="*/ 44473 h 49348"/>
                      <a:gd name="csX4" fmla="*/ 127609 w 127767"/>
                      <a:gd name="csY4" fmla="*/ 43577 h 4934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127767" h="49348">
                        <a:moveTo>
                          <a:pt x="127609" y="43577"/>
                        </a:moveTo>
                        <a:cubicBezTo>
                          <a:pt x="129551" y="36557"/>
                          <a:pt x="113645" y="20203"/>
                          <a:pt x="80787" y="9599"/>
                        </a:cubicBezTo>
                        <a:cubicBezTo>
                          <a:pt x="47930" y="-1005"/>
                          <a:pt x="2900" y="-1975"/>
                          <a:pt x="137" y="2580"/>
                        </a:cubicBezTo>
                        <a:cubicBezTo>
                          <a:pt x="-2626" y="7135"/>
                          <a:pt x="36803" y="37229"/>
                          <a:pt x="72349" y="44473"/>
                        </a:cubicBezTo>
                        <a:cubicBezTo>
                          <a:pt x="107895" y="51717"/>
                          <a:pt x="125892" y="50447"/>
                          <a:pt x="127609" y="4357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47" name="Freeform: Shape 46">
                    <a:extLst>
                      <a:ext uri="{FF2B5EF4-FFF2-40B4-BE49-F238E27FC236}">
                        <a16:creationId xmlns:a16="http://schemas.microsoft.com/office/drawing/2014/main" id="{CC2DB3CA-D1F7-A561-2269-8C3BE3A57234}"/>
                      </a:ext>
                    </a:extLst>
                  </p:cNvPr>
                  <p:cNvSpPr/>
                  <p:nvPr/>
                </p:nvSpPr>
                <p:spPr>
                  <a:xfrm>
                    <a:off x="4828912" y="3712014"/>
                    <a:ext cx="65710" cy="24188"/>
                  </a:xfrm>
                  <a:custGeom>
                    <a:avLst/>
                    <a:gdLst>
                      <a:gd name="csX0" fmla="*/ 65539 w 65710"/>
                      <a:gd name="csY0" fmla="*/ 21283 h 24188"/>
                      <a:gd name="csX1" fmla="*/ 54487 w 65710"/>
                      <a:gd name="csY1" fmla="*/ 11873 h 24188"/>
                      <a:gd name="csX2" fmla="*/ 38058 w 65710"/>
                      <a:gd name="csY2" fmla="*/ 5601 h 24188"/>
                      <a:gd name="csX3" fmla="*/ 1243 w 65710"/>
                      <a:gd name="csY3" fmla="*/ 0 h 24188"/>
                      <a:gd name="csX4" fmla="*/ 720 w 65710"/>
                      <a:gd name="csY4" fmla="*/ 3211 h 24188"/>
                      <a:gd name="csX5" fmla="*/ 35370 w 65710"/>
                      <a:gd name="csY5" fmla="*/ 12098 h 24188"/>
                      <a:gd name="csX6" fmla="*/ 51052 w 65710"/>
                      <a:gd name="csY6" fmla="*/ 17698 h 24188"/>
                      <a:gd name="csX7" fmla="*/ 57996 w 65710"/>
                      <a:gd name="csY7" fmla="*/ 21357 h 24188"/>
                      <a:gd name="csX8" fmla="*/ 64792 w 65710"/>
                      <a:gd name="csY8" fmla="*/ 24120 h 24188"/>
                      <a:gd name="csX9" fmla="*/ 65539 w 65710"/>
                      <a:gd name="csY9" fmla="*/ 21283 h 2418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</a:cxnLst>
                    <a:rect l="l" t="t" r="r" b="b"/>
                    <a:pathLst>
                      <a:path w="65710" h="24188">
                        <a:moveTo>
                          <a:pt x="65539" y="21283"/>
                        </a:moveTo>
                        <a:cubicBezTo>
                          <a:pt x="62959" y="17043"/>
                          <a:pt x="59084" y="13744"/>
                          <a:pt x="54487" y="11873"/>
                        </a:cubicBezTo>
                        <a:cubicBezTo>
                          <a:pt x="49212" y="9290"/>
                          <a:pt x="43713" y="7190"/>
                          <a:pt x="38058" y="5601"/>
                        </a:cubicBezTo>
                        <a:cubicBezTo>
                          <a:pt x="26028" y="2392"/>
                          <a:pt x="13682" y="514"/>
                          <a:pt x="1243" y="0"/>
                        </a:cubicBezTo>
                        <a:cubicBezTo>
                          <a:pt x="-101" y="0"/>
                          <a:pt x="-475" y="2838"/>
                          <a:pt x="720" y="3211"/>
                        </a:cubicBezTo>
                        <a:cubicBezTo>
                          <a:pt x="12145" y="6721"/>
                          <a:pt x="23870" y="9036"/>
                          <a:pt x="35370" y="12098"/>
                        </a:cubicBezTo>
                        <a:cubicBezTo>
                          <a:pt x="40750" y="13504"/>
                          <a:pt x="45997" y="15378"/>
                          <a:pt x="51052" y="17698"/>
                        </a:cubicBezTo>
                        <a:cubicBezTo>
                          <a:pt x="53367" y="18818"/>
                          <a:pt x="55756" y="20013"/>
                          <a:pt x="57996" y="21357"/>
                        </a:cubicBezTo>
                        <a:cubicBezTo>
                          <a:pt x="60237" y="22702"/>
                          <a:pt x="62477" y="24568"/>
                          <a:pt x="64792" y="24120"/>
                        </a:cubicBezTo>
                        <a:cubicBezTo>
                          <a:pt x="65837" y="23896"/>
                          <a:pt x="65837" y="21955"/>
                          <a:pt x="65539" y="2128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48" name="Freeform: Shape 47">
                    <a:extLst>
                      <a:ext uri="{FF2B5EF4-FFF2-40B4-BE49-F238E27FC236}">
                        <a16:creationId xmlns:a16="http://schemas.microsoft.com/office/drawing/2014/main" id="{9EF9BA6F-0616-3D59-EDCF-B1BA59FDF91C}"/>
                      </a:ext>
                    </a:extLst>
                  </p:cNvPr>
                  <p:cNvSpPr/>
                  <p:nvPr/>
                </p:nvSpPr>
                <p:spPr>
                  <a:xfrm>
                    <a:off x="4881024" y="3786508"/>
                    <a:ext cx="48611" cy="26636"/>
                  </a:xfrm>
                  <a:custGeom>
                    <a:avLst/>
                    <a:gdLst>
                      <a:gd name="csX0" fmla="*/ 28212 w 48611"/>
                      <a:gd name="csY0" fmla="*/ 6082 h 26636"/>
                      <a:gd name="csX1" fmla="*/ 14845 w 48611"/>
                      <a:gd name="csY1" fmla="*/ 1452 h 26636"/>
                      <a:gd name="csX2" fmla="*/ 955 w 48611"/>
                      <a:gd name="csY2" fmla="*/ 33 h 26636"/>
                      <a:gd name="csX3" fmla="*/ 955 w 48611"/>
                      <a:gd name="csY3" fmla="*/ 2647 h 26636"/>
                      <a:gd name="csX4" fmla="*/ 25897 w 48611"/>
                      <a:gd name="csY4" fmla="*/ 11757 h 26636"/>
                      <a:gd name="csX5" fmla="*/ 37099 w 48611"/>
                      <a:gd name="csY5" fmla="*/ 17582 h 26636"/>
                      <a:gd name="csX6" fmla="*/ 44566 w 48611"/>
                      <a:gd name="csY6" fmla="*/ 25050 h 26636"/>
                      <a:gd name="csX7" fmla="*/ 48599 w 48611"/>
                      <a:gd name="csY7" fmla="*/ 24004 h 26636"/>
                      <a:gd name="csX8" fmla="*/ 28212 w 48611"/>
                      <a:gd name="csY8" fmla="*/ 6082 h 2663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48611" h="26636">
                        <a:moveTo>
                          <a:pt x="28212" y="6082"/>
                        </a:moveTo>
                        <a:cubicBezTo>
                          <a:pt x="23909" y="4129"/>
                          <a:pt x="19434" y="2579"/>
                          <a:pt x="14845" y="1452"/>
                        </a:cubicBezTo>
                        <a:cubicBezTo>
                          <a:pt x="10303" y="342"/>
                          <a:pt x="5629" y="-136"/>
                          <a:pt x="955" y="33"/>
                        </a:cubicBezTo>
                        <a:cubicBezTo>
                          <a:pt x="-165" y="33"/>
                          <a:pt x="-463" y="2274"/>
                          <a:pt x="955" y="2647"/>
                        </a:cubicBezTo>
                        <a:cubicBezTo>
                          <a:pt x="9418" y="5259"/>
                          <a:pt x="17743" y="8300"/>
                          <a:pt x="25897" y="11757"/>
                        </a:cubicBezTo>
                        <a:cubicBezTo>
                          <a:pt x="29765" y="13430"/>
                          <a:pt x="33508" y="15376"/>
                          <a:pt x="37099" y="17582"/>
                        </a:cubicBezTo>
                        <a:cubicBezTo>
                          <a:pt x="40242" y="19317"/>
                          <a:pt x="42831" y="21906"/>
                          <a:pt x="44566" y="25050"/>
                        </a:cubicBezTo>
                        <a:cubicBezTo>
                          <a:pt x="45985" y="27514"/>
                          <a:pt x="48823" y="27066"/>
                          <a:pt x="48599" y="24004"/>
                        </a:cubicBezTo>
                        <a:cubicBezTo>
                          <a:pt x="47180" y="14520"/>
                          <a:pt x="35306" y="9368"/>
                          <a:pt x="28212" y="608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49" name="Freeform: Shape 48">
                    <a:extLst>
                      <a:ext uri="{FF2B5EF4-FFF2-40B4-BE49-F238E27FC236}">
                        <a16:creationId xmlns:a16="http://schemas.microsoft.com/office/drawing/2014/main" id="{54A25D20-7CC5-E7A0-5278-E6241842BAE8}"/>
                      </a:ext>
                    </a:extLst>
                  </p:cNvPr>
                  <p:cNvSpPr/>
                  <p:nvPr/>
                </p:nvSpPr>
                <p:spPr>
                  <a:xfrm>
                    <a:off x="4933519" y="3706493"/>
                    <a:ext cx="57804" cy="135756"/>
                  </a:xfrm>
                  <a:custGeom>
                    <a:avLst/>
                    <a:gdLst>
                      <a:gd name="csX0" fmla="*/ 1779 w 57804"/>
                      <a:gd name="csY0" fmla="*/ 132172 h 135756"/>
                      <a:gd name="csX1" fmla="*/ 7305 w 57804"/>
                      <a:gd name="csY1" fmla="*/ 135756 h 135756"/>
                      <a:gd name="csX2" fmla="*/ 50244 w 57804"/>
                      <a:gd name="csY2" fmla="*/ 74223 h 135756"/>
                      <a:gd name="csX3" fmla="*/ 54052 w 57804"/>
                      <a:gd name="csY3" fmla="*/ 294 h 135756"/>
                      <a:gd name="csX4" fmla="*/ 5587 w 57804"/>
                      <a:gd name="csY4" fmla="*/ 72879 h 135756"/>
                      <a:gd name="csX5" fmla="*/ 1779 w 57804"/>
                      <a:gd name="csY5" fmla="*/ 132172 h 13575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57804" h="135756">
                        <a:moveTo>
                          <a:pt x="1779" y="132172"/>
                        </a:moveTo>
                        <a:lnTo>
                          <a:pt x="7305" y="135756"/>
                        </a:lnTo>
                        <a:cubicBezTo>
                          <a:pt x="17685" y="132545"/>
                          <a:pt x="40536" y="105886"/>
                          <a:pt x="50244" y="74223"/>
                        </a:cubicBezTo>
                        <a:cubicBezTo>
                          <a:pt x="61669" y="36885"/>
                          <a:pt x="57711" y="4103"/>
                          <a:pt x="54052" y="294"/>
                        </a:cubicBezTo>
                        <a:cubicBezTo>
                          <a:pt x="50393" y="-3515"/>
                          <a:pt x="17237" y="30164"/>
                          <a:pt x="5587" y="72879"/>
                        </a:cubicBezTo>
                        <a:cubicBezTo>
                          <a:pt x="-218" y="92089"/>
                          <a:pt x="-1521" y="112377"/>
                          <a:pt x="1779" y="13217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7449" cap="flat">
                    <a:noFill/>
                    <a:prstDash val="solid"/>
                    <a:miter/>
                  </a:ln>
                </p:spPr>
              </p:sp>
            </p:grp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31E47054-A61D-4500-F3EA-06DD264F20F7}"/>
                    </a:ext>
                  </a:extLst>
                </p:cNvPr>
                <p:cNvSpPr/>
                <p:nvPr/>
              </p:nvSpPr>
              <p:spPr>
                <a:xfrm>
                  <a:off x="4688640" y="3858893"/>
                  <a:ext cx="126877" cy="43685"/>
                </a:xfrm>
                <a:custGeom>
                  <a:avLst/>
                  <a:gdLst>
                    <a:gd name="csX0" fmla="*/ 126878 w 126877"/>
                    <a:gd name="csY0" fmla="*/ 35854 h 43685"/>
                    <a:gd name="csX1" fmla="*/ 62806 w 126877"/>
                    <a:gd name="csY1" fmla="*/ 37198 h 43685"/>
                    <a:gd name="csX2" fmla="*/ 302 w 126877"/>
                    <a:gd name="csY2" fmla="*/ 12256 h 43685"/>
                    <a:gd name="csX3" fmla="*/ 72140 w 126877"/>
                    <a:gd name="csY3" fmla="*/ 980 h 43685"/>
                    <a:gd name="csX4" fmla="*/ 126878 w 126877"/>
                    <a:gd name="csY4" fmla="*/ 35854 h 436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26877" h="43685">
                      <a:moveTo>
                        <a:pt x="126878" y="35854"/>
                      </a:moveTo>
                      <a:cubicBezTo>
                        <a:pt x="106782" y="45804"/>
                        <a:pt x="83301" y="46297"/>
                        <a:pt x="62806" y="37198"/>
                      </a:cubicBezTo>
                      <a:cubicBezTo>
                        <a:pt x="32562" y="25623"/>
                        <a:pt x="4558" y="18230"/>
                        <a:pt x="302" y="12256"/>
                      </a:cubicBezTo>
                      <a:cubicBezTo>
                        <a:pt x="-3955" y="6282"/>
                        <a:pt x="37640" y="-3053"/>
                        <a:pt x="72140" y="980"/>
                      </a:cubicBezTo>
                      <a:cubicBezTo>
                        <a:pt x="106640" y="5012"/>
                        <a:pt x="117693" y="20246"/>
                        <a:pt x="126878" y="35854"/>
                      </a:cubicBezTo>
                      <a:close/>
                    </a:path>
                  </a:pathLst>
                </a:custGeom>
                <a:solidFill>
                  <a:srgbClr val="30261C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51" name="Freeform: Shape 50">
                  <a:extLst>
                    <a:ext uri="{FF2B5EF4-FFF2-40B4-BE49-F238E27FC236}">
                      <a16:creationId xmlns:a16="http://schemas.microsoft.com/office/drawing/2014/main" id="{A9533191-6D88-3E39-F0AE-401AECD77200}"/>
                    </a:ext>
                  </a:extLst>
                </p:cNvPr>
                <p:cNvSpPr/>
                <p:nvPr/>
              </p:nvSpPr>
              <p:spPr>
                <a:xfrm>
                  <a:off x="4781683" y="3819740"/>
                  <a:ext cx="71671" cy="70174"/>
                </a:xfrm>
                <a:custGeom>
                  <a:avLst/>
                  <a:gdLst>
                    <a:gd name="csX0" fmla="*/ 70128 w 71671"/>
                    <a:gd name="csY0" fmla="*/ 70003 h 70174"/>
                    <a:gd name="csX1" fmla="*/ 45111 w 71671"/>
                    <a:gd name="csY1" fmla="*/ 23181 h 70174"/>
                    <a:gd name="csX2" fmla="*/ 306 w 71671"/>
                    <a:gd name="csY2" fmla="*/ 107 h 70174"/>
                    <a:gd name="csX3" fmla="*/ 32118 w 71671"/>
                    <a:gd name="csY3" fmla="*/ 51110 h 70174"/>
                    <a:gd name="csX4" fmla="*/ 70128 w 71671"/>
                    <a:gd name="csY4" fmla="*/ 70003 h 7017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71671" h="70174">
                      <a:moveTo>
                        <a:pt x="70128" y="70003"/>
                      </a:moveTo>
                      <a:cubicBezTo>
                        <a:pt x="75878" y="67838"/>
                        <a:pt x="65125" y="40730"/>
                        <a:pt x="45111" y="23181"/>
                      </a:cubicBezTo>
                      <a:cubicBezTo>
                        <a:pt x="25098" y="5633"/>
                        <a:pt x="3218" y="-939"/>
                        <a:pt x="306" y="107"/>
                      </a:cubicBezTo>
                      <a:cubicBezTo>
                        <a:pt x="-2607" y="1152"/>
                        <a:pt x="15838" y="38266"/>
                        <a:pt x="32118" y="51110"/>
                      </a:cubicBezTo>
                      <a:cubicBezTo>
                        <a:pt x="48397" y="63954"/>
                        <a:pt x="66618" y="71422"/>
                        <a:pt x="70128" y="70003"/>
                      </a:cubicBezTo>
                      <a:close/>
                    </a:path>
                  </a:pathLst>
                </a:custGeom>
                <a:solidFill>
                  <a:srgbClr val="30261C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52" name="Freeform: Shape 51">
                  <a:extLst>
                    <a:ext uri="{FF2B5EF4-FFF2-40B4-BE49-F238E27FC236}">
                      <a16:creationId xmlns:a16="http://schemas.microsoft.com/office/drawing/2014/main" id="{3FEE0339-DD17-3D62-DDE5-E3F1C288AA08}"/>
                    </a:ext>
                  </a:extLst>
                </p:cNvPr>
                <p:cNvSpPr/>
                <p:nvPr/>
              </p:nvSpPr>
              <p:spPr>
                <a:xfrm>
                  <a:off x="4847555" y="3818195"/>
                  <a:ext cx="65417" cy="93378"/>
                </a:xfrm>
                <a:custGeom>
                  <a:avLst/>
                  <a:gdLst>
                    <a:gd name="csX0" fmla="*/ 62577 w 65417"/>
                    <a:gd name="csY0" fmla="*/ 93353 h 93378"/>
                    <a:gd name="csX1" fmla="*/ 45476 w 65417"/>
                    <a:gd name="csY1" fmla="*/ 35927 h 93378"/>
                    <a:gd name="csX2" fmla="*/ 671 w 65417"/>
                    <a:gd name="csY2" fmla="*/ 8 h 93378"/>
                    <a:gd name="csX3" fmla="*/ 24492 w 65417"/>
                    <a:gd name="csY3" fmla="*/ 63557 h 93378"/>
                    <a:gd name="csX4" fmla="*/ 62577 w 65417"/>
                    <a:gd name="csY4" fmla="*/ 93353 h 9337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65417" h="93378">
                      <a:moveTo>
                        <a:pt x="62577" y="93353"/>
                      </a:moveTo>
                      <a:cubicBezTo>
                        <a:pt x="69522" y="92308"/>
                        <a:pt x="63697" y="59973"/>
                        <a:pt x="45476" y="35927"/>
                      </a:cubicBezTo>
                      <a:cubicBezTo>
                        <a:pt x="27255" y="11882"/>
                        <a:pt x="4404" y="-365"/>
                        <a:pt x="671" y="8"/>
                      </a:cubicBezTo>
                      <a:cubicBezTo>
                        <a:pt x="-3063" y="382"/>
                        <a:pt x="9333" y="45710"/>
                        <a:pt x="24492" y="63557"/>
                      </a:cubicBezTo>
                      <a:cubicBezTo>
                        <a:pt x="39651" y="81405"/>
                        <a:pt x="58171" y="94025"/>
                        <a:pt x="62577" y="93353"/>
                      </a:cubicBezTo>
                      <a:close/>
                    </a:path>
                  </a:pathLst>
                </a:custGeom>
                <a:solidFill>
                  <a:srgbClr val="30261C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53" name="Freeform: Shape 52">
                  <a:extLst>
                    <a:ext uri="{FF2B5EF4-FFF2-40B4-BE49-F238E27FC236}">
                      <a16:creationId xmlns:a16="http://schemas.microsoft.com/office/drawing/2014/main" id="{4C4F53A3-3874-645E-99F3-D0ED2D88B1B1}"/>
                    </a:ext>
                  </a:extLst>
                </p:cNvPr>
                <p:cNvSpPr/>
                <p:nvPr/>
              </p:nvSpPr>
              <p:spPr>
                <a:xfrm>
                  <a:off x="4776086" y="3919404"/>
                  <a:ext cx="103805" cy="49774"/>
                </a:xfrm>
                <a:custGeom>
                  <a:avLst/>
                  <a:gdLst>
                    <a:gd name="csX0" fmla="*/ 103802 w 103805"/>
                    <a:gd name="csY0" fmla="*/ 4840 h 49774"/>
                    <a:gd name="csX1" fmla="*/ 44062 w 103805"/>
                    <a:gd name="csY1" fmla="*/ 10291 h 49774"/>
                    <a:gd name="csX2" fmla="*/ 3 w 103805"/>
                    <a:gd name="csY2" fmla="*/ 47256 h 49774"/>
                    <a:gd name="csX3" fmla="*/ 67211 w 103805"/>
                    <a:gd name="csY3" fmla="*/ 36502 h 49774"/>
                    <a:gd name="csX4" fmla="*/ 103802 w 103805"/>
                    <a:gd name="csY4" fmla="*/ 4840 h 4977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03805" h="49774">
                      <a:moveTo>
                        <a:pt x="103802" y="4840"/>
                      </a:moveTo>
                      <a:cubicBezTo>
                        <a:pt x="104176" y="-2105"/>
                        <a:pt x="71244" y="-2628"/>
                        <a:pt x="44062" y="10291"/>
                      </a:cubicBezTo>
                      <a:cubicBezTo>
                        <a:pt x="16880" y="23210"/>
                        <a:pt x="376" y="43372"/>
                        <a:pt x="3" y="47256"/>
                      </a:cubicBezTo>
                      <a:cubicBezTo>
                        <a:pt x="-371" y="51139"/>
                        <a:pt x="36370" y="52483"/>
                        <a:pt x="67211" y="36502"/>
                      </a:cubicBezTo>
                      <a:cubicBezTo>
                        <a:pt x="87822" y="25600"/>
                        <a:pt x="103578" y="9544"/>
                        <a:pt x="103802" y="4840"/>
                      </a:cubicBezTo>
                      <a:close/>
                    </a:path>
                  </a:pathLst>
                </a:custGeom>
                <a:solidFill>
                  <a:srgbClr val="30261C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54" name="Freeform: Shape 53">
                  <a:extLst>
                    <a:ext uri="{FF2B5EF4-FFF2-40B4-BE49-F238E27FC236}">
                      <a16:creationId xmlns:a16="http://schemas.microsoft.com/office/drawing/2014/main" id="{EE98516C-F076-700C-372F-41B6580B90F0}"/>
                    </a:ext>
                  </a:extLst>
                </p:cNvPr>
                <p:cNvSpPr/>
                <p:nvPr/>
              </p:nvSpPr>
              <p:spPr>
                <a:xfrm>
                  <a:off x="4790038" y="3875808"/>
                  <a:ext cx="176847" cy="73376"/>
                </a:xfrm>
                <a:custGeom>
                  <a:avLst/>
                  <a:gdLst>
                    <a:gd name="csX0" fmla="*/ 1060 w 176847"/>
                    <a:gd name="csY0" fmla="*/ 14682 h 73376"/>
                    <a:gd name="csX1" fmla="*/ 80516 w 176847"/>
                    <a:gd name="csY1" fmla="*/ 29617 h 73376"/>
                    <a:gd name="csX2" fmla="*/ 77230 w 176847"/>
                    <a:gd name="csY2" fmla="*/ 27526 h 73376"/>
                    <a:gd name="csX3" fmla="*/ 61623 w 176847"/>
                    <a:gd name="csY3" fmla="*/ 15802 h 73376"/>
                    <a:gd name="csX4" fmla="*/ 49002 w 176847"/>
                    <a:gd name="csY4" fmla="*/ 866 h 73376"/>
                    <a:gd name="csX5" fmla="*/ 50645 w 176847"/>
                    <a:gd name="csY5" fmla="*/ 194 h 73376"/>
                    <a:gd name="csX6" fmla="*/ 67298 w 176847"/>
                    <a:gd name="csY6" fmla="*/ 12964 h 73376"/>
                    <a:gd name="csX7" fmla="*/ 82233 w 176847"/>
                    <a:gd name="csY7" fmla="*/ 23568 h 73376"/>
                    <a:gd name="csX8" fmla="*/ 103964 w 176847"/>
                    <a:gd name="csY8" fmla="*/ 36412 h 73376"/>
                    <a:gd name="csX9" fmla="*/ 125620 w 176847"/>
                    <a:gd name="csY9" fmla="*/ 43506 h 73376"/>
                    <a:gd name="csX10" fmla="*/ 115987 w 176847"/>
                    <a:gd name="csY10" fmla="*/ 32828 h 73376"/>
                    <a:gd name="csX11" fmla="*/ 111656 w 176847"/>
                    <a:gd name="csY11" fmla="*/ 26182 h 73376"/>
                    <a:gd name="csX12" fmla="*/ 108967 w 176847"/>
                    <a:gd name="csY12" fmla="*/ 20208 h 73376"/>
                    <a:gd name="csX13" fmla="*/ 111133 w 176847"/>
                    <a:gd name="csY13" fmla="*/ 19834 h 73376"/>
                    <a:gd name="csX14" fmla="*/ 120617 w 176847"/>
                    <a:gd name="csY14" fmla="*/ 30364 h 73376"/>
                    <a:gd name="csX15" fmla="*/ 130474 w 176847"/>
                    <a:gd name="csY15" fmla="*/ 40370 h 73376"/>
                    <a:gd name="csX16" fmla="*/ 142198 w 176847"/>
                    <a:gd name="csY16" fmla="*/ 49257 h 73376"/>
                    <a:gd name="csX17" fmla="*/ 146305 w 176847"/>
                    <a:gd name="csY17" fmla="*/ 51422 h 73376"/>
                    <a:gd name="csX18" fmla="*/ 176848 w 176847"/>
                    <a:gd name="csY18" fmla="*/ 65387 h 73376"/>
                    <a:gd name="csX19" fmla="*/ 176848 w 176847"/>
                    <a:gd name="csY19" fmla="*/ 73377 h 73376"/>
                    <a:gd name="csX20" fmla="*/ 146977 w 176847"/>
                    <a:gd name="csY20" fmla="*/ 59114 h 73376"/>
                    <a:gd name="csX21" fmla="*/ 118003 w 176847"/>
                    <a:gd name="csY21" fmla="*/ 47763 h 73376"/>
                    <a:gd name="csX22" fmla="*/ 104337 w 176847"/>
                    <a:gd name="csY22" fmla="*/ 47763 h 73376"/>
                    <a:gd name="csX23" fmla="*/ 89402 w 176847"/>
                    <a:gd name="csY23" fmla="*/ 49331 h 73376"/>
                    <a:gd name="csX24" fmla="*/ 73048 w 176847"/>
                    <a:gd name="csY24" fmla="*/ 53513 h 73376"/>
                    <a:gd name="csX25" fmla="*/ 71181 w 176847"/>
                    <a:gd name="csY25" fmla="*/ 51646 h 73376"/>
                    <a:gd name="csX26" fmla="*/ 86639 w 176847"/>
                    <a:gd name="csY26" fmla="*/ 45074 h 73376"/>
                    <a:gd name="csX27" fmla="*/ 102022 w 176847"/>
                    <a:gd name="csY27" fmla="*/ 42685 h 73376"/>
                    <a:gd name="csX28" fmla="*/ 86042 w 176847"/>
                    <a:gd name="csY28" fmla="*/ 37756 h 73376"/>
                    <a:gd name="csX29" fmla="*/ 687 w 176847"/>
                    <a:gd name="csY29" fmla="*/ 16474 h 73376"/>
                    <a:gd name="csX30" fmla="*/ 1060 w 176847"/>
                    <a:gd name="csY30" fmla="*/ 14682 h 7337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</a:cxnLst>
                  <a:rect l="l" t="t" r="r" b="b"/>
                  <a:pathLst>
                    <a:path w="176847" h="73376">
                      <a:moveTo>
                        <a:pt x="1060" y="14682"/>
                      </a:moveTo>
                      <a:cubicBezTo>
                        <a:pt x="27970" y="17051"/>
                        <a:pt x="54582" y="22053"/>
                        <a:pt x="80516" y="29617"/>
                      </a:cubicBezTo>
                      <a:lnTo>
                        <a:pt x="77230" y="27526"/>
                      </a:lnTo>
                      <a:cubicBezTo>
                        <a:pt x="71756" y="23993"/>
                        <a:pt x="66541" y="20075"/>
                        <a:pt x="61623" y="15802"/>
                      </a:cubicBezTo>
                      <a:cubicBezTo>
                        <a:pt x="56325" y="11858"/>
                        <a:pt x="52007" y="6748"/>
                        <a:pt x="49002" y="866"/>
                      </a:cubicBezTo>
                      <a:cubicBezTo>
                        <a:pt x="49002" y="-179"/>
                        <a:pt x="50123" y="-104"/>
                        <a:pt x="50645" y="194"/>
                      </a:cubicBezTo>
                      <a:cubicBezTo>
                        <a:pt x="56575" y="3932"/>
                        <a:pt x="62150" y="8207"/>
                        <a:pt x="67298" y="12964"/>
                      </a:cubicBezTo>
                      <a:cubicBezTo>
                        <a:pt x="72077" y="16698"/>
                        <a:pt x="77081" y="20431"/>
                        <a:pt x="82233" y="23568"/>
                      </a:cubicBezTo>
                      <a:cubicBezTo>
                        <a:pt x="89253" y="28273"/>
                        <a:pt x="96646" y="32305"/>
                        <a:pt x="103964" y="36412"/>
                      </a:cubicBezTo>
                      <a:cubicBezTo>
                        <a:pt x="111432" y="38652"/>
                        <a:pt x="118451" y="40967"/>
                        <a:pt x="125620" y="43506"/>
                      </a:cubicBezTo>
                      <a:cubicBezTo>
                        <a:pt x="122062" y="40276"/>
                        <a:pt x="118835" y="36698"/>
                        <a:pt x="115987" y="32828"/>
                      </a:cubicBezTo>
                      <a:cubicBezTo>
                        <a:pt x="114493" y="30662"/>
                        <a:pt x="113000" y="28422"/>
                        <a:pt x="111656" y="26182"/>
                      </a:cubicBezTo>
                      <a:cubicBezTo>
                        <a:pt x="110298" y="24432"/>
                        <a:pt x="109377" y="22384"/>
                        <a:pt x="108967" y="20208"/>
                      </a:cubicBezTo>
                      <a:cubicBezTo>
                        <a:pt x="108967" y="19087"/>
                        <a:pt x="110610" y="19461"/>
                        <a:pt x="111133" y="19834"/>
                      </a:cubicBezTo>
                      <a:cubicBezTo>
                        <a:pt x="114656" y="23000"/>
                        <a:pt x="117835" y="26529"/>
                        <a:pt x="120617" y="30364"/>
                      </a:cubicBezTo>
                      <a:cubicBezTo>
                        <a:pt x="123828" y="33799"/>
                        <a:pt x="126964" y="37234"/>
                        <a:pt x="130474" y="40370"/>
                      </a:cubicBezTo>
                      <a:cubicBezTo>
                        <a:pt x="134152" y="43624"/>
                        <a:pt x="138071" y="46595"/>
                        <a:pt x="142198" y="49257"/>
                      </a:cubicBezTo>
                      <a:lnTo>
                        <a:pt x="146305" y="51422"/>
                      </a:lnTo>
                      <a:cubicBezTo>
                        <a:pt x="152727" y="54185"/>
                        <a:pt x="166991" y="60756"/>
                        <a:pt x="176848" y="65387"/>
                      </a:cubicBezTo>
                      <a:lnTo>
                        <a:pt x="176848" y="73377"/>
                      </a:lnTo>
                      <a:cubicBezTo>
                        <a:pt x="167065" y="68150"/>
                        <a:pt x="157059" y="63370"/>
                        <a:pt x="146977" y="59114"/>
                      </a:cubicBezTo>
                      <a:cubicBezTo>
                        <a:pt x="136896" y="54857"/>
                        <a:pt x="125471" y="50153"/>
                        <a:pt x="118003" y="47763"/>
                      </a:cubicBezTo>
                      <a:cubicBezTo>
                        <a:pt x="113448" y="47763"/>
                        <a:pt x="108893" y="47763"/>
                        <a:pt x="104337" y="47763"/>
                      </a:cubicBezTo>
                      <a:cubicBezTo>
                        <a:pt x="99324" y="47871"/>
                        <a:pt x="94328" y="48395"/>
                        <a:pt x="89402" y="49331"/>
                      </a:cubicBezTo>
                      <a:cubicBezTo>
                        <a:pt x="83876" y="50377"/>
                        <a:pt x="78574" y="52318"/>
                        <a:pt x="73048" y="53513"/>
                      </a:cubicBezTo>
                      <a:cubicBezTo>
                        <a:pt x="72227" y="53513"/>
                        <a:pt x="69837" y="52617"/>
                        <a:pt x="71181" y="51646"/>
                      </a:cubicBezTo>
                      <a:cubicBezTo>
                        <a:pt x="75838" y="48436"/>
                        <a:pt x="81096" y="46201"/>
                        <a:pt x="86639" y="45074"/>
                      </a:cubicBezTo>
                      <a:cubicBezTo>
                        <a:pt x="91680" y="43793"/>
                        <a:pt x="96831" y="42993"/>
                        <a:pt x="102022" y="42685"/>
                      </a:cubicBezTo>
                      <a:cubicBezTo>
                        <a:pt x="96720" y="40967"/>
                        <a:pt x="91418" y="39325"/>
                        <a:pt x="86042" y="37756"/>
                      </a:cubicBezTo>
                      <a:cubicBezTo>
                        <a:pt x="57814" y="29841"/>
                        <a:pt x="28691" y="25211"/>
                        <a:pt x="687" y="16474"/>
                      </a:cubicBezTo>
                      <a:cubicBezTo>
                        <a:pt x="-284" y="15802"/>
                        <a:pt x="-284" y="14532"/>
                        <a:pt x="1060" y="14682"/>
                      </a:cubicBezTo>
                      <a:close/>
                    </a:path>
                  </a:pathLst>
                </a:custGeom>
                <a:solidFill>
                  <a:srgbClr val="30261C"/>
                </a:solidFill>
                <a:ln w="7449" cap="flat">
                  <a:noFill/>
                  <a:prstDash val="solid"/>
                  <a:miter/>
                </a:ln>
              </p:spPr>
            </p:sp>
          </p:grpSp>
        </p:grpSp>
        <p:grpSp>
          <p:nvGrpSpPr>
            <p:cNvPr id="55" name="Graphic 4">
              <a:extLst>
                <a:ext uri="{FF2B5EF4-FFF2-40B4-BE49-F238E27FC236}">
                  <a16:creationId xmlns:a16="http://schemas.microsoft.com/office/drawing/2014/main" id="{0C34C9CE-60D3-924A-8BC3-5B51C6751894}"/>
                </a:ext>
              </a:extLst>
            </p:cNvPr>
            <p:cNvGrpSpPr/>
            <p:nvPr/>
          </p:nvGrpSpPr>
          <p:grpSpPr>
            <a:xfrm>
              <a:off x="4791622" y="3661683"/>
              <a:ext cx="3313597" cy="759156"/>
              <a:chOff x="4791622" y="3661683"/>
              <a:chExt cx="3313597" cy="759156"/>
            </a:xfrm>
            <a:solidFill>
              <a:srgbClr val="E0E0E0"/>
            </a:solidFill>
          </p:grpSpPr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43DBB9F3-8FB4-8802-C0AA-810482D86DCB}"/>
                  </a:ext>
                </a:extLst>
              </p:cNvPr>
              <p:cNvSpPr/>
              <p:nvPr/>
            </p:nvSpPr>
            <p:spPr>
              <a:xfrm>
                <a:off x="5918482" y="3661683"/>
                <a:ext cx="1046957" cy="604427"/>
              </a:xfrm>
              <a:custGeom>
                <a:avLst/>
                <a:gdLst>
                  <a:gd name="csX0" fmla="*/ 1046957 w 1046957"/>
                  <a:gd name="csY0" fmla="*/ 302214 h 604427"/>
                  <a:gd name="csX1" fmla="*/ 523479 w 1046957"/>
                  <a:gd name="csY1" fmla="*/ 604427 h 604427"/>
                  <a:gd name="csX2" fmla="*/ 0 w 1046957"/>
                  <a:gd name="csY2" fmla="*/ 302214 h 604427"/>
                  <a:gd name="csX3" fmla="*/ 523479 w 1046957"/>
                  <a:gd name="csY3" fmla="*/ 0 h 604427"/>
                  <a:gd name="csX4" fmla="*/ 1046957 w 1046957"/>
                  <a:gd name="csY4" fmla="*/ 302214 h 6044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046957" h="604427">
                    <a:moveTo>
                      <a:pt x="1046957" y="302214"/>
                    </a:moveTo>
                    <a:cubicBezTo>
                      <a:pt x="1046957" y="469122"/>
                      <a:pt x="812588" y="604427"/>
                      <a:pt x="523479" y="604427"/>
                    </a:cubicBezTo>
                    <a:cubicBezTo>
                      <a:pt x="234369" y="604427"/>
                      <a:pt x="0" y="469122"/>
                      <a:pt x="0" y="302214"/>
                    </a:cubicBezTo>
                    <a:cubicBezTo>
                      <a:pt x="0" y="135306"/>
                      <a:pt x="234369" y="0"/>
                      <a:pt x="523479" y="0"/>
                    </a:cubicBezTo>
                    <a:cubicBezTo>
                      <a:pt x="812588" y="0"/>
                      <a:pt x="1046957" y="135306"/>
                      <a:pt x="1046957" y="302214"/>
                    </a:cubicBezTo>
                    <a:close/>
                  </a:path>
                </a:pathLst>
              </a:custGeom>
              <a:solidFill>
                <a:srgbClr val="E0E0E0"/>
              </a:solidFill>
              <a:ln w="7449" cap="flat">
                <a:noFill/>
                <a:prstDash val="solid"/>
                <a:miter/>
              </a:ln>
            </p:spPr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D88E52D3-D466-B852-A810-23F45AFA2327}"/>
                  </a:ext>
                </a:extLst>
              </p:cNvPr>
              <p:cNvSpPr/>
              <p:nvPr/>
            </p:nvSpPr>
            <p:spPr>
              <a:xfrm>
                <a:off x="7139360" y="3863159"/>
                <a:ext cx="965859" cy="557680"/>
              </a:xfrm>
              <a:custGeom>
                <a:avLst/>
                <a:gdLst>
                  <a:gd name="csX0" fmla="*/ 965859 w 965859"/>
                  <a:gd name="csY0" fmla="*/ 278840 h 557680"/>
                  <a:gd name="csX1" fmla="*/ 482930 w 965859"/>
                  <a:gd name="csY1" fmla="*/ 557680 h 557680"/>
                  <a:gd name="csX2" fmla="*/ 0 w 965859"/>
                  <a:gd name="csY2" fmla="*/ 278840 h 557680"/>
                  <a:gd name="csX3" fmla="*/ 482930 w 965859"/>
                  <a:gd name="csY3" fmla="*/ 0 h 557680"/>
                  <a:gd name="csX4" fmla="*/ 965859 w 965859"/>
                  <a:gd name="csY4" fmla="*/ 278840 h 5576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965859" h="557680">
                    <a:moveTo>
                      <a:pt x="965859" y="278840"/>
                    </a:moveTo>
                    <a:cubicBezTo>
                      <a:pt x="965859" y="432839"/>
                      <a:pt x="749644" y="557680"/>
                      <a:pt x="482930" y="557680"/>
                    </a:cubicBezTo>
                    <a:cubicBezTo>
                      <a:pt x="216215" y="557680"/>
                      <a:pt x="0" y="432839"/>
                      <a:pt x="0" y="278840"/>
                    </a:cubicBezTo>
                    <a:cubicBezTo>
                      <a:pt x="0" y="124841"/>
                      <a:pt x="216215" y="0"/>
                      <a:pt x="482930" y="0"/>
                    </a:cubicBezTo>
                    <a:cubicBezTo>
                      <a:pt x="749644" y="0"/>
                      <a:pt x="965859" y="124841"/>
                      <a:pt x="965859" y="278840"/>
                    </a:cubicBezTo>
                    <a:close/>
                  </a:path>
                </a:pathLst>
              </a:custGeom>
              <a:solidFill>
                <a:srgbClr val="E0E0E0"/>
              </a:solidFill>
              <a:ln w="7449" cap="flat">
                <a:noFill/>
                <a:prstDash val="solid"/>
                <a:miter/>
              </a:ln>
            </p:spPr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CB083AD3-BFFE-B26C-039F-B3CCE72FBAC7}"/>
                  </a:ext>
                </a:extLst>
              </p:cNvPr>
              <p:cNvSpPr/>
              <p:nvPr/>
            </p:nvSpPr>
            <p:spPr>
              <a:xfrm>
                <a:off x="4791622" y="3863159"/>
                <a:ext cx="965859" cy="557680"/>
              </a:xfrm>
              <a:custGeom>
                <a:avLst/>
                <a:gdLst>
                  <a:gd name="csX0" fmla="*/ 965859 w 965859"/>
                  <a:gd name="csY0" fmla="*/ 278840 h 557680"/>
                  <a:gd name="csX1" fmla="*/ 482930 w 965859"/>
                  <a:gd name="csY1" fmla="*/ 557680 h 557680"/>
                  <a:gd name="csX2" fmla="*/ 0 w 965859"/>
                  <a:gd name="csY2" fmla="*/ 278840 h 557680"/>
                  <a:gd name="csX3" fmla="*/ 482930 w 965859"/>
                  <a:gd name="csY3" fmla="*/ 0 h 557680"/>
                  <a:gd name="csX4" fmla="*/ 965859 w 965859"/>
                  <a:gd name="csY4" fmla="*/ 278840 h 5576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965859" h="557680">
                    <a:moveTo>
                      <a:pt x="965859" y="278840"/>
                    </a:moveTo>
                    <a:cubicBezTo>
                      <a:pt x="965859" y="432839"/>
                      <a:pt x="749644" y="557680"/>
                      <a:pt x="482930" y="557680"/>
                    </a:cubicBezTo>
                    <a:cubicBezTo>
                      <a:pt x="216215" y="557680"/>
                      <a:pt x="0" y="432839"/>
                      <a:pt x="0" y="278840"/>
                    </a:cubicBezTo>
                    <a:cubicBezTo>
                      <a:pt x="0" y="124841"/>
                      <a:pt x="216215" y="0"/>
                      <a:pt x="482930" y="0"/>
                    </a:cubicBezTo>
                    <a:cubicBezTo>
                      <a:pt x="749644" y="0"/>
                      <a:pt x="965859" y="124841"/>
                      <a:pt x="965859" y="278840"/>
                    </a:cubicBezTo>
                    <a:close/>
                  </a:path>
                </a:pathLst>
              </a:custGeom>
              <a:solidFill>
                <a:srgbClr val="E0E0E0"/>
              </a:solidFill>
              <a:ln w="7449" cap="flat">
                <a:noFill/>
                <a:prstDash val="solid"/>
                <a:miter/>
              </a:ln>
            </p:spPr>
          </p:sp>
        </p:grpSp>
        <p:grpSp>
          <p:nvGrpSpPr>
            <p:cNvPr id="59" name="Graphic 4">
              <a:extLst>
                <a:ext uri="{FF2B5EF4-FFF2-40B4-BE49-F238E27FC236}">
                  <a16:creationId xmlns:a16="http://schemas.microsoft.com/office/drawing/2014/main" id="{E320FC56-7821-9530-AB5B-B23C6A337682}"/>
                </a:ext>
              </a:extLst>
            </p:cNvPr>
            <p:cNvGrpSpPr/>
            <p:nvPr/>
          </p:nvGrpSpPr>
          <p:grpSpPr>
            <a:xfrm>
              <a:off x="7222499" y="1953468"/>
              <a:ext cx="738797" cy="2345425"/>
              <a:chOff x="7222499" y="1953468"/>
              <a:chExt cx="738797" cy="2345425"/>
            </a:xfrm>
          </p:grpSpPr>
          <p:grpSp>
            <p:nvGrpSpPr>
              <p:cNvPr id="60" name="Graphic 4">
                <a:extLst>
                  <a:ext uri="{FF2B5EF4-FFF2-40B4-BE49-F238E27FC236}">
                    <a16:creationId xmlns:a16="http://schemas.microsoft.com/office/drawing/2014/main" id="{ABF32969-5B02-4133-35F0-E3DF38BE6497}"/>
                  </a:ext>
                </a:extLst>
              </p:cNvPr>
              <p:cNvGrpSpPr/>
              <p:nvPr/>
            </p:nvGrpSpPr>
            <p:grpSpPr>
              <a:xfrm>
                <a:off x="7330054" y="2783643"/>
                <a:ext cx="631242" cy="1515251"/>
                <a:chOff x="7330054" y="2783643"/>
                <a:chExt cx="631242" cy="1515251"/>
              </a:xfrm>
            </p:grpSpPr>
            <p:sp>
              <p:nvSpPr>
                <p:cNvPr id="61" name="Freeform: Shape 60">
                  <a:extLst>
                    <a:ext uri="{FF2B5EF4-FFF2-40B4-BE49-F238E27FC236}">
                      <a16:creationId xmlns:a16="http://schemas.microsoft.com/office/drawing/2014/main" id="{90704CCE-A623-1174-D559-49C0853921F7}"/>
                    </a:ext>
                  </a:extLst>
                </p:cNvPr>
                <p:cNvSpPr/>
                <p:nvPr/>
              </p:nvSpPr>
              <p:spPr>
                <a:xfrm>
                  <a:off x="7336769" y="2791932"/>
                  <a:ext cx="621007" cy="1216986"/>
                </a:xfrm>
                <a:custGeom>
                  <a:avLst/>
                  <a:gdLst>
                    <a:gd name="csX0" fmla="*/ 591319 w 621007"/>
                    <a:gd name="csY0" fmla="*/ 889391 h 1216986"/>
                    <a:gd name="csX1" fmla="*/ 526500 w 621007"/>
                    <a:gd name="csY1" fmla="*/ 852053 h 1216986"/>
                    <a:gd name="csX2" fmla="*/ 404106 w 621007"/>
                    <a:gd name="csY2" fmla="*/ 671337 h 1216986"/>
                    <a:gd name="csX3" fmla="*/ 237205 w 621007"/>
                    <a:gd name="csY3" fmla="*/ 522284 h 1216986"/>
                    <a:gd name="csX4" fmla="*/ 289478 w 621007"/>
                    <a:gd name="csY4" fmla="*/ 286756 h 1216986"/>
                    <a:gd name="csX5" fmla="*/ 217416 w 621007"/>
                    <a:gd name="csY5" fmla="*/ 113209 h 1216986"/>
                    <a:gd name="csX6" fmla="*/ 104431 w 621007"/>
                    <a:gd name="csY6" fmla="*/ 0 h 1216986"/>
                    <a:gd name="csX7" fmla="*/ 40807 w 621007"/>
                    <a:gd name="csY7" fmla="*/ 217232 h 1216986"/>
                    <a:gd name="csX8" fmla="*/ 184 w 621007"/>
                    <a:gd name="csY8" fmla="*/ 521238 h 1216986"/>
                    <a:gd name="csX9" fmla="*/ 118396 w 621007"/>
                    <a:gd name="csY9" fmla="*/ 682464 h 1216986"/>
                    <a:gd name="csX10" fmla="*/ 375430 w 621007"/>
                    <a:gd name="csY10" fmla="*/ 887449 h 1216986"/>
                    <a:gd name="csX11" fmla="*/ 462577 w 621007"/>
                    <a:gd name="csY11" fmla="*/ 970489 h 1216986"/>
                    <a:gd name="csX12" fmla="*/ 484607 w 621007"/>
                    <a:gd name="csY12" fmla="*/ 1052633 h 1216986"/>
                    <a:gd name="csX13" fmla="*/ 485577 w 621007"/>
                    <a:gd name="csY13" fmla="*/ 1129250 h 1216986"/>
                    <a:gd name="csX14" fmla="*/ 477288 w 621007"/>
                    <a:gd name="csY14" fmla="*/ 1191455 h 1216986"/>
                    <a:gd name="csX15" fmla="*/ 518061 w 621007"/>
                    <a:gd name="csY15" fmla="*/ 1215949 h 1216986"/>
                    <a:gd name="csX16" fmla="*/ 590198 w 621007"/>
                    <a:gd name="csY16" fmla="*/ 1179657 h 1216986"/>
                    <a:gd name="csX17" fmla="*/ 608345 w 621007"/>
                    <a:gd name="csY17" fmla="*/ 1111926 h 1216986"/>
                    <a:gd name="csX18" fmla="*/ 605208 w 621007"/>
                    <a:gd name="csY18" fmla="*/ 1032246 h 1216986"/>
                    <a:gd name="csX19" fmla="*/ 615439 w 621007"/>
                    <a:gd name="csY19" fmla="*/ 967278 h 1216986"/>
                    <a:gd name="csX20" fmla="*/ 591319 w 621007"/>
                    <a:gd name="csY20" fmla="*/ 889391 h 121698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</a:cxnLst>
                  <a:rect l="l" t="t" r="r" b="b"/>
                  <a:pathLst>
                    <a:path w="621007" h="1216986">
                      <a:moveTo>
                        <a:pt x="591319" y="889391"/>
                      </a:moveTo>
                      <a:cubicBezTo>
                        <a:pt x="561448" y="878787"/>
                        <a:pt x="546513" y="877667"/>
                        <a:pt x="526500" y="852053"/>
                      </a:cubicBezTo>
                      <a:cubicBezTo>
                        <a:pt x="503276" y="822183"/>
                        <a:pt x="445700" y="731675"/>
                        <a:pt x="404106" y="671337"/>
                      </a:cubicBezTo>
                      <a:cubicBezTo>
                        <a:pt x="362511" y="610999"/>
                        <a:pt x="267822" y="543119"/>
                        <a:pt x="237205" y="522284"/>
                      </a:cubicBezTo>
                      <a:cubicBezTo>
                        <a:pt x="266478" y="429910"/>
                        <a:pt x="289478" y="286756"/>
                        <a:pt x="289478" y="286756"/>
                      </a:cubicBezTo>
                      <a:lnTo>
                        <a:pt x="217416" y="113209"/>
                      </a:lnTo>
                      <a:lnTo>
                        <a:pt x="104431" y="0"/>
                      </a:lnTo>
                      <a:cubicBezTo>
                        <a:pt x="104431" y="0"/>
                        <a:pt x="70902" y="69523"/>
                        <a:pt x="40807" y="217232"/>
                      </a:cubicBezTo>
                      <a:cubicBezTo>
                        <a:pt x="5710" y="390257"/>
                        <a:pt x="5710" y="409374"/>
                        <a:pt x="184" y="521238"/>
                      </a:cubicBezTo>
                      <a:cubicBezTo>
                        <a:pt x="-2654" y="583294"/>
                        <a:pt x="26992" y="610402"/>
                        <a:pt x="118396" y="682464"/>
                      </a:cubicBezTo>
                      <a:cubicBezTo>
                        <a:pt x="216594" y="759978"/>
                        <a:pt x="283056" y="812773"/>
                        <a:pt x="375430" y="887449"/>
                      </a:cubicBezTo>
                      <a:cubicBezTo>
                        <a:pt x="415681" y="919933"/>
                        <a:pt x="441817" y="940544"/>
                        <a:pt x="462577" y="970489"/>
                      </a:cubicBezTo>
                      <a:cubicBezTo>
                        <a:pt x="476691" y="990726"/>
                        <a:pt x="482889" y="1024181"/>
                        <a:pt x="484607" y="1052633"/>
                      </a:cubicBezTo>
                      <a:cubicBezTo>
                        <a:pt x="486324" y="1081084"/>
                        <a:pt x="486324" y="1095572"/>
                        <a:pt x="485577" y="1129250"/>
                      </a:cubicBezTo>
                      <a:cubicBezTo>
                        <a:pt x="484980" y="1157777"/>
                        <a:pt x="480574" y="1166588"/>
                        <a:pt x="477288" y="1191455"/>
                      </a:cubicBezTo>
                      <a:cubicBezTo>
                        <a:pt x="475123" y="1207511"/>
                        <a:pt x="491626" y="1220878"/>
                        <a:pt x="518061" y="1215949"/>
                      </a:cubicBezTo>
                      <a:cubicBezTo>
                        <a:pt x="557117" y="1208482"/>
                        <a:pt x="577429" y="1196384"/>
                        <a:pt x="590198" y="1179657"/>
                      </a:cubicBezTo>
                      <a:cubicBezTo>
                        <a:pt x="608867" y="1155163"/>
                        <a:pt x="609241" y="1134328"/>
                        <a:pt x="608345" y="1111926"/>
                      </a:cubicBezTo>
                      <a:cubicBezTo>
                        <a:pt x="607150" y="1080039"/>
                        <a:pt x="602221" y="1080114"/>
                        <a:pt x="605208" y="1032246"/>
                      </a:cubicBezTo>
                      <a:cubicBezTo>
                        <a:pt x="606271" y="1010285"/>
                        <a:pt x="609701" y="988503"/>
                        <a:pt x="615439" y="967278"/>
                      </a:cubicBezTo>
                      <a:cubicBezTo>
                        <a:pt x="626566" y="928671"/>
                        <a:pt x="622234" y="900219"/>
                        <a:pt x="591319" y="889391"/>
                      </a:cubicBezTo>
                      <a:close/>
                    </a:path>
                  </a:pathLst>
                </a:custGeom>
                <a:solidFill>
                  <a:srgbClr val="FFBDA7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62" name="Freeform: Shape 61">
                  <a:extLst>
                    <a:ext uri="{FF2B5EF4-FFF2-40B4-BE49-F238E27FC236}">
                      <a16:creationId xmlns:a16="http://schemas.microsoft.com/office/drawing/2014/main" id="{30EE10B9-C12E-B135-9EEB-E51706808366}"/>
                    </a:ext>
                  </a:extLst>
                </p:cNvPr>
                <p:cNvSpPr/>
                <p:nvPr/>
              </p:nvSpPr>
              <p:spPr>
                <a:xfrm>
                  <a:off x="7812120" y="3660735"/>
                  <a:ext cx="149175" cy="352654"/>
                </a:xfrm>
                <a:custGeom>
                  <a:avLst/>
                  <a:gdLst>
                    <a:gd name="csX0" fmla="*/ 69668 w 149175"/>
                    <a:gd name="csY0" fmla="*/ 1470 h 352654"/>
                    <a:gd name="csX1" fmla="*/ 79301 w 149175"/>
                    <a:gd name="csY1" fmla="*/ 7220 h 352654"/>
                    <a:gd name="csX2" fmla="*/ 88710 w 149175"/>
                    <a:gd name="csY2" fmla="*/ 71740 h 352654"/>
                    <a:gd name="csX3" fmla="*/ 90278 w 149175"/>
                    <a:gd name="csY3" fmla="*/ 194284 h 352654"/>
                    <a:gd name="csX4" fmla="*/ 59587 w 149175"/>
                    <a:gd name="csY4" fmla="*/ 260372 h 352654"/>
                    <a:gd name="csX5" fmla="*/ 10226 w 149175"/>
                    <a:gd name="csY5" fmla="*/ 262537 h 352654"/>
                    <a:gd name="csX6" fmla="*/ 443 w 149175"/>
                    <a:gd name="csY6" fmla="*/ 320785 h 352654"/>
                    <a:gd name="csX7" fmla="*/ 50924 w 149175"/>
                    <a:gd name="csY7" fmla="*/ 350655 h 352654"/>
                    <a:gd name="csX8" fmla="*/ 131051 w 149175"/>
                    <a:gd name="csY8" fmla="*/ 285687 h 352654"/>
                    <a:gd name="csX9" fmla="*/ 131873 w 149175"/>
                    <a:gd name="csY9" fmla="*/ 187040 h 352654"/>
                    <a:gd name="csX10" fmla="*/ 141954 w 149175"/>
                    <a:gd name="csY10" fmla="*/ 104374 h 352654"/>
                    <a:gd name="csX11" fmla="*/ 139266 w 149175"/>
                    <a:gd name="csY11" fmla="*/ 32909 h 352654"/>
                    <a:gd name="csX12" fmla="*/ 97074 w 149175"/>
                    <a:gd name="csY12" fmla="*/ 9834 h 352654"/>
                    <a:gd name="csX13" fmla="*/ 69668 w 149175"/>
                    <a:gd name="csY13" fmla="*/ 1470 h 35265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</a:cxnLst>
                  <a:rect l="l" t="t" r="r" b="b"/>
                  <a:pathLst>
                    <a:path w="149175" h="352654">
                      <a:moveTo>
                        <a:pt x="69668" y="1470"/>
                      </a:moveTo>
                      <a:lnTo>
                        <a:pt x="79301" y="7220"/>
                      </a:lnTo>
                      <a:cubicBezTo>
                        <a:pt x="79301" y="7220"/>
                        <a:pt x="89382" y="27308"/>
                        <a:pt x="88710" y="71740"/>
                      </a:cubicBezTo>
                      <a:cubicBezTo>
                        <a:pt x="88113" y="107510"/>
                        <a:pt x="89382" y="148134"/>
                        <a:pt x="90278" y="194284"/>
                      </a:cubicBezTo>
                      <a:cubicBezTo>
                        <a:pt x="90951" y="227141"/>
                        <a:pt x="88710" y="246557"/>
                        <a:pt x="59587" y="260372"/>
                      </a:cubicBezTo>
                      <a:cubicBezTo>
                        <a:pt x="28895" y="275307"/>
                        <a:pt x="10226" y="262537"/>
                        <a:pt x="10226" y="262537"/>
                      </a:cubicBezTo>
                      <a:cubicBezTo>
                        <a:pt x="10226" y="262537"/>
                        <a:pt x="4326" y="295096"/>
                        <a:pt x="443" y="320785"/>
                      </a:cubicBezTo>
                      <a:cubicBezTo>
                        <a:pt x="-3440" y="346473"/>
                        <a:pt x="18589" y="357525"/>
                        <a:pt x="50924" y="350655"/>
                      </a:cubicBezTo>
                      <a:cubicBezTo>
                        <a:pt x="89233" y="342441"/>
                        <a:pt x="116415" y="327058"/>
                        <a:pt x="131051" y="285687"/>
                      </a:cubicBezTo>
                      <a:cubicBezTo>
                        <a:pt x="142626" y="252904"/>
                        <a:pt x="131798" y="208771"/>
                        <a:pt x="131873" y="187040"/>
                      </a:cubicBezTo>
                      <a:cubicBezTo>
                        <a:pt x="131879" y="159178"/>
                        <a:pt x="135264" y="131420"/>
                        <a:pt x="141954" y="104374"/>
                      </a:cubicBezTo>
                      <a:cubicBezTo>
                        <a:pt x="149422" y="75474"/>
                        <a:pt x="154574" y="49039"/>
                        <a:pt x="139266" y="32909"/>
                      </a:cubicBezTo>
                      <a:cubicBezTo>
                        <a:pt x="123957" y="16779"/>
                        <a:pt x="111934" y="15808"/>
                        <a:pt x="97074" y="9834"/>
                      </a:cubicBezTo>
                      <a:cubicBezTo>
                        <a:pt x="82213" y="3860"/>
                        <a:pt x="74223" y="-3085"/>
                        <a:pt x="69668" y="147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63" name="Freeform: Shape 62">
                  <a:extLst>
                    <a:ext uri="{FF2B5EF4-FFF2-40B4-BE49-F238E27FC236}">
                      <a16:creationId xmlns:a16="http://schemas.microsoft.com/office/drawing/2014/main" id="{436A85E8-9D7A-5509-D4CF-DE9FD5D782BB}"/>
                    </a:ext>
                  </a:extLst>
                </p:cNvPr>
                <p:cNvSpPr/>
                <p:nvPr/>
              </p:nvSpPr>
              <p:spPr>
                <a:xfrm>
                  <a:off x="7330054" y="2783643"/>
                  <a:ext cx="506779" cy="914183"/>
                </a:xfrm>
                <a:custGeom>
                  <a:avLst/>
                  <a:gdLst>
                    <a:gd name="csX0" fmla="*/ 254226 w 506779"/>
                    <a:gd name="csY0" fmla="*/ 528482 h 914183"/>
                    <a:gd name="csX1" fmla="*/ 456971 w 506779"/>
                    <a:gd name="csY1" fmla="*/ 0 h 914183"/>
                    <a:gd name="csX2" fmla="*/ 96510 w 506779"/>
                    <a:gd name="csY2" fmla="*/ 4929 h 914183"/>
                    <a:gd name="csX3" fmla="*/ 47448 w 506779"/>
                    <a:gd name="csY3" fmla="*/ 202745 h 914183"/>
                    <a:gd name="csX4" fmla="*/ 10483 w 506779"/>
                    <a:gd name="csY4" fmla="*/ 401757 h 914183"/>
                    <a:gd name="csX5" fmla="*/ 21834 w 506779"/>
                    <a:gd name="csY5" fmla="*/ 602038 h 914183"/>
                    <a:gd name="csX6" fmla="*/ 190676 w 506779"/>
                    <a:gd name="csY6" fmla="*/ 748552 h 914183"/>
                    <a:gd name="csX7" fmla="*/ 401337 w 506779"/>
                    <a:gd name="csY7" fmla="*/ 914183 h 914183"/>
                    <a:gd name="csX8" fmla="*/ 468546 w 506779"/>
                    <a:gd name="csY8" fmla="*/ 875277 h 914183"/>
                    <a:gd name="csX9" fmla="*/ 506780 w 506779"/>
                    <a:gd name="csY9" fmla="*/ 819046 h 914183"/>
                    <a:gd name="csX10" fmla="*/ 430760 w 506779"/>
                    <a:gd name="csY10" fmla="*/ 694188 h 914183"/>
                    <a:gd name="csX11" fmla="*/ 254226 w 506779"/>
                    <a:gd name="csY11" fmla="*/ 528482 h 91418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506779" h="914183">
                      <a:moveTo>
                        <a:pt x="254226" y="528482"/>
                      </a:moveTo>
                      <a:lnTo>
                        <a:pt x="456971" y="0"/>
                      </a:lnTo>
                      <a:lnTo>
                        <a:pt x="96510" y="4929"/>
                      </a:lnTo>
                      <a:cubicBezTo>
                        <a:pt x="96510" y="4929"/>
                        <a:pt x="70149" y="89387"/>
                        <a:pt x="47448" y="202745"/>
                      </a:cubicBezTo>
                      <a:cubicBezTo>
                        <a:pt x="27435" y="302662"/>
                        <a:pt x="10483" y="401757"/>
                        <a:pt x="10483" y="401757"/>
                      </a:cubicBezTo>
                      <a:cubicBezTo>
                        <a:pt x="551" y="491741"/>
                        <a:pt x="-11322" y="556859"/>
                        <a:pt x="21834" y="602038"/>
                      </a:cubicBezTo>
                      <a:cubicBezTo>
                        <a:pt x="54990" y="647217"/>
                        <a:pt x="128173" y="700237"/>
                        <a:pt x="190676" y="748552"/>
                      </a:cubicBezTo>
                      <a:cubicBezTo>
                        <a:pt x="253180" y="796867"/>
                        <a:pt x="401337" y="914183"/>
                        <a:pt x="401337" y="914183"/>
                      </a:cubicBezTo>
                      <a:cubicBezTo>
                        <a:pt x="401337" y="914183"/>
                        <a:pt x="433299" y="908807"/>
                        <a:pt x="468546" y="875277"/>
                      </a:cubicBezTo>
                      <a:cubicBezTo>
                        <a:pt x="503793" y="841748"/>
                        <a:pt x="506780" y="819046"/>
                        <a:pt x="506780" y="819046"/>
                      </a:cubicBezTo>
                      <a:cubicBezTo>
                        <a:pt x="506780" y="819046"/>
                        <a:pt x="461974" y="745416"/>
                        <a:pt x="430760" y="694188"/>
                      </a:cubicBezTo>
                      <a:cubicBezTo>
                        <a:pt x="399545" y="642960"/>
                        <a:pt x="322330" y="562833"/>
                        <a:pt x="254226" y="528482"/>
                      </a:cubicBezTo>
                    </a:path>
                  </a:pathLst>
                </a:custGeom>
                <a:solidFill>
                  <a:srgbClr val="455A64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22" name="Freeform: Shape 321">
                  <a:extLst>
                    <a:ext uri="{FF2B5EF4-FFF2-40B4-BE49-F238E27FC236}">
                      <a16:creationId xmlns:a16="http://schemas.microsoft.com/office/drawing/2014/main" id="{87D5AFAF-1547-67C5-BFD4-6F3229C42F3F}"/>
                    </a:ext>
                  </a:extLst>
                </p:cNvPr>
                <p:cNvSpPr/>
                <p:nvPr/>
              </p:nvSpPr>
              <p:spPr>
                <a:xfrm>
                  <a:off x="7401099" y="2942030"/>
                  <a:ext cx="314759" cy="693291"/>
                </a:xfrm>
                <a:custGeom>
                  <a:avLst/>
                  <a:gdLst>
                    <a:gd name="csX0" fmla="*/ 183180 w 314759"/>
                    <a:gd name="csY0" fmla="*/ 370094 h 693291"/>
                    <a:gd name="csX1" fmla="*/ 222609 w 314759"/>
                    <a:gd name="csY1" fmla="*/ 267191 h 693291"/>
                    <a:gd name="csX2" fmla="*/ 200206 w 314759"/>
                    <a:gd name="csY2" fmla="*/ 222385 h 693291"/>
                    <a:gd name="csX3" fmla="*/ 119183 w 314759"/>
                    <a:gd name="csY3" fmla="*/ 98274 h 693291"/>
                    <a:gd name="csX4" fmla="*/ 25913 w 314759"/>
                    <a:gd name="csY4" fmla="*/ 0 h 693291"/>
                    <a:gd name="csX5" fmla="*/ 81023 w 314759"/>
                    <a:gd name="csY5" fmla="*/ 113881 h 693291"/>
                    <a:gd name="csX6" fmla="*/ 0 w 314759"/>
                    <a:gd name="csY6" fmla="*/ 494728 h 693291"/>
                    <a:gd name="csX7" fmla="*/ 119482 w 314759"/>
                    <a:gd name="csY7" fmla="*/ 589866 h 693291"/>
                    <a:gd name="csX8" fmla="*/ 251434 w 314759"/>
                    <a:gd name="csY8" fmla="*/ 693292 h 693291"/>
                    <a:gd name="csX9" fmla="*/ 247551 w 314759"/>
                    <a:gd name="csY9" fmla="*/ 597333 h 693291"/>
                    <a:gd name="csX10" fmla="*/ 314759 w 314759"/>
                    <a:gd name="csY10" fmla="*/ 477478 h 693291"/>
                    <a:gd name="csX11" fmla="*/ 183180 w 314759"/>
                    <a:gd name="csY11" fmla="*/ 370094 h 69329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314759" h="693291">
                      <a:moveTo>
                        <a:pt x="183180" y="370094"/>
                      </a:moveTo>
                      <a:lnTo>
                        <a:pt x="222609" y="267191"/>
                      </a:lnTo>
                      <a:lnTo>
                        <a:pt x="200206" y="222385"/>
                      </a:lnTo>
                      <a:lnTo>
                        <a:pt x="119183" y="98274"/>
                      </a:lnTo>
                      <a:cubicBezTo>
                        <a:pt x="119183" y="98274"/>
                        <a:pt x="51452" y="82741"/>
                        <a:pt x="25913" y="0"/>
                      </a:cubicBezTo>
                      <a:cubicBezTo>
                        <a:pt x="19714" y="66835"/>
                        <a:pt x="81023" y="113881"/>
                        <a:pt x="81023" y="113881"/>
                      </a:cubicBezTo>
                      <a:lnTo>
                        <a:pt x="0" y="494728"/>
                      </a:lnTo>
                      <a:cubicBezTo>
                        <a:pt x="35471" y="526167"/>
                        <a:pt x="79679" y="558950"/>
                        <a:pt x="119482" y="589866"/>
                      </a:cubicBezTo>
                      <a:cubicBezTo>
                        <a:pt x="151443" y="614583"/>
                        <a:pt x="205882" y="657074"/>
                        <a:pt x="251434" y="693292"/>
                      </a:cubicBezTo>
                      <a:cubicBezTo>
                        <a:pt x="255751" y="661324"/>
                        <a:pt x="254437" y="628848"/>
                        <a:pt x="247551" y="597333"/>
                      </a:cubicBezTo>
                      <a:lnTo>
                        <a:pt x="314759" y="477478"/>
                      </a:lnTo>
                      <a:cubicBezTo>
                        <a:pt x="277944" y="436406"/>
                        <a:pt x="228583" y="393169"/>
                        <a:pt x="183180" y="370094"/>
                      </a:cubicBezTo>
                      <a:close/>
                    </a:path>
                  </a:pathLst>
                </a:custGeom>
                <a:solidFill>
                  <a:srgbClr val="37474F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23" name="Freeform: Shape 322">
                  <a:extLst>
                    <a:ext uri="{FF2B5EF4-FFF2-40B4-BE49-F238E27FC236}">
                      <a16:creationId xmlns:a16="http://schemas.microsoft.com/office/drawing/2014/main" id="{59C4EA25-B6B9-2527-CD88-473923A94F2C}"/>
                    </a:ext>
                  </a:extLst>
                </p:cNvPr>
                <p:cNvSpPr/>
                <p:nvPr/>
              </p:nvSpPr>
              <p:spPr>
                <a:xfrm>
                  <a:off x="7351917" y="2794396"/>
                  <a:ext cx="495993" cy="1501486"/>
                </a:xfrm>
                <a:custGeom>
                  <a:avLst/>
                  <a:gdLst>
                    <a:gd name="csX0" fmla="*/ 15204 w 495993"/>
                    <a:gd name="csY0" fmla="*/ 1438857 h 1501486"/>
                    <a:gd name="csX1" fmla="*/ 76289 w 495993"/>
                    <a:gd name="csY1" fmla="*/ 1381730 h 1501486"/>
                    <a:gd name="csX2" fmla="*/ 125426 w 495993"/>
                    <a:gd name="csY2" fmla="*/ 1223043 h 1501486"/>
                    <a:gd name="csX3" fmla="*/ 107728 w 495993"/>
                    <a:gd name="csY3" fmla="*/ 1116032 h 1501486"/>
                    <a:gd name="csX4" fmla="*/ 61578 w 495993"/>
                    <a:gd name="csY4" fmla="*/ 862134 h 1501486"/>
                    <a:gd name="csX5" fmla="*/ 67776 w 495993"/>
                    <a:gd name="csY5" fmla="*/ 614957 h 1501486"/>
                    <a:gd name="csX6" fmla="*/ 174414 w 495993"/>
                    <a:gd name="csY6" fmla="*/ 243369 h 1501486"/>
                    <a:gd name="csX7" fmla="*/ 96153 w 495993"/>
                    <a:gd name="csY7" fmla="*/ 0 h 1501486"/>
                    <a:gd name="csX8" fmla="*/ 269551 w 495993"/>
                    <a:gd name="csY8" fmla="*/ 26734 h 1501486"/>
                    <a:gd name="csX9" fmla="*/ 434361 w 495993"/>
                    <a:gd name="csY9" fmla="*/ 9484 h 1501486"/>
                    <a:gd name="csX10" fmla="*/ 411958 w 495993"/>
                    <a:gd name="csY10" fmla="*/ 455598 h 1501486"/>
                    <a:gd name="csX11" fmla="*/ 255810 w 495993"/>
                    <a:gd name="csY11" fmla="*/ 747432 h 1501486"/>
                    <a:gd name="csX12" fmla="*/ 266414 w 495993"/>
                    <a:gd name="csY12" fmla="*/ 977957 h 1501486"/>
                    <a:gd name="csX13" fmla="*/ 252674 w 495993"/>
                    <a:gd name="csY13" fmla="*/ 1203627 h 1501486"/>
                    <a:gd name="csX14" fmla="*/ 271791 w 495993"/>
                    <a:gd name="csY14" fmla="*/ 1267849 h 1501486"/>
                    <a:gd name="csX15" fmla="*/ 287548 w 495993"/>
                    <a:gd name="csY15" fmla="*/ 1338716 h 1501486"/>
                    <a:gd name="csX16" fmla="*/ 234602 w 495993"/>
                    <a:gd name="csY16" fmla="*/ 1386584 h 1501486"/>
                    <a:gd name="csX17" fmla="*/ 131102 w 495993"/>
                    <a:gd name="csY17" fmla="*/ 1490607 h 1501486"/>
                    <a:gd name="csX18" fmla="*/ 15204 w 495993"/>
                    <a:gd name="csY18" fmla="*/ 1438857 h 150148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</a:cxnLst>
                  <a:rect l="l" t="t" r="r" b="b"/>
                  <a:pathLst>
                    <a:path w="495993" h="1501486">
                      <a:moveTo>
                        <a:pt x="15204" y="1438857"/>
                      </a:moveTo>
                      <a:cubicBezTo>
                        <a:pt x="40370" y="1414214"/>
                        <a:pt x="61952" y="1398681"/>
                        <a:pt x="76289" y="1381730"/>
                      </a:cubicBezTo>
                      <a:cubicBezTo>
                        <a:pt x="115942" y="1334833"/>
                        <a:pt x="136628" y="1307054"/>
                        <a:pt x="125426" y="1223043"/>
                      </a:cubicBezTo>
                      <a:cubicBezTo>
                        <a:pt x="121394" y="1192725"/>
                        <a:pt x="117212" y="1173384"/>
                        <a:pt x="107728" y="1116032"/>
                      </a:cubicBezTo>
                      <a:cubicBezTo>
                        <a:pt x="97721" y="1056292"/>
                        <a:pt x="77335" y="946369"/>
                        <a:pt x="61578" y="862134"/>
                      </a:cubicBezTo>
                      <a:cubicBezTo>
                        <a:pt x="34620" y="717786"/>
                        <a:pt x="44179" y="710542"/>
                        <a:pt x="67776" y="614957"/>
                      </a:cubicBezTo>
                      <a:cubicBezTo>
                        <a:pt x="102426" y="474192"/>
                        <a:pt x="131923" y="394214"/>
                        <a:pt x="174414" y="243369"/>
                      </a:cubicBezTo>
                      <a:cubicBezTo>
                        <a:pt x="81890" y="177953"/>
                        <a:pt x="81741" y="105890"/>
                        <a:pt x="96153" y="0"/>
                      </a:cubicBezTo>
                      <a:cubicBezTo>
                        <a:pt x="149472" y="22403"/>
                        <a:pt x="213544" y="25838"/>
                        <a:pt x="269551" y="26734"/>
                      </a:cubicBezTo>
                      <a:cubicBezTo>
                        <a:pt x="325558" y="27630"/>
                        <a:pt x="381565" y="27854"/>
                        <a:pt x="434361" y="9484"/>
                      </a:cubicBezTo>
                      <a:cubicBezTo>
                        <a:pt x="532111" y="215291"/>
                        <a:pt x="505303" y="248970"/>
                        <a:pt x="411958" y="455598"/>
                      </a:cubicBezTo>
                      <a:cubicBezTo>
                        <a:pt x="365957" y="557531"/>
                        <a:pt x="255810" y="747432"/>
                        <a:pt x="255810" y="747432"/>
                      </a:cubicBezTo>
                      <a:cubicBezTo>
                        <a:pt x="272612" y="836222"/>
                        <a:pt x="274629" y="880430"/>
                        <a:pt x="266414" y="977957"/>
                      </a:cubicBezTo>
                      <a:cubicBezTo>
                        <a:pt x="261934" y="1031350"/>
                        <a:pt x="250359" y="1133955"/>
                        <a:pt x="252674" y="1203627"/>
                      </a:cubicBezTo>
                      <a:cubicBezTo>
                        <a:pt x="252198" y="1226504"/>
                        <a:pt x="258881" y="1248957"/>
                        <a:pt x="271791" y="1267849"/>
                      </a:cubicBezTo>
                      <a:cubicBezTo>
                        <a:pt x="291655" y="1299287"/>
                        <a:pt x="296882" y="1321541"/>
                        <a:pt x="287548" y="1338716"/>
                      </a:cubicBezTo>
                      <a:cubicBezTo>
                        <a:pt x="276272" y="1359626"/>
                        <a:pt x="254391" y="1365749"/>
                        <a:pt x="234602" y="1386584"/>
                      </a:cubicBezTo>
                      <a:cubicBezTo>
                        <a:pt x="199505" y="1423922"/>
                        <a:pt x="190842" y="1467458"/>
                        <a:pt x="131102" y="1490607"/>
                      </a:cubicBezTo>
                      <a:cubicBezTo>
                        <a:pt x="61653" y="1517864"/>
                        <a:pt x="-38413" y="1491429"/>
                        <a:pt x="15204" y="1438857"/>
                      </a:cubicBezTo>
                      <a:close/>
                    </a:path>
                  </a:pathLst>
                </a:custGeom>
                <a:solidFill>
                  <a:srgbClr val="FFBDA7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24" name="Freeform: Shape 323">
                  <a:extLst>
                    <a:ext uri="{FF2B5EF4-FFF2-40B4-BE49-F238E27FC236}">
                      <a16:creationId xmlns:a16="http://schemas.microsoft.com/office/drawing/2014/main" id="{02D7E6F9-1839-A41F-70BD-24AC750C2087}"/>
                    </a:ext>
                  </a:extLst>
                </p:cNvPr>
                <p:cNvSpPr/>
                <p:nvPr/>
              </p:nvSpPr>
              <p:spPr>
                <a:xfrm>
                  <a:off x="7349962" y="4056208"/>
                  <a:ext cx="298794" cy="242686"/>
                </a:xfrm>
                <a:custGeom>
                  <a:avLst/>
                  <a:gdLst>
                    <a:gd name="csX0" fmla="*/ 45312 w 298794"/>
                    <a:gd name="csY0" fmla="*/ 151281 h 242686"/>
                    <a:gd name="csX1" fmla="*/ 132160 w 298794"/>
                    <a:gd name="csY1" fmla="*/ 167785 h 242686"/>
                    <a:gd name="csX2" fmla="*/ 227895 w 298794"/>
                    <a:gd name="csY2" fmla="*/ 82131 h 242686"/>
                    <a:gd name="csX3" fmla="*/ 273895 w 298794"/>
                    <a:gd name="csY3" fmla="*/ 6261 h 242686"/>
                    <a:gd name="csX4" fmla="*/ 270311 w 298794"/>
                    <a:gd name="csY4" fmla="*/ 361 h 242686"/>
                    <a:gd name="csX5" fmla="*/ 282558 w 298794"/>
                    <a:gd name="csY5" fmla="*/ 14176 h 242686"/>
                    <a:gd name="csX6" fmla="*/ 291817 w 298794"/>
                    <a:gd name="csY6" fmla="*/ 82131 h 242686"/>
                    <a:gd name="csX7" fmla="*/ 236707 w 298794"/>
                    <a:gd name="csY7" fmla="*/ 129924 h 242686"/>
                    <a:gd name="csX8" fmla="*/ 171813 w 298794"/>
                    <a:gd name="csY8" fmla="*/ 211694 h 242686"/>
                    <a:gd name="csX9" fmla="*/ 47328 w 298794"/>
                    <a:gd name="csY9" fmla="*/ 239772 h 242686"/>
                    <a:gd name="csX10" fmla="*/ 133 w 298794"/>
                    <a:gd name="csY10" fmla="*/ 200717 h 242686"/>
                    <a:gd name="csX11" fmla="*/ 45312 w 298794"/>
                    <a:gd name="csY11" fmla="*/ 151281 h 24268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298794" h="242686">
                      <a:moveTo>
                        <a:pt x="45312" y="151281"/>
                      </a:moveTo>
                      <a:cubicBezTo>
                        <a:pt x="39413" y="165768"/>
                        <a:pt x="85786" y="191606"/>
                        <a:pt x="132160" y="167785"/>
                      </a:cubicBezTo>
                      <a:cubicBezTo>
                        <a:pt x="178534" y="143963"/>
                        <a:pt x="207732" y="99904"/>
                        <a:pt x="227895" y="82131"/>
                      </a:cubicBezTo>
                      <a:cubicBezTo>
                        <a:pt x="248057" y="64359"/>
                        <a:pt x="280168" y="22391"/>
                        <a:pt x="273895" y="6261"/>
                      </a:cubicBezTo>
                      <a:lnTo>
                        <a:pt x="270311" y="361"/>
                      </a:lnTo>
                      <a:cubicBezTo>
                        <a:pt x="270311" y="361"/>
                        <a:pt x="272252" y="-3522"/>
                        <a:pt x="282558" y="14176"/>
                      </a:cubicBezTo>
                      <a:cubicBezTo>
                        <a:pt x="292863" y="31874"/>
                        <a:pt x="307723" y="58982"/>
                        <a:pt x="291817" y="82131"/>
                      </a:cubicBezTo>
                      <a:cubicBezTo>
                        <a:pt x="275912" y="105281"/>
                        <a:pt x="256944" y="109687"/>
                        <a:pt x="236707" y="129924"/>
                      </a:cubicBezTo>
                      <a:cubicBezTo>
                        <a:pt x="216469" y="150161"/>
                        <a:pt x="200862" y="188097"/>
                        <a:pt x="171813" y="211694"/>
                      </a:cubicBezTo>
                      <a:cubicBezTo>
                        <a:pt x="142764" y="235292"/>
                        <a:pt x="93030" y="249032"/>
                        <a:pt x="47328" y="239772"/>
                      </a:cubicBezTo>
                      <a:cubicBezTo>
                        <a:pt x="1627" y="230513"/>
                        <a:pt x="-763" y="211844"/>
                        <a:pt x="133" y="200717"/>
                      </a:cubicBezTo>
                      <a:cubicBezTo>
                        <a:pt x="1477" y="183915"/>
                        <a:pt x="21117" y="168756"/>
                        <a:pt x="45312" y="15128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25" name="Freeform: Shape 324">
                  <a:extLst>
                    <a:ext uri="{FF2B5EF4-FFF2-40B4-BE49-F238E27FC236}">
                      <a16:creationId xmlns:a16="http://schemas.microsoft.com/office/drawing/2014/main" id="{92CA1A6B-2652-3B13-43EC-20E4A7E25E2E}"/>
                    </a:ext>
                  </a:extLst>
                </p:cNvPr>
                <p:cNvSpPr/>
                <p:nvPr/>
              </p:nvSpPr>
              <p:spPr>
                <a:xfrm>
                  <a:off x="7390503" y="2791708"/>
                  <a:ext cx="466529" cy="1199044"/>
                </a:xfrm>
                <a:custGeom>
                  <a:avLst/>
                  <a:gdLst>
                    <a:gd name="csX0" fmla="*/ 90499 w 466529"/>
                    <a:gd name="csY0" fmla="*/ 390481 h 1199044"/>
                    <a:gd name="csX1" fmla="*/ 129779 w 466529"/>
                    <a:gd name="csY1" fmla="*/ 248596 h 1199044"/>
                    <a:gd name="csX2" fmla="*/ 50622 w 466529"/>
                    <a:gd name="csY2" fmla="*/ 0 h 1199044"/>
                    <a:gd name="csX3" fmla="*/ 421314 w 466529"/>
                    <a:gd name="csY3" fmla="*/ 2091 h 1199044"/>
                    <a:gd name="csX4" fmla="*/ 460071 w 466529"/>
                    <a:gd name="csY4" fmla="*/ 140839 h 1199044"/>
                    <a:gd name="csX5" fmla="*/ 452603 w 466529"/>
                    <a:gd name="csY5" fmla="*/ 291460 h 1199044"/>
                    <a:gd name="csX6" fmla="*/ 371580 w 466529"/>
                    <a:gd name="csY6" fmla="*/ 473968 h 1199044"/>
                    <a:gd name="csX7" fmla="*/ 224095 w 466529"/>
                    <a:gd name="csY7" fmla="*/ 747731 h 1199044"/>
                    <a:gd name="csX8" fmla="*/ 236939 w 466529"/>
                    <a:gd name="csY8" fmla="*/ 905894 h 1199044"/>
                    <a:gd name="csX9" fmla="*/ 217747 w 466529"/>
                    <a:gd name="csY9" fmla="*/ 1172264 h 1199044"/>
                    <a:gd name="csX10" fmla="*/ 78925 w 466529"/>
                    <a:gd name="csY10" fmla="*/ 1190186 h 1199044"/>
                    <a:gd name="csX11" fmla="*/ 7534 w 466529"/>
                    <a:gd name="csY11" fmla="*/ 808442 h 1199044"/>
                    <a:gd name="csX12" fmla="*/ 13210 w 466529"/>
                    <a:gd name="csY12" fmla="*/ 661256 h 1199044"/>
                    <a:gd name="csX13" fmla="*/ 90499 w 466529"/>
                    <a:gd name="csY13" fmla="*/ 390481 h 119904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</a:cxnLst>
                  <a:rect l="l" t="t" r="r" b="b"/>
                  <a:pathLst>
                    <a:path w="466529" h="1199044">
                      <a:moveTo>
                        <a:pt x="90499" y="390481"/>
                      </a:moveTo>
                      <a:lnTo>
                        <a:pt x="129779" y="248596"/>
                      </a:lnTo>
                      <a:cubicBezTo>
                        <a:pt x="129779" y="248596"/>
                        <a:pt x="-6729" y="202745"/>
                        <a:pt x="50622" y="0"/>
                      </a:cubicBezTo>
                      <a:lnTo>
                        <a:pt x="421314" y="2091"/>
                      </a:lnTo>
                      <a:cubicBezTo>
                        <a:pt x="421314" y="2091"/>
                        <a:pt x="451184" y="84235"/>
                        <a:pt x="460071" y="140839"/>
                      </a:cubicBezTo>
                      <a:cubicBezTo>
                        <a:pt x="467538" y="187661"/>
                        <a:pt x="472243" y="224625"/>
                        <a:pt x="452603" y="291460"/>
                      </a:cubicBezTo>
                      <a:cubicBezTo>
                        <a:pt x="432963" y="358295"/>
                        <a:pt x="371580" y="473968"/>
                        <a:pt x="371580" y="473968"/>
                      </a:cubicBezTo>
                      <a:cubicBezTo>
                        <a:pt x="315274" y="588372"/>
                        <a:pt x="224095" y="747731"/>
                        <a:pt x="224095" y="747731"/>
                      </a:cubicBezTo>
                      <a:cubicBezTo>
                        <a:pt x="234199" y="799817"/>
                        <a:pt x="238506" y="852861"/>
                        <a:pt x="236939" y="905894"/>
                      </a:cubicBezTo>
                      <a:cubicBezTo>
                        <a:pt x="233280" y="985947"/>
                        <a:pt x="217747" y="1172264"/>
                        <a:pt x="217747" y="1172264"/>
                      </a:cubicBezTo>
                      <a:cubicBezTo>
                        <a:pt x="176949" y="1199954"/>
                        <a:pt x="125418" y="1206607"/>
                        <a:pt x="78925" y="1190186"/>
                      </a:cubicBezTo>
                      <a:cubicBezTo>
                        <a:pt x="49054" y="1040834"/>
                        <a:pt x="17317" y="860193"/>
                        <a:pt x="7534" y="808442"/>
                      </a:cubicBezTo>
                      <a:cubicBezTo>
                        <a:pt x="-2248" y="756692"/>
                        <a:pt x="-4563" y="733169"/>
                        <a:pt x="13210" y="661256"/>
                      </a:cubicBezTo>
                      <a:cubicBezTo>
                        <a:pt x="31879" y="586281"/>
                        <a:pt x="90499" y="390481"/>
                        <a:pt x="90499" y="390481"/>
                      </a:cubicBezTo>
                      <a:close/>
                    </a:path>
                  </a:pathLst>
                </a:custGeom>
                <a:solidFill>
                  <a:srgbClr val="455A64"/>
                </a:solidFill>
                <a:ln w="7449" cap="flat">
                  <a:noFill/>
                  <a:prstDash val="solid"/>
                  <a:miter/>
                </a:ln>
              </p:spPr>
            </p:sp>
          </p:grpSp>
          <p:grpSp>
            <p:nvGrpSpPr>
              <p:cNvPr id="326" name="Graphic 4">
                <a:extLst>
                  <a:ext uri="{FF2B5EF4-FFF2-40B4-BE49-F238E27FC236}">
                    <a16:creationId xmlns:a16="http://schemas.microsoft.com/office/drawing/2014/main" id="{5889DC3E-F667-8D07-5D56-862AC67230F8}"/>
                  </a:ext>
                </a:extLst>
              </p:cNvPr>
              <p:cNvGrpSpPr/>
              <p:nvPr/>
            </p:nvGrpSpPr>
            <p:grpSpPr>
              <a:xfrm>
                <a:off x="7222499" y="1953468"/>
                <a:ext cx="677224" cy="951516"/>
                <a:chOff x="7222499" y="1953468"/>
                <a:chExt cx="677224" cy="951516"/>
              </a:xfrm>
            </p:grpSpPr>
            <p:sp>
              <p:nvSpPr>
                <p:cNvPr id="327" name="Freeform: Shape 326">
                  <a:extLst>
                    <a:ext uri="{FF2B5EF4-FFF2-40B4-BE49-F238E27FC236}">
                      <a16:creationId xmlns:a16="http://schemas.microsoft.com/office/drawing/2014/main" id="{B0F083AB-FA0D-DD9B-DD13-DD70E5230BE2}"/>
                    </a:ext>
                  </a:extLst>
                </p:cNvPr>
                <p:cNvSpPr/>
                <p:nvPr/>
              </p:nvSpPr>
              <p:spPr>
                <a:xfrm>
                  <a:off x="7234795" y="2353285"/>
                  <a:ext cx="306470" cy="334317"/>
                </a:xfrm>
                <a:custGeom>
                  <a:avLst/>
                  <a:gdLst>
                    <a:gd name="csX0" fmla="*/ 306470 w 306470"/>
                    <a:gd name="csY0" fmla="*/ 0 h 334317"/>
                    <a:gd name="csX1" fmla="*/ 215739 w 306470"/>
                    <a:gd name="csY1" fmla="*/ 27779 h 334317"/>
                    <a:gd name="csX2" fmla="*/ 0 w 306470"/>
                    <a:gd name="csY2" fmla="*/ 322600 h 334317"/>
                    <a:gd name="csX3" fmla="*/ 70643 w 306470"/>
                    <a:gd name="csY3" fmla="*/ 331412 h 334317"/>
                    <a:gd name="csX4" fmla="*/ 197593 w 306470"/>
                    <a:gd name="csY4" fmla="*/ 266892 h 33431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306470" h="334317">
                      <a:moveTo>
                        <a:pt x="306470" y="0"/>
                      </a:moveTo>
                      <a:cubicBezTo>
                        <a:pt x="268161" y="4331"/>
                        <a:pt x="252330" y="4929"/>
                        <a:pt x="215739" y="27779"/>
                      </a:cubicBezTo>
                      <a:cubicBezTo>
                        <a:pt x="179148" y="50630"/>
                        <a:pt x="0" y="322600"/>
                        <a:pt x="0" y="322600"/>
                      </a:cubicBezTo>
                      <a:cubicBezTo>
                        <a:pt x="21650" y="334166"/>
                        <a:pt x="46816" y="337305"/>
                        <a:pt x="70643" y="331412"/>
                      </a:cubicBezTo>
                      <a:cubicBezTo>
                        <a:pt x="113284" y="322152"/>
                        <a:pt x="197593" y="266892"/>
                        <a:pt x="197593" y="266892"/>
                      </a:cubicBezTo>
                      <a:close/>
                    </a:path>
                  </a:pathLst>
                </a:custGeom>
                <a:solidFill>
                  <a:srgbClr val="F0997A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28" name="Freeform: Shape 327">
                  <a:extLst>
                    <a:ext uri="{FF2B5EF4-FFF2-40B4-BE49-F238E27FC236}">
                      <a16:creationId xmlns:a16="http://schemas.microsoft.com/office/drawing/2014/main" id="{EC1D36AA-8897-26E3-CB67-DF0B24D496D1}"/>
                    </a:ext>
                  </a:extLst>
                </p:cNvPr>
                <p:cNvSpPr/>
                <p:nvPr/>
              </p:nvSpPr>
              <p:spPr>
                <a:xfrm>
                  <a:off x="7337400" y="2348431"/>
                  <a:ext cx="212751" cy="293775"/>
                </a:xfrm>
                <a:custGeom>
                  <a:avLst/>
                  <a:gdLst>
                    <a:gd name="csX0" fmla="*/ 212752 w 212751"/>
                    <a:gd name="csY0" fmla="*/ 0 h 293775"/>
                    <a:gd name="csX1" fmla="*/ 110670 w 212751"/>
                    <a:gd name="csY1" fmla="*/ 31140 h 293775"/>
                    <a:gd name="csX2" fmla="*/ 0 w 212751"/>
                    <a:gd name="csY2" fmla="*/ 176609 h 293775"/>
                    <a:gd name="csX3" fmla="*/ 60338 w 212751"/>
                    <a:gd name="csY3" fmla="*/ 293775 h 293775"/>
                    <a:gd name="csX4" fmla="*/ 102829 w 212751"/>
                    <a:gd name="csY4" fmla="*/ 270028 h 293775"/>
                    <a:gd name="csX5" fmla="*/ 212752 w 212751"/>
                    <a:gd name="csY5" fmla="*/ 0 h 29377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</a:cxnLst>
                  <a:rect l="l" t="t" r="r" b="b"/>
                  <a:pathLst>
                    <a:path w="212751" h="293775">
                      <a:moveTo>
                        <a:pt x="212752" y="0"/>
                      </a:moveTo>
                      <a:cubicBezTo>
                        <a:pt x="171680" y="1493"/>
                        <a:pt x="139868" y="8065"/>
                        <a:pt x="110670" y="31140"/>
                      </a:cubicBezTo>
                      <a:cubicBezTo>
                        <a:pt x="81472" y="54215"/>
                        <a:pt x="0" y="176609"/>
                        <a:pt x="0" y="176609"/>
                      </a:cubicBezTo>
                      <a:lnTo>
                        <a:pt x="60338" y="293775"/>
                      </a:lnTo>
                      <a:lnTo>
                        <a:pt x="102829" y="270028"/>
                      </a:lnTo>
                      <a:cubicBezTo>
                        <a:pt x="102829" y="270028"/>
                        <a:pt x="211632" y="23224"/>
                        <a:pt x="212752" y="0"/>
                      </a:cubicBezTo>
                      <a:close/>
                    </a:path>
                  </a:pathLst>
                </a:custGeom>
                <a:solidFill>
                  <a:srgbClr val="30261C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29" name="Freeform: Shape 328">
                  <a:extLst>
                    <a:ext uri="{FF2B5EF4-FFF2-40B4-BE49-F238E27FC236}">
                      <a16:creationId xmlns:a16="http://schemas.microsoft.com/office/drawing/2014/main" id="{BF1C6B80-9FFB-CD59-338D-6A4560100B1F}"/>
                    </a:ext>
                  </a:extLst>
                </p:cNvPr>
                <p:cNvSpPr/>
                <p:nvPr/>
              </p:nvSpPr>
              <p:spPr>
                <a:xfrm>
                  <a:off x="7395185" y="2325729"/>
                  <a:ext cx="446298" cy="579255"/>
                </a:xfrm>
                <a:custGeom>
                  <a:avLst/>
                  <a:gdLst>
                    <a:gd name="csX0" fmla="*/ 39144 w 446298"/>
                    <a:gd name="csY0" fmla="*/ 386448 h 579255"/>
                    <a:gd name="csX1" fmla="*/ 27869 w 446298"/>
                    <a:gd name="csY1" fmla="*/ 286606 h 579255"/>
                    <a:gd name="csX2" fmla="*/ 3897 w 446298"/>
                    <a:gd name="csY2" fmla="*/ 193112 h 579255"/>
                    <a:gd name="csX3" fmla="*/ 77752 w 446298"/>
                    <a:gd name="csY3" fmla="*/ 90134 h 579255"/>
                    <a:gd name="csX4" fmla="*/ 157431 w 446298"/>
                    <a:gd name="csY4" fmla="*/ 22926 h 579255"/>
                    <a:gd name="csX5" fmla="*/ 212916 w 446298"/>
                    <a:gd name="csY5" fmla="*/ 14263 h 579255"/>
                    <a:gd name="csX6" fmla="*/ 323287 w 446298"/>
                    <a:gd name="csY6" fmla="*/ 0 h 579255"/>
                    <a:gd name="csX7" fmla="*/ 359878 w 446298"/>
                    <a:gd name="csY7" fmla="*/ 16727 h 579255"/>
                    <a:gd name="csX8" fmla="*/ 418723 w 446298"/>
                    <a:gd name="csY8" fmla="*/ 26286 h 579255"/>
                    <a:gd name="csX9" fmla="*/ 437093 w 446298"/>
                    <a:gd name="csY9" fmla="*/ 197145 h 579255"/>
                    <a:gd name="csX10" fmla="*/ 390196 w 446298"/>
                    <a:gd name="csY10" fmla="*/ 376367 h 579255"/>
                    <a:gd name="csX11" fmla="*/ 435002 w 446298"/>
                    <a:gd name="csY11" fmla="*/ 524300 h 579255"/>
                    <a:gd name="csX12" fmla="*/ 196860 w 446298"/>
                    <a:gd name="csY12" fmla="*/ 579187 h 579255"/>
                    <a:gd name="csX13" fmla="*/ 4570 w 446298"/>
                    <a:gd name="csY13" fmla="*/ 537518 h 579255"/>
                    <a:gd name="csX14" fmla="*/ 39144 w 446298"/>
                    <a:gd name="csY14" fmla="*/ 386448 h 57925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46298" h="579255">
                      <a:moveTo>
                        <a:pt x="39144" y="386448"/>
                      </a:moveTo>
                      <a:cubicBezTo>
                        <a:pt x="39144" y="372932"/>
                        <a:pt x="26450" y="315655"/>
                        <a:pt x="27869" y="286606"/>
                      </a:cubicBezTo>
                      <a:cubicBezTo>
                        <a:pt x="10917" y="264204"/>
                        <a:pt x="-8424" y="232690"/>
                        <a:pt x="3897" y="193112"/>
                      </a:cubicBezTo>
                      <a:cubicBezTo>
                        <a:pt x="15024" y="157417"/>
                        <a:pt x="31080" y="134492"/>
                        <a:pt x="77752" y="90134"/>
                      </a:cubicBezTo>
                      <a:cubicBezTo>
                        <a:pt x="115687" y="54065"/>
                        <a:pt x="143542" y="21059"/>
                        <a:pt x="157431" y="22926"/>
                      </a:cubicBezTo>
                      <a:cubicBezTo>
                        <a:pt x="173636" y="24792"/>
                        <a:pt x="212916" y="14263"/>
                        <a:pt x="212916" y="14263"/>
                      </a:cubicBezTo>
                      <a:lnTo>
                        <a:pt x="323287" y="0"/>
                      </a:lnTo>
                      <a:cubicBezTo>
                        <a:pt x="322316" y="17698"/>
                        <a:pt x="344345" y="20685"/>
                        <a:pt x="359878" y="16727"/>
                      </a:cubicBezTo>
                      <a:cubicBezTo>
                        <a:pt x="377203" y="12322"/>
                        <a:pt x="393631" y="21581"/>
                        <a:pt x="418723" y="26286"/>
                      </a:cubicBezTo>
                      <a:cubicBezTo>
                        <a:pt x="437018" y="29796"/>
                        <a:pt x="459122" y="134716"/>
                        <a:pt x="437093" y="197145"/>
                      </a:cubicBezTo>
                      <a:cubicBezTo>
                        <a:pt x="418499" y="249418"/>
                        <a:pt x="394303" y="330815"/>
                        <a:pt x="390196" y="376367"/>
                      </a:cubicBezTo>
                      <a:cubicBezTo>
                        <a:pt x="412002" y="432001"/>
                        <a:pt x="449190" y="503316"/>
                        <a:pt x="435002" y="524300"/>
                      </a:cubicBezTo>
                      <a:cubicBezTo>
                        <a:pt x="435002" y="524300"/>
                        <a:pt x="361670" y="581502"/>
                        <a:pt x="196860" y="579187"/>
                      </a:cubicBezTo>
                      <a:cubicBezTo>
                        <a:pt x="32050" y="576872"/>
                        <a:pt x="4570" y="537518"/>
                        <a:pt x="4570" y="537518"/>
                      </a:cubicBezTo>
                      <a:cubicBezTo>
                        <a:pt x="-7154" y="516310"/>
                        <a:pt x="22417" y="440140"/>
                        <a:pt x="39144" y="386448"/>
                      </a:cubicBezTo>
                      <a:close/>
                    </a:path>
                  </a:pathLst>
                </a:custGeom>
                <a:solidFill>
                  <a:srgbClr val="F0F0F0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30" name="Freeform: Shape 329">
                  <a:extLst>
                    <a:ext uri="{FF2B5EF4-FFF2-40B4-BE49-F238E27FC236}">
                      <a16:creationId xmlns:a16="http://schemas.microsoft.com/office/drawing/2014/main" id="{661C72C9-D5B3-3DE3-52CA-81B95B9D8623}"/>
                    </a:ext>
                  </a:extLst>
                </p:cNvPr>
                <p:cNvSpPr/>
                <p:nvPr/>
              </p:nvSpPr>
              <p:spPr>
                <a:xfrm>
                  <a:off x="7513561" y="2612336"/>
                  <a:ext cx="175339" cy="59340"/>
                </a:xfrm>
                <a:custGeom>
                  <a:avLst/>
                  <a:gdLst>
                    <a:gd name="csX0" fmla="*/ 0 w 175339"/>
                    <a:gd name="csY0" fmla="*/ 0 h 59340"/>
                    <a:gd name="csX1" fmla="*/ 175339 w 175339"/>
                    <a:gd name="csY1" fmla="*/ 13964 h 59340"/>
                    <a:gd name="csX2" fmla="*/ 0 w 175339"/>
                    <a:gd name="csY2" fmla="*/ 0 h 593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175339" h="59340">
                      <a:moveTo>
                        <a:pt x="0" y="0"/>
                      </a:moveTo>
                      <a:cubicBezTo>
                        <a:pt x="23523" y="27929"/>
                        <a:pt x="112537" y="65715"/>
                        <a:pt x="175339" y="13964"/>
                      </a:cubicBezTo>
                      <a:cubicBezTo>
                        <a:pt x="159209" y="75871"/>
                        <a:pt x="21059" y="77439"/>
                        <a:pt x="0" y="0"/>
                      </a:cubicBezTo>
                      <a:close/>
                    </a:path>
                  </a:pathLst>
                </a:custGeom>
                <a:solidFill>
                  <a:srgbClr val="E0E0E0"/>
                </a:solidFill>
                <a:ln w="7449" cap="flat">
                  <a:noFill/>
                  <a:prstDash val="solid"/>
                  <a:miter/>
                </a:ln>
              </p:spPr>
            </p:sp>
            <p:grpSp>
              <p:nvGrpSpPr>
                <p:cNvPr id="331" name="Graphic 4">
                  <a:extLst>
                    <a:ext uri="{FF2B5EF4-FFF2-40B4-BE49-F238E27FC236}">
                      <a16:creationId xmlns:a16="http://schemas.microsoft.com/office/drawing/2014/main" id="{63535D48-A42A-5CF4-A5F4-4C2C61B78011}"/>
                    </a:ext>
                  </a:extLst>
                </p:cNvPr>
                <p:cNvGrpSpPr/>
                <p:nvPr/>
              </p:nvGrpSpPr>
              <p:grpSpPr>
                <a:xfrm>
                  <a:off x="7435250" y="1953468"/>
                  <a:ext cx="408176" cy="497181"/>
                  <a:chOff x="7435250" y="1953468"/>
                  <a:chExt cx="408176" cy="497181"/>
                </a:xfrm>
              </p:grpSpPr>
              <p:sp>
                <p:nvSpPr>
                  <p:cNvPr id="332" name="Freeform: Shape 331">
                    <a:extLst>
                      <a:ext uri="{FF2B5EF4-FFF2-40B4-BE49-F238E27FC236}">
                        <a16:creationId xmlns:a16="http://schemas.microsoft.com/office/drawing/2014/main" id="{4C01A8A0-AEED-D563-1127-F32ACEC4EA8E}"/>
                      </a:ext>
                    </a:extLst>
                  </p:cNvPr>
                  <p:cNvSpPr/>
                  <p:nvPr/>
                </p:nvSpPr>
                <p:spPr>
                  <a:xfrm>
                    <a:off x="7435250" y="1953468"/>
                    <a:ext cx="408176" cy="376581"/>
                  </a:xfrm>
                  <a:custGeom>
                    <a:avLst/>
                    <a:gdLst>
                      <a:gd name="csX0" fmla="*/ 82866 w 408176"/>
                      <a:gd name="csY0" fmla="*/ 364868 h 376581"/>
                      <a:gd name="csX1" fmla="*/ 175091 w 408176"/>
                      <a:gd name="csY1" fmla="*/ 371440 h 376581"/>
                      <a:gd name="csX2" fmla="*/ 261566 w 408176"/>
                      <a:gd name="csY2" fmla="*/ 363972 h 376581"/>
                      <a:gd name="csX3" fmla="*/ 333404 w 408176"/>
                      <a:gd name="csY3" fmla="*/ 357177 h 376581"/>
                      <a:gd name="csX4" fmla="*/ 364619 w 408176"/>
                      <a:gd name="csY4" fmla="*/ 302514 h 376581"/>
                      <a:gd name="csX5" fmla="*/ 358047 w 408176"/>
                      <a:gd name="csY5" fmla="*/ 347319 h 376581"/>
                      <a:gd name="csX6" fmla="*/ 405541 w 408176"/>
                      <a:gd name="csY6" fmla="*/ 284368 h 376581"/>
                      <a:gd name="csX7" fmla="*/ 375671 w 408176"/>
                      <a:gd name="csY7" fmla="*/ 191247 h 376581"/>
                      <a:gd name="csX8" fmla="*/ 335719 w 408176"/>
                      <a:gd name="csY8" fmla="*/ 87298 h 376581"/>
                      <a:gd name="csX9" fmla="*/ 327654 w 408176"/>
                      <a:gd name="csY9" fmla="*/ 66314 h 376581"/>
                      <a:gd name="csX10" fmla="*/ 313839 w 408176"/>
                      <a:gd name="csY10" fmla="*/ 46749 h 376581"/>
                      <a:gd name="csX11" fmla="*/ 272543 w 408176"/>
                      <a:gd name="csY11" fmla="*/ 16355 h 376581"/>
                      <a:gd name="csX12" fmla="*/ 160156 w 408176"/>
                      <a:gd name="csY12" fmla="*/ 375 h 376581"/>
                      <a:gd name="csX13" fmla="*/ 35223 w 408176"/>
                      <a:gd name="csY13" fmla="*/ 58697 h 376581"/>
                      <a:gd name="csX14" fmla="*/ 28801 w 408176"/>
                      <a:gd name="csY14" fmla="*/ 113808 h 376581"/>
                      <a:gd name="csX15" fmla="*/ 50308 w 408176"/>
                      <a:gd name="csY15" fmla="*/ 156373 h 376581"/>
                      <a:gd name="csX16" fmla="*/ 21482 w 408176"/>
                      <a:gd name="csY16" fmla="*/ 212903 h 376581"/>
                      <a:gd name="csX17" fmla="*/ 31340 w 408176"/>
                      <a:gd name="csY17" fmla="*/ 331040 h 376581"/>
                      <a:gd name="csX18" fmla="*/ 31340 w 408176"/>
                      <a:gd name="csY18" fmla="*/ 290491 h 376581"/>
                      <a:gd name="csX19" fmla="*/ 82866 w 408176"/>
                      <a:gd name="csY19" fmla="*/ 364868 h 37658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</a:cxnLst>
                    <a:rect l="l" t="t" r="r" b="b"/>
                    <a:pathLst>
                      <a:path w="408176" h="376581">
                        <a:moveTo>
                          <a:pt x="82866" y="364868"/>
                        </a:moveTo>
                        <a:cubicBezTo>
                          <a:pt x="111895" y="377770"/>
                          <a:pt x="144526" y="380095"/>
                          <a:pt x="175091" y="371440"/>
                        </a:cubicBezTo>
                        <a:cubicBezTo>
                          <a:pt x="204092" y="371832"/>
                          <a:pt x="233061" y="369331"/>
                          <a:pt x="261566" y="363972"/>
                        </a:cubicBezTo>
                        <a:cubicBezTo>
                          <a:pt x="261566" y="363972"/>
                          <a:pt x="304878" y="370992"/>
                          <a:pt x="333404" y="357177"/>
                        </a:cubicBezTo>
                        <a:cubicBezTo>
                          <a:pt x="361930" y="343362"/>
                          <a:pt x="364619" y="302514"/>
                          <a:pt x="364619" y="302514"/>
                        </a:cubicBezTo>
                        <a:cubicBezTo>
                          <a:pt x="364619" y="302514"/>
                          <a:pt x="378882" y="328650"/>
                          <a:pt x="358047" y="347319"/>
                        </a:cubicBezTo>
                        <a:cubicBezTo>
                          <a:pt x="398522" y="354787"/>
                          <a:pt x="415100" y="312222"/>
                          <a:pt x="405541" y="284368"/>
                        </a:cubicBezTo>
                        <a:cubicBezTo>
                          <a:pt x="392547" y="246507"/>
                          <a:pt x="372684" y="237546"/>
                          <a:pt x="375671" y="191247"/>
                        </a:cubicBezTo>
                        <a:cubicBezTo>
                          <a:pt x="378658" y="144948"/>
                          <a:pt x="378359" y="102457"/>
                          <a:pt x="335719" y="87298"/>
                        </a:cubicBezTo>
                        <a:cubicBezTo>
                          <a:pt x="332616" y="80469"/>
                          <a:pt x="329923" y="73462"/>
                          <a:pt x="327654" y="66314"/>
                        </a:cubicBezTo>
                        <a:cubicBezTo>
                          <a:pt x="323809" y="59287"/>
                          <a:pt x="319174" y="52723"/>
                          <a:pt x="313839" y="46749"/>
                        </a:cubicBezTo>
                        <a:cubicBezTo>
                          <a:pt x="302239" y="33965"/>
                          <a:pt x="288198" y="23631"/>
                          <a:pt x="272543" y="16355"/>
                        </a:cubicBezTo>
                        <a:cubicBezTo>
                          <a:pt x="237445" y="-372"/>
                          <a:pt x="197867" y="-745"/>
                          <a:pt x="160156" y="375"/>
                        </a:cubicBezTo>
                        <a:cubicBezTo>
                          <a:pt x="113185" y="1719"/>
                          <a:pt x="61882" y="17102"/>
                          <a:pt x="35223" y="58697"/>
                        </a:cubicBezTo>
                        <a:cubicBezTo>
                          <a:pt x="24577" y="75050"/>
                          <a:pt x="22200" y="95444"/>
                          <a:pt x="28801" y="113808"/>
                        </a:cubicBezTo>
                        <a:cubicBezTo>
                          <a:pt x="34850" y="128295"/>
                          <a:pt x="46723" y="140840"/>
                          <a:pt x="50308" y="156373"/>
                        </a:cubicBezTo>
                        <a:cubicBezTo>
                          <a:pt x="55311" y="177954"/>
                          <a:pt x="33655" y="197893"/>
                          <a:pt x="21482" y="212903"/>
                        </a:cubicBezTo>
                        <a:cubicBezTo>
                          <a:pt x="2589" y="236202"/>
                          <a:pt x="-19664" y="288848"/>
                          <a:pt x="31340" y="331040"/>
                        </a:cubicBezTo>
                        <a:cubicBezTo>
                          <a:pt x="24247" y="318454"/>
                          <a:pt x="24247" y="303077"/>
                          <a:pt x="31340" y="290491"/>
                        </a:cubicBezTo>
                        <a:cubicBezTo>
                          <a:pt x="31564" y="318345"/>
                          <a:pt x="34177" y="340076"/>
                          <a:pt x="82866" y="364868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333" name="Freeform: Shape 332">
                    <a:extLst>
                      <a:ext uri="{FF2B5EF4-FFF2-40B4-BE49-F238E27FC236}">
                        <a16:creationId xmlns:a16="http://schemas.microsoft.com/office/drawing/2014/main" id="{10BE2ECC-ABDA-C81E-4F22-AF68C77776BC}"/>
                      </a:ext>
                    </a:extLst>
                  </p:cNvPr>
                  <p:cNvSpPr/>
                  <p:nvPr/>
                </p:nvSpPr>
                <p:spPr>
                  <a:xfrm>
                    <a:off x="7487564" y="2027226"/>
                    <a:ext cx="309248" cy="423423"/>
                  </a:xfrm>
                  <a:custGeom>
                    <a:avLst/>
                    <a:gdLst>
                      <a:gd name="csX0" fmla="*/ 6432 w 309248"/>
                      <a:gd name="csY0" fmla="*/ 76119 h 423423"/>
                      <a:gd name="csX1" fmla="*/ 13900 w 309248"/>
                      <a:gd name="csY1" fmla="*/ 45651 h 423423"/>
                      <a:gd name="csX2" fmla="*/ 81481 w 309248"/>
                      <a:gd name="csY2" fmla="*/ 9358 h 423423"/>
                      <a:gd name="csX3" fmla="*/ 124121 w 309248"/>
                      <a:gd name="csY3" fmla="*/ 16826 h 423423"/>
                      <a:gd name="csX4" fmla="*/ 169599 w 309248"/>
                      <a:gd name="csY4" fmla="*/ 19290 h 423423"/>
                      <a:gd name="csX5" fmla="*/ 207908 w 309248"/>
                      <a:gd name="csY5" fmla="*/ 81122 h 423423"/>
                      <a:gd name="csX6" fmla="*/ 207310 w 309248"/>
                      <a:gd name="csY6" fmla="*/ 121298 h 423423"/>
                      <a:gd name="csX7" fmla="*/ 234674 w 309248"/>
                      <a:gd name="csY7" fmla="*/ 151798 h 423423"/>
                      <a:gd name="csX8" fmla="*/ 236210 w 309248"/>
                      <a:gd name="csY8" fmla="*/ 151840 h 423423"/>
                      <a:gd name="csX9" fmla="*/ 293508 w 309248"/>
                      <a:gd name="csY9" fmla="*/ 140007 h 423423"/>
                      <a:gd name="csX10" fmla="*/ 302448 w 309248"/>
                      <a:gd name="csY10" fmla="*/ 147957 h 423423"/>
                      <a:gd name="csX11" fmla="*/ 280045 w 309248"/>
                      <a:gd name="csY11" fmla="*/ 217854 h 423423"/>
                      <a:gd name="csX12" fmla="*/ 235239 w 309248"/>
                      <a:gd name="csY12" fmla="*/ 220393 h 423423"/>
                      <a:gd name="csX13" fmla="*/ 231729 w 309248"/>
                      <a:gd name="csY13" fmla="*/ 283643 h 423423"/>
                      <a:gd name="csX14" fmla="*/ 231729 w 309248"/>
                      <a:gd name="csY14" fmla="*/ 285510 h 423423"/>
                      <a:gd name="csX15" fmla="*/ 249278 w 309248"/>
                      <a:gd name="csY15" fmla="*/ 315381 h 423423"/>
                      <a:gd name="csX16" fmla="*/ 80510 w 309248"/>
                      <a:gd name="csY16" fmla="*/ 423063 h 423423"/>
                      <a:gd name="csX17" fmla="*/ 79241 w 309248"/>
                      <a:gd name="csY17" fmla="*/ 319936 h 423423"/>
                      <a:gd name="csX18" fmla="*/ 99852 w 309248"/>
                      <a:gd name="csY18" fmla="*/ 300072 h 423423"/>
                      <a:gd name="csX19" fmla="*/ 101121 w 309248"/>
                      <a:gd name="csY19" fmla="*/ 274085 h 423423"/>
                      <a:gd name="csX20" fmla="*/ 41380 w 309248"/>
                      <a:gd name="csY20" fmla="*/ 266617 h 423423"/>
                      <a:gd name="csX21" fmla="*/ 607 w 309248"/>
                      <a:gd name="csY21" fmla="*/ 137876 h 423423"/>
                      <a:gd name="csX22" fmla="*/ 6432 w 309248"/>
                      <a:gd name="csY22" fmla="*/ 76119 h 42342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</a:cxnLst>
                    <a:rect l="l" t="t" r="r" b="b"/>
                    <a:pathLst>
                      <a:path w="309248" h="423423">
                        <a:moveTo>
                          <a:pt x="6432" y="76119"/>
                        </a:moveTo>
                        <a:cubicBezTo>
                          <a:pt x="8299" y="65739"/>
                          <a:pt x="10987" y="55732"/>
                          <a:pt x="13900" y="45651"/>
                        </a:cubicBezTo>
                        <a:cubicBezTo>
                          <a:pt x="34062" y="-7966"/>
                          <a:pt x="62364" y="-5875"/>
                          <a:pt x="81481" y="9358"/>
                        </a:cubicBezTo>
                        <a:cubicBezTo>
                          <a:pt x="93349" y="19267"/>
                          <a:pt x="109593" y="22112"/>
                          <a:pt x="124121" y="16826"/>
                        </a:cubicBezTo>
                        <a:cubicBezTo>
                          <a:pt x="138927" y="11052"/>
                          <a:pt x="155504" y="11950"/>
                          <a:pt x="169599" y="19290"/>
                        </a:cubicBezTo>
                        <a:cubicBezTo>
                          <a:pt x="192823" y="29222"/>
                          <a:pt x="207609" y="50878"/>
                          <a:pt x="207908" y="81122"/>
                        </a:cubicBezTo>
                        <a:cubicBezTo>
                          <a:pt x="207908" y="81122"/>
                          <a:pt x="207310" y="114278"/>
                          <a:pt x="207310" y="121298"/>
                        </a:cubicBezTo>
                        <a:cubicBezTo>
                          <a:pt x="206444" y="137276"/>
                          <a:pt x="218695" y="150932"/>
                          <a:pt x="234674" y="151798"/>
                        </a:cubicBezTo>
                        <a:cubicBezTo>
                          <a:pt x="235186" y="151825"/>
                          <a:pt x="235698" y="151840"/>
                          <a:pt x="236210" y="151840"/>
                        </a:cubicBezTo>
                        <a:cubicBezTo>
                          <a:pt x="248765" y="132750"/>
                          <a:pt x="274418" y="127453"/>
                          <a:pt x="293508" y="140007"/>
                        </a:cubicBezTo>
                        <a:cubicBezTo>
                          <a:pt x="296857" y="142210"/>
                          <a:pt x="299868" y="144888"/>
                          <a:pt x="302448" y="147957"/>
                        </a:cubicBezTo>
                        <a:cubicBezTo>
                          <a:pt x="317831" y="168344"/>
                          <a:pt x="305733" y="200902"/>
                          <a:pt x="280045" y="217854"/>
                        </a:cubicBezTo>
                        <a:cubicBezTo>
                          <a:pt x="249278" y="238315"/>
                          <a:pt x="235239" y="220393"/>
                          <a:pt x="235239" y="220393"/>
                        </a:cubicBezTo>
                        <a:lnTo>
                          <a:pt x="231729" y="283643"/>
                        </a:lnTo>
                        <a:cubicBezTo>
                          <a:pt x="231729" y="284315"/>
                          <a:pt x="231729" y="284913"/>
                          <a:pt x="231729" y="285510"/>
                        </a:cubicBezTo>
                        <a:cubicBezTo>
                          <a:pt x="230833" y="302760"/>
                          <a:pt x="230236" y="311423"/>
                          <a:pt x="249278" y="315381"/>
                        </a:cubicBezTo>
                        <a:cubicBezTo>
                          <a:pt x="219931" y="375868"/>
                          <a:pt x="176320" y="428291"/>
                          <a:pt x="80510" y="423063"/>
                        </a:cubicBezTo>
                        <a:cubicBezTo>
                          <a:pt x="-26351" y="417313"/>
                          <a:pt x="79241" y="319936"/>
                          <a:pt x="79241" y="319936"/>
                        </a:cubicBezTo>
                        <a:cubicBezTo>
                          <a:pt x="79241" y="319936"/>
                          <a:pt x="99254" y="316725"/>
                          <a:pt x="99852" y="300072"/>
                        </a:cubicBezTo>
                        <a:lnTo>
                          <a:pt x="101121" y="274085"/>
                        </a:lnTo>
                        <a:cubicBezTo>
                          <a:pt x="80910" y="277677"/>
                          <a:pt x="60085" y="275074"/>
                          <a:pt x="41380" y="266617"/>
                        </a:cubicBezTo>
                        <a:cubicBezTo>
                          <a:pt x="17111" y="254370"/>
                          <a:pt x="-3873" y="229279"/>
                          <a:pt x="607" y="137876"/>
                        </a:cubicBezTo>
                        <a:cubicBezTo>
                          <a:pt x="1258" y="117189"/>
                          <a:pt x="3203" y="96563"/>
                          <a:pt x="6432" y="76119"/>
                        </a:cubicBezTo>
                        <a:close/>
                      </a:path>
                    </a:pathLst>
                  </a:custGeom>
                  <a:solidFill>
                    <a:srgbClr val="FFBDA7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334" name="Freeform: Shape 333">
                    <a:extLst>
                      <a:ext uri="{FF2B5EF4-FFF2-40B4-BE49-F238E27FC236}">
                        <a16:creationId xmlns:a16="http://schemas.microsoft.com/office/drawing/2014/main" id="{412DFF68-DABA-7A09-92AC-0A0224A33BEA}"/>
                      </a:ext>
                    </a:extLst>
                  </p:cNvPr>
                  <p:cNvSpPr/>
                  <p:nvPr/>
                </p:nvSpPr>
                <p:spPr>
                  <a:xfrm>
                    <a:off x="7564266" y="2219465"/>
                    <a:ext cx="43205" cy="27098"/>
                  </a:xfrm>
                  <a:custGeom>
                    <a:avLst/>
                    <a:gdLst>
                      <a:gd name="csX0" fmla="*/ 42789 w 43205"/>
                      <a:gd name="csY0" fmla="*/ 0 h 27098"/>
                      <a:gd name="csX1" fmla="*/ 0 w 43205"/>
                      <a:gd name="csY1" fmla="*/ 9036 h 27098"/>
                      <a:gd name="csX2" fmla="*/ 24538 w 43205"/>
                      <a:gd name="csY2" fmla="*/ 26828 h 27098"/>
                      <a:gd name="csX3" fmla="*/ 25465 w 43205"/>
                      <a:gd name="csY3" fmla="*/ 26659 h 27098"/>
                      <a:gd name="csX4" fmla="*/ 42789 w 43205"/>
                      <a:gd name="csY4" fmla="*/ 0 h 2709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43205" h="27098">
                        <a:moveTo>
                          <a:pt x="42789" y="0"/>
                        </a:moveTo>
                        <a:lnTo>
                          <a:pt x="0" y="9036"/>
                        </a:lnTo>
                        <a:cubicBezTo>
                          <a:pt x="1863" y="20725"/>
                          <a:pt x="12849" y="28691"/>
                          <a:pt x="24538" y="26828"/>
                        </a:cubicBezTo>
                        <a:cubicBezTo>
                          <a:pt x="24848" y="26779"/>
                          <a:pt x="25157" y="26722"/>
                          <a:pt x="25465" y="26659"/>
                        </a:cubicBezTo>
                        <a:cubicBezTo>
                          <a:pt x="37464" y="23871"/>
                          <a:pt x="45116" y="12098"/>
                          <a:pt x="42789" y="0"/>
                        </a:cubicBezTo>
                        <a:close/>
                      </a:path>
                    </a:pathLst>
                  </a:custGeom>
                  <a:solidFill>
                    <a:srgbClr val="B16668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335" name="Freeform: Shape 334">
                    <a:extLst>
                      <a:ext uri="{FF2B5EF4-FFF2-40B4-BE49-F238E27FC236}">
                        <a16:creationId xmlns:a16="http://schemas.microsoft.com/office/drawing/2014/main" id="{669A19FC-6FA2-FA61-6E15-2B6A3B381342}"/>
                      </a:ext>
                    </a:extLst>
                  </p:cNvPr>
                  <p:cNvSpPr/>
                  <p:nvPr/>
                </p:nvSpPr>
                <p:spPr>
                  <a:xfrm>
                    <a:off x="7578006" y="2230160"/>
                    <a:ext cx="27630" cy="16350"/>
                  </a:xfrm>
                  <a:custGeom>
                    <a:avLst/>
                    <a:gdLst>
                      <a:gd name="csX0" fmla="*/ 27630 w 27630"/>
                      <a:gd name="csY0" fmla="*/ 2598 h 16350"/>
                      <a:gd name="csX1" fmla="*/ 19715 w 27630"/>
                      <a:gd name="csY1" fmla="*/ 59 h 16350"/>
                      <a:gd name="csX2" fmla="*/ 0 w 27630"/>
                      <a:gd name="csY2" fmla="*/ 14994 h 16350"/>
                      <a:gd name="csX3" fmla="*/ 11724 w 27630"/>
                      <a:gd name="csY3" fmla="*/ 15890 h 16350"/>
                      <a:gd name="csX4" fmla="*/ 27630 w 27630"/>
                      <a:gd name="csY4" fmla="*/ 2598 h 1635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27630" h="16350">
                        <a:moveTo>
                          <a:pt x="27630" y="2598"/>
                        </a:moveTo>
                        <a:cubicBezTo>
                          <a:pt x="25211" y="1179"/>
                          <a:pt x="22508" y="312"/>
                          <a:pt x="19715" y="59"/>
                        </a:cubicBezTo>
                        <a:cubicBezTo>
                          <a:pt x="10305" y="-688"/>
                          <a:pt x="1828" y="5733"/>
                          <a:pt x="0" y="14994"/>
                        </a:cubicBezTo>
                        <a:cubicBezTo>
                          <a:pt x="3740" y="16417"/>
                          <a:pt x="7811" y="16728"/>
                          <a:pt x="11724" y="15890"/>
                        </a:cubicBezTo>
                        <a:cubicBezTo>
                          <a:pt x="18880" y="14326"/>
                          <a:pt x="24820" y="9363"/>
                          <a:pt x="27630" y="2598"/>
                        </a:cubicBezTo>
                        <a:close/>
                      </a:path>
                    </a:pathLst>
                  </a:custGeom>
                  <a:solidFill>
                    <a:srgbClr val="F28F8F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336" name="Freeform: Shape 335">
                    <a:extLst>
                      <a:ext uri="{FF2B5EF4-FFF2-40B4-BE49-F238E27FC236}">
                        <a16:creationId xmlns:a16="http://schemas.microsoft.com/office/drawing/2014/main" id="{292272BF-8743-812E-1C79-22BA24F57014}"/>
                      </a:ext>
                    </a:extLst>
                  </p:cNvPr>
                  <p:cNvSpPr/>
                  <p:nvPr/>
                </p:nvSpPr>
                <p:spPr>
                  <a:xfrm>
                    <a:off x="7512472" y="2085042"/>
                    <a:ext cx="26852" cy="20692"/>
                  </a:xfrm>
                  <a:custGeom>
                    <a:avLst/>
                    <a:gdLst>
                      <a:gd name="csX0" fmla="*/ 1239 w 26852"/>
                      <a:gd name="csY0" fmla="*/ 20692 h 20692"/>
                      <a:gd name="csX1" fmla="*/ 26853 w 26852"/>
                      <a:gd name="csY1" fmla="*/ 8744 h 20692"/>
                      <a:gd name="csX2" fmla="*/ 9432 w 26852"/>
                      <a:gd name="csY2" fmla="*/ 876 h 20692"/>
                      <a:gd name="csX3" fmla="*/ 8482 w 26852"/>
                      <a:gd name="csY3" fmla="*/ 1276 h 20692"/>
                      <a:gd name="csX4" fmla="*/ 1239 w 26852"/>
                      <a:gd name="csY4" fmla="*/ 20692 h 2069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26852" h="20692">
                        <a:moveTo>
                          <a:pt x="1239" y="20692"/>
                        </a:moveTo>
                        <a:lnTo>
                          <a:pt x="26853" y="8744"/>
                        </a:lnTo>
                        <a:cubicBezTo>
                          <a:pt x="24215" y="1761"/>
                          <a:pt x="16415" y="-1762"/>
                          <a:pt x="9432" y="876"/>
                        </a:cubicBezTo>
                        <a:cubicBezTo>
                          <a:pt x="9111" y="997"/>
                          <a:pt x="8794" y="1131"/>
                          <a:pt x="8482" y="1276"/>
                        </a:cubicBezTo>
                        <a:cubicBezTo>
                          <a:pt x="1240" y="4748"/>
                          <a:pt x="-1960" y="13325"/>
                          <a:pt x="1239" y="20692"/>
                        </a:cubicBezTo>
                        <a:close/>
                      </a:path>
                    </a:pathLst>
                  </a:custGeom>
                  <a:solidFill>
                    <a:srgbClr val="263238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337" name="Freeform: Shape 336">
                    <a:extLst>
                      <a:ext uri="{FF2B5EF4-FFF2-40B4-BE49-F238E27FC236}">
                        <a16:creationId xmlns:a16="http://schemas.microsoft.com/office/drawing/2014/main" id="{C376F065-15DA-D56A-A6C6-AECF88DA904A}"/>
                      </a:ext>
                    </a:extLst>
                  </p:cNvPr>
                  <p:cNvSpPr/>
                  <p:nvPr/>
                </p:nvSpPr>
                <p:spPr>
                  <a:xfrm>
                    <a:off x="7624081" y="2098034"/>
                    <a:ext cx="27251" cy="19947"/>
                  </a:xfrm>
                  <a:custGeom>
                    <a:avLst/>
                    <a:gdLst>
                      <a:gd name="csX0" fmla="*/ 0 w 27251"/>
                      <a:gd name="csY0" fmla="*/ 8148 h 19947"/>
                      <a:gd name="csX1" fmla="*/ 25689 w 27251"/>
                      <a:gd name="csY1" fmla="*/ 19947 h 19947"/>
                      <a:gd name="csX2" fmla="*/ 19981 w 27251"/>
                      <a:gd name="csY2" fmla="*/ 1593 h 19947"/>
                      <a:gd name="csX3" fmla="*/ 19341 w 27251"/>
                      <a:gd name="csY3" fmla="*/ 1278 h 19947"/>
                      <a:gd name="csX4" fmla="*/ 0 w 27251"/>
                      <a:gd name="csY4" fmla="*/ 8148 h 1994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27251" h="19947">
                        <a:moveTo>
                          <a:pt x="0" y="8148"/>
                        </a:moveTo>
                        <a:lnTo>
                          <a:pt x="25689" y="19947"/>
                        </a:lnTo>
                        <a:cubicBezTo>
                          <a:pt x="29181" y="13303"/>
                          <a:pt x="26625" y="5086"/>
                          <a:pt x="19981" y="1593"/>
                        </a:cubicBezTo>
                        <a:cubicBezTo>
                          <a:pt x="19771" y="1483"/>
                          <a:pt x="19557" y="1378"/>
                          <a:pt x="19341" y="1278"/>
                        </a:cubicBezTo>
                        <a:cubicBezTo>
                          <a:pt x="12092" y="-1926"/>
                          <a:pt x="3603" y="1089"/>
                          <a:pt x="0" y="8148"/>
                        </a:cubicBezTo>
                        <a:close/>
                      </a:path>
                    </a:pathLst>
                  </a:custGeom>
                  <a:solidFill>
                    <a:srgbClr val="263238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338" name="Freeform: Shape 337">
                    <a:extLst>
                      <a:ext uri="{FF2B5EF4-FFF2-40B4-BE49-F238E27FC236}">
                        <a16:creationId xmlns:a16="http://schemas.microsoft.com/office/drawing/2014/main" id="{17AA79E3-D191-9228-78CE-CE66F9CDD4CE}"/>
                      </a:ext>
                    </a:extLst>
                  </p:cNvPr>
                  <p:cNvSpPr/>
                  <p:nvPr/>
                </p:nvSpPr>
                <p:spPr>
                  <a:xfrm>
                    <a:off x="7525957" y="2122536"/>
                    <a:ext cx="58097" cy="76542"/>
                  </a:xfrm>
                  <a:custGeom>
                    <a:avLst/>
                    <a:gdLst>
                      <a:gd name="csX0" fmla="*/ 58098 w 58097"/>
                      <a:gd name="csY0" fmla="*/ 0 h 76542"/>
                      <a:gd name="csX1" fmla="*/ 39728 w 58097"/>
                      <a:gd name="csY1" fmla="*/ 76543 h 76542"/>
                      <a:gd name="csX2" fmla="*/ 0 w 58097"/>
                      <a:gd name="csY2" fmla="*/ 53767 h 76542"/>
                      <a:gd name="csX3" fmla="*/ 58098 w 58097"/>
                      <a:gd name="csY3" fmla="*/ 0 h 7654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</a:cxnLst>
                    <a:rect l="l" t="t" r="r" b="b"/>
                    <a:pathLst>
                      <a:path w="58097" h="76542">
                        <a:moveTo>
                          <a:pt x="58098" y="0"/>
                        </a:moveTo>
                        <a:lnTo>
                          <a:pt x="39728" y="76543"/>
                        </a:lnTo>
                        <a:lnTo>
                          <a:pt x="0" y="53767"/>
                        </a:lnTo>
                        <a:lnTo>
                          <a:pt x="58098" y="0"/>
                        </a:lnTo>
                        <a:close/>
                      </a:path>
                    </a:pathLst>
                  </a:custGeom>
                  <a:solidFill>
                    <a:srgbClr val="F0997A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339" name="Freeform: Shape 338">
                    <a:extLst>
                      <a:ext uri="{FF2B5EF4-FFF2-40B4-BE49-F238E27FC236}">
                        <a16:creationId xmlns:a16="http://schemas.microsoft.com/office/drawing/2014/main" id="{DA27044F-EB77-9F76-AAE8-BFAF2E748566}"/>
                      </a:ext>
                    </a:extLst>
                  </p:cNvPr>
                  <p:cNvSpPr/>
                  <p:nvPr/>
                </p:nvSpPr>
                <p:spPr>
                  <a:xfrm>
                    <a:off x="7588088" y="2250904"/>
                    <a:ext cx="107010" cy="68926"/>
                  </a:xfrm>
                  <a:custGeom>
                    <a:avLst/>
                    <a:gdLst>
                      <a:gd name="csX0" fmla="*/ 821 w 107010"/>
                      <a:gd name="csY0" fmla="*/ 51153 h 68926"/>
                      <a:gd name="csX1" fmla="*/ 107011 w 107010"/>
                      <a:gd name="csY1" fmla="*/ 0 h 68926"/>
                      <a:gd name="csX2" fmla="*/ 75049 w 107010"/>
                      <a:gd name="csY2" fmla="*/ 47942 h 68926"/>
                      <a:gd name="csX3" fmla="*/ 0 w 107010"/>
                      <a:gd name="csY3" fmla="*/ 68926 h 6892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</a:cxnLst>
                    <a:rect l="l" t="t" r="r" b="b"/>
                    <a:pathLst>
                      <a:path w="107010" h="68926">
                        <a:moveTo>
                          <a:pt x="821" y="51153"/>
                        </a:moveTo>
                        <a:cubicBezTo>
                          <a:pt x="76692" y="41819"/>
                          <a:pt x="94540" y="22478"/>
                          <a:pt x="107011" y="0"/>
                        </a:cubicBezTo>
                        <a:cubicBezTo>
                          <a:pt x="107011" y="0"/>
                          <a:pt x="103352" y="33231"/>
                          <a:pt x="75049" y="47942"/>
                        </a:cubicBezTo>
                        <a:cubicBezTo>
                          <a:pt x="45179" y="63325"/>
                          <a:pt x="0" y="68926"/>
                          <a:pt x="0" y="68926"/>
                        </a:cubicBezTo>
                        <a:close/>
                      </a:path>
                    </a:pathLst>
                  </a:custGeom>
                  <a:solidFill>
                    <a:srgbClr val="F0997A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340" name="Freeform: Shape 339">
                    <a:extLst>
                      <a:ext uri="{FF2B5EF4-FFF2-40B4-BE49-F238E27FC236}">
                        <a16:creationId xmlns:a16="http://schemas.microsoft.com/office/drawing/2014/main" id="{1EEDF7C5-F8F5-3C92-7A52-6E15401501B8}"/>
                      </a:ext>
                    </a:extLst>
                  </p:cNvPr>
                  <p:cNvSpPr/>
                  <p:nvPr/>
                </p:nvSpPr>
                <p:spPr>
                  <a:xfrm>
                    <a:off x="7609130" y="2134782"/>
                    <a:ext cx="28183" cy="20353"/>
                  </a:xfrm>
                  <a:custGeom>
                    <a:avLst/>
                    <a:gdLst>
                      <a:gd name="csX0" fmla="*/ 27497 w 28183"/>
                      <a:gd name="csY0" fmla="*/ 18297 h 20353"/>
                      <a:gd name="csX1" fmla="*/ 15399 w 28183"/>
                      <a:gd name="csY1" fmla="*/ 10829 h 20353"/>
                      <a:gd name="csX2" fmla="*/ 464 w 28183"/>
                      <a:gd name="csY2" fmla="*/ 7693 h 20353"/>
                      <a:gd name="csX3" fmla="*/ 18487 w 28183"/>
                      <a:gd name="csY3" fmla="*/ 1323 h 20353"/>
                      <a:gd name="csX4" fmla="*/ 18685 w 28183"/>
                      <a:gd name="csY4" fmla="*/ 1420 h 20353"/>
                      <a:gd name="csX5" fmla="*/ 27645 w 28183"/>
                      <a:gd name="csY5" fmla="*/ 17825 h 20353"/>
                      <a:gd name="csX6" fmla="*/ 27497 w 28183"/>
                      <a:gd name="csY6" fmla="*/ 18297 h 2035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28183" h="20353">
                        <a:moveTo>
                          <a:pt x="27497" y="18297"/>
                        </a:moveTo>
                        <a:cubicBezTo>
                          <a:pt x="25332" y="24943"/>
                          <a:pt x="22942" y="13592"/>
                          <a:pt x="15399" y="10829"/>
                        </a:cubicBezTo>
                        <a:cubicBezTo>
                          <a:pt x="7857" y="8066"/>
                          <a:pt x="-2299" y="14339"/>
                          <a:pt x="464" y="7693"/>
                        </a:cubicBezTo>
                        <a:cubicBezTo>
                          <a:pt x="3682" y="957"/>
                          <a:pt x="11751" y="-1894"/>
                          <a:pt x="18487" y="1323"/>
                        </a:cubicBezTo>
                        <a:cubicBezTo>
                          <a:pt x="18553" y="1355"/>
                          <a:pt x="18619" y="1387"/>
                          <a:pt x="18685" y="1420"/>
                        </a:cubicBezTo>
                        <a:cubicBezTo>
                          <a:pt x="25690" y="3476"/>
                          <a:pt x="29701" y="10821"/>
                          <a:pt x="27645" y="17825"/>
                        </a:cubicBezTo>
                        <a:cubicBezTo>
                          <a:pt x="27599" y="17984"/>
                          <a:pt x="27549" y="18141"/>
                          <a:pt x="27497" y="18297"/>
                        </a:cubicBezTo>
                        <a:close/>
                      </a:path>
                    </a:pathLst>
                  </a:custGeom>
                  <a:solidFill>
                    <a:srgbClr val="263238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341" name="Freeform: Shape 340">
                    <a:extLst>
                      <a:ext uri="{FF2B5EF4-FFF2-40B4-BE49-F238E27FC236}">
                        <a16:creationId xmlns:a16="http://schemas.microsoft.com/office/drawing/2014/main" id="{DA22F7CE-D2B1-BD46-4C67-D5F95698B437}"/>
                      </a:ext>
                    </a:extLst>
                  </p:cNvPr>
                  <p:cNvSpPr/>
                  <p:nvPr/>
                </p:nvSpPr>
                <p:spPr>
                  <a:xfrm>
                    <a:off x="7512391" y="2124127"/>
                    <a:ext cx="29238" cy="17731"/>
                  </a:xfrm>
                  <a:custGeom>
                    <a:avLst/>
                    <a:gdLst>
                      <a:gd name="csX0" fmla="*/ 124 w 29238"/>
                      <a:gd name="csY0" fmla="*/ 15360 h 17731"/>
                      <a:gd name="csX1" fmla="*/ 13566 w 29238"/>
                      <a:gd name="csY1" fmla="*/ 10432 h 17731"/>
                      <a:gd name="csX2" fmla="*/ 29174 w 29238"/>
                      <a:gd name="csY2" fmla="*/ 10432 h 17731"/>
                      <a:gd name="csX3" fmla="*/ 12793 w 29238"/>
                      <a:gd name="csY3" fmla="*/ 376 h 17731"/>
                      <a:gd name="csX4" fmla="*/ 12595 w 29238"/>
                      <a:gd name="csY4" fmla="*/ 425 h 17731"/>
                      <a:gd name="csX5" fmla="*/ 12 w 29238"/>
                      <a:gd name="csY5" fmla="*/ 14104 h 17731"/>
                      <a:gd name="csX6" fmla="*/ 125 w 29238"/>
                      <a:gd name="csY6" fmla="*/ 15360 h 1773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29238" h="17731">
                        <a:moveTo>
                          <a:pt x="124" y="15360"/>
                        </a:moveTo>
                        <a:cubicBezTo>
                          <a:pt x="797" y="22380"/>
                          <a:pt x="5576" y="11701"/>
                          <a:pt x="13566" y="10432"/>
                        </a:cubicBezTo>
                        <a:cubicBezTo>
                          <a:pt x="21557" y="9162"/>
                          <a:pt x="30070" y="17526"/>
                          <a:pt x="29174" y="10432"/>
                        </a:cubicBezTo>
                        <a:cubicBezTo>
                          <a:pt x="27427" y="3132"/>
                          <a:pt x="20093" y="-1370"/>
                          <a:pt x="12793" y="376"/>
                        </a:cubicBezTo>
                        <a:cubicBezTo>
                          <a:pt x="12727" y="392"/>
                          <a:pt x="12661" y="408"/>
                          <a:pt x="12595" y="425"/>
                        </a:cubicBezTo>
                        <a:cubicBezTo>
                          <a:pt x="5343" y="728"/>
                          <a:pt x="-291" y="6852"/>
                          <a:pt x="12" y="14104"/>
                        </a:cubicBezTo>
                        <a:cubicBezTo>
                          <a:pt x="29" y="14525"/>
                          <a:pt x="67" y="14944"/>
                          <a:pt x="125" y="15360"/>
                        </a:cubicBezTo>
                        <a:close/>
                      </a:path>
                    </a:pathLst>
                  </a:custGeom>
                  <a:solidFill>
                    <a:srgbClr val="263238"/>
                  </a:solidFill>
                  <a:ln w="7449" cap="flat">
                    <a:noFill/>
                    <a:prstDash val="solid"/>
                    <a:miter/>
                  </a:ln>
                </p:spPr>
              </p:sp>
            </p:grpSp>
            <p:sp>
              <p:nvSpPr>
                <p:cNvPr id="342" name="Freeform: Shape 341">
                  <a:extLst>
                    <a:ext uri="{FF2B5EF4-FFF2-40B4-BE49-F238E27FC236}">
                      <a16:creationId xmlns:a16="http://schemas.microsoft.com/office/drawing/2014/main" id="{509BD468-B12B-385C-9EB8-2C1AF3B4317A}"/>
                    </a:ext>
                  </a:extLst>
                </p:cNvPr>
                <p:cNvSpPr/>
                <p:nvPr/>
              </p:nvSpPr>
              <p:spPr>
                <a:xfrm>
                  <a:off x="7765036" y="2354629"/>
                  <a:ext cx="133335" cy="412999"/>
                </a:xfrm>
                <a:custGeom>
                  <a:avLst/>
                  <a:gdLst>
                    <a:gd name="csX0" fmla="*/ 49021 w 133335"/>
                    <a:gd name="csY0" fmla="*/ 0 h 412999"/>
                    <a:gd name="csX1" fmla="*/ 125041 w 133335"/>
                    <a:gd name="csY1" fmla="*/ 70868 h 412999"/>
                    <a:gd name="csX2" fmla="*/ 127282 w 133335"/>
                    <a:gd name="csY2" fmla="*/ 306246 h 412999"/>
                    <a:gd name="csX3" fmla="*/ 98830 w 133335"/>
                    <a:gd name="csY3" fmla="*/ 412585 h 412999"/>
                    <a:gd name="csX4" fmla="*/ 7502 w 133335"/>
                    <a:gd name="csY4" fmla="*/ 316402 h 412999"/>
                    <a:gd name="csX5" fmla="*/ 34 w 133335"/>
                    <a:gd name="csY5" fmla="*/ 159583 h 412999"/>
                    <a:gd name="csX6" fmla="*/ 49021 w 133335"/>
                    <a:gd name="csY6" fmla="*/ 0 h 4129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133335" h="412999">
                      <a:moveTo>
                        <a:pt x="49021" y="0"/>
                      </a:moveTo>
                      <a:cubicBezTo>
                        <a:pt x="89197" y="11874"/>
                        <a:pt x="115035" y="23224"/>
                        <a:pt x="125041" y="70868"/>
                      </a:cubicBezTo>
                      <a:cubicBezTo>
                        <a:pt x="134600" y="116047"/>
                        <a:pt x="136616" y="241950"/>
                        <a:pt x="127282" y="306246"/>
                      </a:cubicBezTo>
                      <a:cubicBezTo>
                        <a:pt x="117947" y="370542"/>
                        <a:pt x="110032" y="404893"/>
                        <a:pt x="98830" y="412585"/>
                      </a:cubicBezTo>
                      <a:cubicBezTo>
                        <a:pt x="87629" y="420277"/>
                        <a:pt x="5635" y="318344"/>
                        <a:pt x="7502" y="316402"/>
                      </a:cubicBezTo>
                      <a:cubicBezTo>
                        <a:pt x="9368" y="314461"/>
                        <a:pt x="34" y="159583"/>
                        <a:pt x="34" y="159583"/>
                      </a:cubicBezTo>
                      <a:cubicBezTo>
                        <a:pt x="34" y="159583"/>
                        <a:pt x="-3028" y="22254"/>
                        <a:pt x="49021" y="0"/>
                      </a:cubicBezTo>
                      <a:close/>
                    </a:path>
                  </a:pathLst>
                </a:custGeom>
                <a:solidFill>
                  <a:srgbClr val="FFBDA7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43" name="Freeform: Shape 342">
                  <a:extLst>
                    <a:ext uri="{FF2B5EF4-FFF2-40B4-BE49-F238E27FC236}">
                      <a16:creationId xmlns:a16="http://schemas.microsoft.com/office/drawing/2014/main" id="{2C428A33-09B5-96BF-79F4-CEE73DC4141B}"/>
                    </a:ext>
                  </a:extLst>
                </p:cNvPr>
                <p:cNvSpPr/>
                <p:nvPr/>
              </p:nvSpPr>
              <p:spPr>
                <a:xfrm>
                  <a:off x="7764740" y="2480234"/>
                  <a:ext cx="95317" cy="171306"/>
                </a:xfrm>
                <a:custGeom>
                  <a:avLst/>
                  <a:gdLst>
                    <a:gd name="csX0" fmla="*/ 1001 w 95317"/>
                    <a:gd name="csY0" fmla="*/ 0 h 171306"/>
                    <a:gd name="csX1" fmla="*/ 47525 w 95317"/>
                    <a:gd name="csY1" fmla="*/ 59741 h 171306"/>
                    <a:gd name="csX2" fmla="*/ 95317 w 95317"/>
                    <a:gd name="csY2" fmla="*/ 171307 h 171306"/>
                    <a:gd name="csX3" fmla="*/ 2794 w 95317"/>
                    <a:gd name="csY3" fmla="*/ 79903 h 171306"/>
                    <a:gd name="csX4" fmla="*/ 31 w 95317"/>
                    <a:gd name="csY4" fmla="*/ 33679 h 171306"/>
                    <a:gd name="csX5" fmla="*/ 1001 w 95317"/>
                    <a:gd name="csY5" fmla="*/ 0 h 17130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</a:cxnLst>
                  <a:rect l="l" t="t" r="r" b="b"/>
                  <a:pathLst>
                    <a:path w="95317" h="171306">
                      <a:moveTo>
                        <a:pt x="1001" y="0"/>
                      </a:moveTo>
                      <a:cubicBezTo>
                        <a:pt x="17889" y="18800"/>
                        <a:pt x="33435" y="38762"/>
                        <a:pt x="47525" y="59741"/>
                      </a:cubicBezTo>
                      <a:cubicBezTo>
                        <a:pt x="80755" y="108654"/>
                        <a:pt x="93973" y="137777"/>
                        <a:pt x="95317" y="171307"/>
                      </a:cubicBezTo>
                      <a:lnTo>
                        <a:pt x="2794" y="79903"/>
                      </a:lnTo>
                      <a:cubicBezTo>
                        <a:pt x="1225" y="53991"/>
                        <a:pt x="31" y="33679"/>
                        <a:pt x="31" y="33679"/>
                      </a:cubicBezTo>
                      <a:cubicBezTo>
                        <a:pt x="31" y="33679"/>
                        <a:pt x="-268" y="20013"/>
                        <a:pt x="1001" y="0"/>
                      </a:cubicBezTo>
                      <a:close/>
                    </a:path>
                  </a:pathLst>
                </a:custGeom>
                <a:solidFill>
                  <a:srgbClr val="F0997A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44" name="Freeform: Shape 343">
                  <a:extLst>
                    <a:ext uri="{FF2B5EF4-FFF2-40B4-BE49-F238E27FC236}">
                      <a16:creationId xmlns:a16="http://schemas.microsoft.com/office/drawing/2014/main" id="{69814E2D-2DF7-ABCA-8DF4-60F77FDCD346}"/>
                    </a:ext>
                  </a:extLst>
                </p:cNvPr>
                <p:cNvSpPr/>
                <p:nvPr/>
              </p:nvSpPr>
              <p:spPr>
                <a:xfrm>
                  <a:off x="7761336" y="2351866"/>
                  <a:ext cx="138387" cy="270924"/>
                </a:xfrm>
                <a:custGeom>
                  <a:avLst/>
                  <a:gdLst>
                    <a:gd name="csX0" fmla="*/ 52796 w 138387"/>
                    <a:gd name="csY0" fmla="*/ 0 h 270924"/>
                    <a:gd name="csX1" fmla="*/ 127472 w 138387"/>
                    <a:gd name="csY1" fmla="*/ 56903 h 270924"/>
                    <a:gd name="csX2" fmla="*/ 134492 w 138387"/>
                    <a:gd name="csY2" fmla="*/ 270924 h 270924"/>
                    <a:gd name="csX3" fmla="*/ 55634 w 138387"/>
                    <a:gd name="csY3" fmla="*/ 229778 h 270924"/>
                    <a:gd name="csX4" fmla="*/ 0 w 138387"/>
                    <a:gd name="csY4" fmla="*/ 153907 h 270924"/>
                    <a:gd name="csX5" fmla="*/ 6796 w 138387"/>
                    <a:gd name="csY5" fmla="*/ 81696 h 270924"/>
                    <a:gd name="csX6" fmla="*/ 52796 w 138387"/>
                    <a:gd name="csY6" fmla="*/ 0 h 27092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138387" h="270924">
                      <a:moveTo>
                        <a:pt x="52796" y="0"/>
                      </a:moveTo>
                      <a:cubicBezTo>
                        <a:pt x="85355" y="7468"/>
                        <a:pt x="114329" y="15607"/>
                        <a:pt x="127472" y="56903"/>
                      </a:cubicBezTo>
                      <a:cubicBezTo>
                        <a:pt x="140615" y="98199"/>
                        <a:pt x="140466" y="219025"/>
                        <a:pt x="134492" y="270924"/>
                      </a:cubicBezTo>
                      <a:cubicBezTo>
                        <a:pt x="107907" y="233138"/>
                        <a:pt x="55634" y="229778"/>
                        <a:pt x="55634" y="229778"/>
                      </a:cubicBezTo>
                      <a:lnTo>
                        <a:pt x="0" y="153907"/>
                      </a:lnTo>
                      <a:cubicBezTo>
                        <a:pt x="0" y="153907"/>
                        <a:pt x="1867" y="110894"/>
                        <a:pt x="6796" y="81696"/>
                      </a:cubicBezTo>
                      <a:cubicBezTo>
                        <a:pt x="11724" y="52497"/>
                        <a:pt x="23896" y="13292"/>
                        <a:pt x="52796" y="0"/>
                      </a:cubicBezTo>
                      <a:close/>
                    </a:path>
                  </a:pathLst>
                </a:custGeom>
                <a:solidFill>
                  <a:srgbClr val="30261C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45" name="Freeform: Shape 344">
                  <a:extLst>
                    <a:ext uri="{FF2B5EF4-FFF2-40B4-BE49-F238E27FC236}">
                      <a16:creationId xmlns:a16="http://schemas.microsoft.com/office/drawing/2014/main" id="{90CB5966-C2A1-CD33-3E56-43D509B5855A}"/>
                    </a:ext>
                  </a:extLst>
                </p:cNvPr>
                <p:cNvSpPr/>
                <p:nvPr/>
              </p:nvSpPr>
              <p:spPr>
                <a:xfrm>
                  <a:off x="7761709" y="2478143"/>
                  <a:ext cx="78783" cy="107981"/>
                </a:xfrm>
                <a:custGeom>
                  <a:avLst/>
                  <a:gdLst>
                    <a:gd name="csX0" fmla="*/ 78783 w 78783"/>
                    <a:gd name="csY0" fmla="*/ 107981 h 107981"/>
                    <a:gd name="csX1" fmla="*/ 55633 w 78783"/>
                    <a:gd name="csY1" fmla="*/ 103501 h 107981"/>
                    <a:gd name="csX2" fmla="*/ 0 w 78783"/>
                    <a:gd name="csY2" fmla="*/ 27630 h 107981"/>
                    <a:gd name="csX3" fmla="*/ 1792 w 78783"/>
                    <a:gd name="csY3" fmla="*/ 0 h 107981"/>
                    <a:gd name="csX4" fmla="*/ 50556 w 78783"/>
                    <a:gd name="csY4" fmla="*/ 62205 h 107981"/>
                    <a:gd name="csX5" fmla="*/ 78783 w 78783"/>
                    <a:gd name="csY5" fmla="*/ 107982 h 10798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</a:cxnLst>
                  <a:rect l="l" t="t" r="r" b="b"/>
                  <a:pathLst>
                    <a:path w="78783" h="107981">
                      <a:moveTo>
                        <a:pt x="78783" y="107981"/>
                      </a:moveTo>
                      <a:cubicBezTo>
                        <a:pt x="71225" y="105761"/>
                        <a:pt x="63474" y="104261"/>
                        <a:pt x="55633" y="103501"/>
                      </a:cubicBezTo>
                      <a:lnTo>
                        <a:pt x="0" y="27630"/>
                      </a:lnTo>
                      <a:cubicBezTo>
                        <a:pt x="0" y="21955"/>
                        <a:pt x="896" y="13292"/>
                        <a:pt x="1792" y="0"/>
                      </a:cubicBezTo>
                      <a:cubicBezTo>
                        <a:pt x="19441" y="19603"/>
                        <a:pt x="35733" y="40386"/>
                        <a:pt x="50556" y="62205"/>
                      </a:cubicBezTo>
                      <a:cubicBezTo>
                        <a:pt x="60773" y="76950"/>
                        <a:pt x="70196" y="92231"/>
                        <a:pt x="78783" y="107982"/>
                      </a:cubicBezTo>
                      <a:close/>
                    </a:path>
                  </a:pathLst>
                </a:custGeom>
                <a:solidFill>
                  <a:srgbClr val="000000">
                    <a:alpha val="15000"/>
                  </a:srgbClr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46" name="Freeform: Shape 345">
                  <a:extLst>
                    <a:ext uri="{FF2B5EF4-FFF2-40B4-BE49-F238E27FC236}">
                      <a16:creationId xmlns:a16="http://schemas.microsoft.com/office/drawing/2014/main" id="{50C29D83-379A-5374-D1D4-09C92CFFDF4C}"/>
                    </a:ext>
                  </a:extLst>
                </p:cNvPr>
                <p:cNvSpPr/>
                <p:nvPr/>
              </p:nvSpPr>
              <p:spPr>
                <a:xfrm>
                  <a:off x="7447025" y="2236056"/>
                  <a:ext cx="55439" cy="124621"/>
                </a:xfrm>
                <a:custGeom>
                  <a:avLst/>
                  <a:gdLst>
                    <a:gd name="csX0" fmla="*/ 0 w 55439"/>
                    <a:gd name="csY0" fmla="*/ 55920 h 124621"/>
                    <a:gd name="csX1" fmla="*/ 4107 w 55439"/>
                    <a:gd name="csY1" fmla="*/ 46286 h 124621"/>
                    <a:gd name="csX2" fmla="*/ 4107 w 55439"/>
                    <a:gd name="csY2" fmla="*/ 24854 h 124621"/>
                    <a:gd name="csX3" fmla="*/ 15308 w 55439"/>
                    <a:gd name="csY3" fmla="*/ 137 h 124621"/>
                    <a:gd name="csX4" fmla="*/ 28900 w 55439"/>
                    <a:gd name="csY4" fmla="*/ 30380 h 124621"/>
                    <a:gd name="csX5" fmla="*/ 40997 w 55439"/>
                    <a:gd name="csY5" fmla="*/ 69287 h 124621"/>
                    <a:gd name="csX6" fmla="*/ 51825 w 55439"/>
                    <a:gd name="csY6" fmla="*/ 124622 h 12462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55439" h="124621">
                      <a:moveTo>
                        <a:pt x="0" y="55920"/>
                      </a:moveTo>
                      <a:cubicBezTo>
                        <a:pt x="0" y="55920"/>
                        <a:pt x="3435" y="53978"/>
                        <a:pt x="4107" y="46286"/>
                      </a:cubicBezTo>
                      <a:cubicBezTo>
                        <a:pt x="4779" y="38595"/>
                        <a:pt x="3734" y="33368"/>
                        <a:pt x="4107" y="24854"/>
                      </a:cubicBezTo>
                      <a:cubicBezTo>
                        <a:pt x="4481" y="16341"/>
                        <a:pt x="7542" y="2004"/>
                        <a:pt x="15308" y="137"/>
                      </a:cubicBezTo>
                      <a:cubicBezTo>
                        <a:pt x="23075" y="-1730"/>
                        <a:pt x="27854" y="15893"/>
                        <a:pt x="28900" y="30380"/>
                      </a:cubicBezTo>
                      <a:cubicBezTo>
                        <a:pt x="28672" y="44309"/>
                        <a:pt x="32911" y="57943"/>
                        <a:pt x="40997" y="69287"/>
                      </a:cubicBezTo>
                      <a:cubicBezTo>
                        <a:pt x="51526" y="85118"/>
                        <a:pt x="60786" y="105729"/>
                        <a:pt x="51825" y="124622"/>
                      </a:cubicBezTo>
                      <a:close/>
                    </a:path>
                  </a:pathLst>
                </a:custGeom>
                <a:solidFill>
                  <a:srgbClr val="F0997A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47" name="Freeform: Shape 346">
                  <a:extLst>
                    <a:ext uri="{FF2B5EF4-FFF2-40B4-BE49-F238E27FC236}">
                      <a16:creationId xmlns:a16="http://schemas.microsoft.com/office/drawing/2014/main" id="{E4C5D421-A855-1EED-A682-A10E566E4410}"/>
                    </a:ext>
                  </a:extLst>
                </p:cNvPr>
                <p:cNvSpPr/>
                <p:nvPr/>
              </p:nvSpPr>
              <p:spPr>
                <a:xfrm>
                  <a:off x="7222499" y="2141889"/>
                  <a:ext cx="276264" cy="540357"/>
                </a:xfrm>
                <a:custGeom>
                  <a:avLst/>
                  <a:gdLst>
                    <a:gd name="csX0" fmla="*/ 170610 w 276264"/>
                    <a:gd name="csY0" fmla="*/ 124100 h 540357"/>
                    <a:gd name="csX1" fmla="*/ 173672 w 276264"/>
                    <a:gd name="csY1" fmla="*/ 80564 h 540357"/>
                    <a:gd name="csX2" fmla="*/ 181587 w 276264"/>
                    <a:gd name="csY2" fmla="*/ 48005 h 540357"/>
                    <a:gd name="csX3" fmla="*/ 192490 w 276264"/>
                    <a:gd name="csY3" fmla="*/ 20076 h 540357"/>
                    <a:gd name="csX4" fmla="*/ 203542 w 276264"/>
                    <a:gd name="csY4" fmla="*/ 31502 h 540357"/>
                    <a:gd name="csX5" fmla="*/ 212652 w 276264"/>
                    <a:gd name="csY5" fmla="*/ 17687 h 540357"/>
                    <a:gd name="csX6" fmla="*/ 225721 w 276264"/>
                    <a:gd name="csY6" fmla="*/ 212 h 540357"/>
                    <a:gd name="csX7" fmla="*/ 233636 w 276264"/>
                    <a:gd name="csY7" fmla="*/ 15521 h 540357"/>
                    <a:gd name="csX8" fmla="*/ 230201 w 276264"/>
                    <a:gd name="csY8" fmla="*/ 26797 h 540357"/>
                    <a:gd name="csX9" fmla="*/ 231695 w 276264"/>
                    <a:gd name="csY9" fmla="*/ 42255 h 540357"/>
                    <a:gd name="csX10" fmla="*/ 223630 w 276264"/>
                    <a:gd name="csY10" fmla="*/ 57190 h 540357"/>
                    <a:gd name="csX11" fmla="*/ 217506 w 276264"/>
                    <a:gd name="csY11" fmla="*/ 80041 h 540357"/>
                    <a:gd name="csX12" fmla="*/ 210039 w 276264"/>
                    <a:gd name="csY12" fmla="*/ 104908 h 540357"/>
                    <a:gd name="csX13" fmla="*/ 218850 w 276264"/>
                    <a:gd name="csY13" fmla="*/ 130746 h 540357"/>
                    <a:gd name="csX14" fmla="*/ 231545 w 276264"/>
                    <a:gd name="csY14" fmla="*/ 158376 h 540357"/>
                    <a:gd name="csX15" fmla="*/ 265822 w 276264"/>
                    <a:gd name="csY15" fmla="*/ 189815 h 540357"/>
                    <a:gd name="csX16" fmla="*/ 271049 w 276264"/>
                    <a:gd name="csY16" fmla="*/ 232903 h 540357"/>
                    <a:gd name="csX17" fmla="*/ 243494 w 276264"/>
                    <a:gd name="csY17" fmla="*/ 280621 h 540357"/>
                    <a:gd name="csX18" fmla="*/ 200181 w 276264"/>
                    <a:gd name="csY18" fmla="*/ 376579 h 540357"/>
                    <a:gd name="csX19" fmla="*/ 164337 w 276264"/>
                    <a:gd name="csY19" fmla="*/ 451255 h 540357"/>
                    <a:gd name="csX20" fmla="*/ 87794 w 276264"/>
                    <a:gd name="csY20" fmla="*/ 528993 h 540357"/>
                    <a:gd name="csX21" fmla="*/ 349 w 276264"/>
                    <a:gd name="csY21" fmla="*/ 507860 h 540357"/>
                    <a:gd name="csX22" fmla="*/ 36193 w 276264"/>
                    <a:gd name="csY22" fmla="*/ 405703 h 540357"/>
                    <a:gd name="csX23" fmla="*/ 86077 w 276264"/>
                    <a:gd name="csY23" fmla="*/ 350816 h 540357"/>
                    <a:gd name="csX24" fmla="*/ 146863 w 276264"/>
                    <a:gd name="csY24" fmla="*/ 280098 h 540357"/>
                    <a:gd name="csX25" fmla="*/ 187711 w 276264"/>
                    <a:gd name="csY25" fmla="*/ 214159 h 540357"/>
                    <a:gd name="csX26" fmla="*/ 174717 w 276264"/>
                    <a:gd name="csY26" fmla="*/ 163529 h 540357"/>
                    <a:gd name="csX27" fmla="*/ 170610 w 276264"/>
                    <a:gd name="csY27" fmla="*/ 124100 h 54035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</a:cxnLst>
                  <a:rect l="l" t="t" r="r" b="b"/>
                  <a:pathLst>
                    <a:path w="276264" h="540357">
                      <a:moveTo>
                        <a:pt x="170610" y="124100"/>
                      </a:moveTo>
                      <a:cubicBezTo>
                        <a:pt x="172828" y="109697"/>
                        <a:pt x="173852" y="95135"/>
                        <a:pt x="173672" y="80564"/>
                      </a:cubicBezTo>
                      <a:cubicBezTo>
                        <a:pt x="174825" y="69403"/>
                        <a:pt x="177488" y="58450"/>
                        <a:pt x="181587" y="48005"/>
                      </a:cubicBezTo>
                      <a:cubicBezTo>
                        <a:pt x="185694" y="36580"/>
                        <a:pt x="188532" y="21719"/>
                        <a:pt x="192490" y="20076"/>
                      </a:cubicBezTo>
                      <a:cubicBezTo>
                        <a:pt x="196448" y="18433"/>
                        <a:pt x="203467" y="22541"/>
                        <a:pt x="203542" y="31502"/>
                      </a:cubicBezTo>
                      <a:cubicBezTo>
                        <a:pt x="203542" y="31502"/>
                        <a:pt x="208545" y="24706"/>
                        <a:pt x="212652" y="17687"/>
                      </a:cubicBezTo>
                      <a:cubicBezTo>
                        <a:pt x="216760" y="10667"/>
                        <a:pt x="219448" y="2005"/>
                        <a:pt x="225721" y="212"/>
                      </a:cubicBezTo>
                      <a:cubicBezTo>
                        <a:pt x="231993" y="-1580"/>
                        <a:pt x="235578" y="8352"/>
                        <a:pt x="233636" y="15521"/>
                      </a:cubicBezTo>
                      <a:cubicBezTo>
                        <a:pt x="231695" y="22690"/>
                        <a:pt x="230201" y="26797"/>
                        <a:pt x="230201" y="26797"/>
                      </a:cubicBezTo>
                      <a:cubicBezTo>
                        <a:pt x="230201" y="26797"/>
                        <a:pt x="236549" y="29336"/>
                        <a:pt x="231695" y="42255"/>
                      </a:cubicBezTo>
                      <a:cubicBezTo>
                        <a:pt x="229690" y="47573"/>
                        <a:pt x="226977" y="52597"/>
                        <a:pt x="223630" y="57190"/>
                      </a:cubicBezTo>
                      <a:cubicBezTo>
                        <a:pt x="223067" y="65128"/>
                        <a:pt x="220989" y="72885"/>
                        <a:pt x="217506" y="80041"/>
                      </a:cubicBezTo>
                      <a:cubicBezTo>
                        <a:pt x="215937" y="88579"/>
                        <a:pt x="213432" y="96918"/>
                        <a:pt x="210039" y="104908"/>
                      </a:cubicBezTo>
                      <a:cubicBezTo>
                        <a:pt x="214637" y="112862"/>
                        <a:pt x="217631" y="121640"/>
                        <a:pt x="218850" y="130746"/>
                      </a:cubicBezTo>
                      <a:cubicBezTo>
                        <a:pt x="219298" y="142321"/>
                        <a:pt x="217581" y="145084"/>
                        <a:pt x="231545" y="158376"/>
                      </a:cubicBezTo>
                      <a:cubicBezTo>
                        <a:pt x="240955" y="167337"/>
                        <a:pt x="256711" y="177344"/>
                        <a:pt x="265822" y="189815"/>
                      </a:cubicBezTo>
                      <a:cubicBezTo>
                        <a:pt x="274932" y="202286"/>
                        <a:pt x="281205" y="215653"/>
                        <a:pt x="271049" y="232903"/>
                      </a:cubicBezTo>
                      <a:cubicBezTo>
                        <a:pt x="260893" y="250153"/>
                        <a:pt x="252977" y="262773"/>
                        <a:pt x="243494" y="280621"/>
                      </a:cubicBezTo>
                      <a:cubicBezTo>
                        <a:pt x="236399" y="294212"/>
                        <a:pt x="229529" y="312134"/>
                        <a:pt x="200181" y="376579"/>
                      </a:cubicBezTo>
                      <a:cubicBezTo>
                        <a:pt x="177779" y="426612"/>
                        <a:pt x="175688" y="432810"/>
                        <a:pt x="164337" y="451255"/>
                      </a:cubicBezTo>
                      <a:cubicBezTo>
                        <a:pt x="148506" y="476795"/>
                        <a:pt x="130434" y="509801"/>
                        <a:pt x="87794" y="528993"/>
                      </a:cubicBezTo>
                      <a:cubicBezTo>
                        <a:pt x="45154" y="548185"/>
                        <a:pt x="-4655" y="544302"/>
                        <a:pt x="349" y="507860"/>
                      </a:cubicBezTo>
                      <a:cubicBezTo>
                        <a:pt x="6248" y="464249"/>
                        <a:pt x="17673" y="429749"/>
                        <a:pt x="36193" y="405703"/>
                      </a:cubicBezTo>
                      <a:cubicBezTo>
                        <a:pt x="51273" y="386059"/>
                        <a:pt x="67959" y="367700"/>
                        <a:pt x="86077" y="350816"/>
                      </a:cubicBezTo>
                      <a:cubicBezTo>
                        <a:pt x="106388" y="330280"/>
                        <a:pt x="121996" y="309222"/>
                        <a:pt x="146863" y="280098"/>
                      </a:cubicBezTo>
                      <a:cubicBezTo>
                        <a:pt x="171730" y="250974"/>
                        <a:pt x="188159" y="223568"/>
                        <a:pt x="187711" y="214159"/>
                      </a:cubicBezTo>
                      <a:cubicBezTo>
                        <a:pt x="185454" y="196817"/>
                        <a:pt x="181091" y="179814"/>
                        <a:pt x="174717" y="163529"/>
                      </a:cubicBezTo>
                      <a:cubicBezTo>
                        <a:pt x="168743" y="145084"/>
                        <a:pt x="165905" y="145831"/>
                        <a:pt x="170610" y="124100"/>
                      </a:cubicBezTo>
                      <a:close/>
                    </a:path>
                  </a:pathLst>
                </a:custGeom>
                <a:solidFill>
                  <a:srgbClr val="FFBDA7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48" name="Freeform: Shape 347">
                  <a:extLst>
                    <a:ext uri="{FF2B5EF4-FFF2-40B4-BE49-F238E27FC236}">
                      <a16:creationId xmlns:a16="http://schemas.microsoft.com/office/drawing/2014/main" id="{1DD1ECFA-94C9-1C27-631A-A6A327252E12}"/>
                    </a:ext>
                  </a:extLst>
                </p:cNvPr>
                <p:cNvSpPr/>
                <p:nvPr/>
              </p:nvSpPr>
              <p:spPr>
                <a:xfrm>
                  <a:off x="7449638" y="2360753"/>
                  <a:ext cx="49136" cy="97676"/>
                </a:xfrm>
                <a:custGeom>
                  <a:avLst/>
                  <a:gdLst>
                    <a:gd name="csX0" fmla="*/ 49137 w 49136"/>
                    <a:gd name="csY0" fmla="*/ 0 h 97676"/>
                    <a:gd name="csX1" fmla="*/ 37338 w 49136"/>
                    <a:gd name="csY1" fmla="*/ 23523 h 97676"/>
                    <a:gd name="csX2" fmla="*/ 24419 w 49136"/>
                    <a:gd name="csY2" fmla="*/ 46747 h 97676"/>
                    <a:gd name="csX3" fmla="*/ 12023 w 49136"/>
                    <a:gd name="csY3" fmla="*/ 70345 h 97676"/>
                    <a:gd name="csX4" fmla="*/ 0 w 49136"/>
                    <a:gd name="csY4" fmla="*/ 97676 h 97676"/>
                    <a:gd name="csX5" fmla="*/ 13516 w 49136"/>
                    <a:gd name="csY5" fmla="*/ 71092 h 97676"/>
                    <a:gd name="csX6" fmla="*/ 26361 w 49136"/>
                    <a:gd name="csY6" fmla="*/ 47867 h 97676"/>
                    <a:gd name="csX7" fmla="*/ 39130 w 49136"/>
                    <a:gd name="csY7" fmla="*/ 24494 h 97676"/>
                    <a:gd name="csX8" fmla="*/ 45478 w 49136"/>
                    <a:gd name="csY8" fmla="*/ 12844 h 97676"/>
                    <a:gd name="csX9" fmla="*/ 49137 w 49136"/>
                    <a:gd name="csY9" fmla="*/ 0 h 9767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49136" h="97676">
                      <a:moveTo>
                        <a:pt x="49137" y="0"/>
                      </a:moveTo>
                      <a:cubicBezTo>
                        <a:pt x="46436" y="8401"/>
                        <a:pt x="42456" y="16335"/>
                        <a:pt x="37338" y="23523"/>
                      </a:cubicBezTo>
                      <a:cubicBezTo>
                        <a:pt x="33007" y="30990"/>
                        <a:pt x="28601" y="38981"/>
                        <a:pt x="24419" y="46747"/>
                      </a:cubicBezTo>
                      <a:cubicBezTo>
                        <a:pt x="20237" y="54513"/>
                        <a:pt x="15981" y="62354"/>
                        <a:pt x="12023" y="70345"/>
                      </a:cubicBezTo>
                      <a:cubicBezTo>
                        <a:pt x="8065" y="78335"/>
                        <a:pt x="3808" y="89686"/>
                        <a:pt x="0" y="97676"/>
                      </a:cubicBezTo>
                      <a:cubicBezTo>
                        <a:pt x="4555" y="90209"/>
                        <a:pt x="9185" y="78858"/>
                        <a:pt x="13516" y="71092"/>
                      </a:cubicBezTo>
                      <a:cubicBezTo>
                        <a:pt x="17847" y="63325"/>
                        <a:pt x="22029" y="55559"/>
                        <a:pt x="26361" y="47867"/>
                      </a:cubicBezTo>
                      <a:lnTo>
                        <a:pt x="39130" y="24494"/>
                      </a:lnTo>
                      <a:lnTo>
                        <a:pt x="45478" y="12844"/>
                      </a:lnTo>
                      <a:cubicBezTo>
                        <a:pt x="47597" y="8872"/>
                        <a:pt x="48844" y="4493"/>
                        <a:pt x="49137" y="0"/>
                      </a:cubicBezTo>
                      <a:close/>
                    </a:path>
                  </a:pathLst>
                </a:custGeom>
                <a:solidFill>
                  <a:srgbClr val="F0997A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49" name="Freeform: Shape 348">
                  <a:extLst>
                    <a:ext uri="{FF2B5EF4-FFF2-40B4-BE49-F238E27FC236}">
                      <a16:creationId xmlns:a16="http://schemas.microsoft.com/office/drawing/2014/main" id="{5DDFBFFA-50BE-11E9-2A7F-B32A650C1D8F}"/>
                    </a:ext>
                  </a:extLst>
                </p:cNvPr>
                <p:cNvSpPr/>
                <p:nvPr/>
              </p:nvSpPr>
              <p:spPr>
                <a:xfrm>
                  <a:off x="7416258" y="2173390"/>
                  <a:ext cx="10332" cy="70867"/>
                </a:xfrm>
                <a:custGeom>
                  <a:avLst/>
                  <a:gdLst>
                    <a:gd name="csX0" fmla="*/ 9783 w 10332"/>
                    <a:gd name="csY0" fmla="*/ 0 h 70867"/>
                    <a:gd name="csX1" fmla="*/ 7020 w 10332"/>
                    <a:gd name="csY1" fmla="*/ 11724 h 70867"/>
                    <a:gd name="csX2" fmla="*/ 2912 w 10332"/>
                    <a:gd name="csY2" fmla="*/ 22851 h 70867"/>
                    <a:gd name="csX3" fmla="*/ 2912 w 10332"/>
                    <a:gd name="csY3" fmla="*/ 23374 h 70867"/>
                    <a:gd name="csX4" fmla="*/ 2912 w 10332"/>
                    <a:gd name="csY4" fmla="*/ 24195 h 70867"/>
                    <a:gd name="csX5" fmla="*/ 3659 w 10332"/>
                    <a:gd name="csY5" fmla="*/ 30468 h 70867"/>
                    <a:gd name="csX6" fmla="*/ 3659 w 10332"/>
                    <a:gd name="csY6" fmla="*/ 36965 h 70867"/>
                    <a:gd name="csX7" fmla="*/ 448 w 10332"/>
                    <a:gd name="csY7" fmla="*/ 49361 h 70867"/>
                    <a:gd name="csX8" fmla="*/ 0 w 10332"/>
                    <a:gd name="csY8" fmla="*/ 50406 h 70867"/>
                    <a:gd name="csX9" fmla="*/ 448 w 10332"/>
                    <a:gd name="csY9" fmla="*/ 51153 h 70867"/>
                    <a:gd name="csX10" fmla="*/ 2464 w 10332"/>
                    <a:gd name="csY10" fmla="*/ 55708 h 70867"/>
                    <a:gd name="csX11" fmla="*/ 3883 w 10332"/>
                    <a:gd name="csY11" fmla="*/ 60562 h 70867"/>
                    <a:gd name="csX12" fmla="*/ 4854 w 10332"/>
                    <a:gd name="csY12" fmla="*/ 65640 h 70867"/>
                    <a:gd name="csX13" fmla="*/ 5227 w 10332"/>
                    <a:gd name="csY13" fmla="*/ 70868 h 70867"/>
                    <a:gd name="csX14" fmla="*/ 6347 w 10332"/>
                    <a:gd name="csY14" fmla="*/ 60189 h 70867"/>
                    <a:gd name="csX15" fmla="*/ 5600 w 10332"/>
                    <a:gd name="csY15" fmla="*/ 54738 h 70867"/>
                    <a:gd name="csX16" fmla="*/ 3958 w 10332"/>
                    <a:gd name="csY16" fmla="*/ 49436 h 70867"/>
                    <a:gd name="csX17" fmla="*/ 3958 w 10332"/>
                    <a:gd name="csY17" fmla="*/ 51153 h 70867"/>
                    <a:gd name="csX18" fmla="*/ 8214 w 10332"/>
                    <a:gd name="csY18" fmla="*/ 37413 h 70867"/>
                    <a:gd name="csX19" fmla="*/ 8214 w 10332"/>
                    <a:gd name="csY19" fmla="*/ 29945 h 70867"/>
                    <a:gd name="csX20" fmla="*/ 7020 w 10332"/>
                    <a:gd name="csY20" fmla="*/ 22478 h 70867"/>
                    <a:gd name="csX21" fmla="*/ 7020 w 10332"/>
                    <a:gd name="csY21" fmla="*/ 23747 h 70867"/>
                    <a:gd name="csX22" fmla="*/ 10007 w 10332"/>
                    <a:gd name="csY22" fmla="*/ 11724 h 70867"/>
                    <a:gd name="csX23" fmla="*/ 9783 w 10332"/>
                    <a:gd name="csY23" fmla="*/ 0 h 7086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</a:cxnLst>
                  <a:rect l="l" t="t" r="r" b="b"/>
                  <a:pathLst>
                    <a:path w="10332" h="70867">
                      <a:moveTo>
                        <a:pt x="9783" y="0"/>
                      </a:moveTo>
                      <a:cubicBezTo>
                        <a:pt x="9207" y="3982"/>
                        <a:pt x="8282" y="7905"/>
                        <a:pt x="7020" y="11724"/>
                      </a:cubicBezTo>
                      <a:cubicBezTo>
                        <a:pt x="5825" y="15458"/>
                        <a:pt x="4406" y="19192"/>
                        <a:pt x="2912" y="22851"/>
                      </a:cubicBezTo>
                      <a:lnTo>
                        <a:pt x="2912" y="23374"/>
                      </a:lnTo>
                      <a:lnTo>
                        <a:pt x="2912" y="24195"/>
                      </a:lnTo>
                      <a:cubicBezTo>
                        <a:pt x="3280" y="26270"/>
                        <a:pt x="3530" y="28364"/>
                        <a:pt x="3659" y="30468"/>
                      </a:cubicBezTo>
                      <a:cubicBezTo>
                        <a:pt x="3808" y="32631"/>
                        <a:pt x="3808" y="34802"/>
                        <a:pt x="3659" y="36965"/>
                      </a:cubicBezTo>
                      <a:cubicBezTo>
                        <a:pt x="3281" y="41246"/>
                        <a:pt x="2196" y="45434"/>
                        <a:pt x="448" y="49361"/>
                      </a:cubicBezTo>
                      <a:lnTo>
                        <a:pt x="0" y="50406"/>
                      </a:lnTo>
                      <a:lnTo>
                        <a:pt x="448" y="51153"/>
                      </a:lnTo>
                      <a:cubicBezTo>
                        <a:pt x="1223" y="52624"/>
                        <a:pt x="1897" y="54146"/>
                        <a:pt x="2464" y="55708"/>
                      </a:cubicBezTo>
                      <a:cubicBezTo>
                        <a:pt x="2987" y="57277"/>
                        <a:pt x="3510" y="58919"/>
                        <a:pt x="3883" y="60562"/>
                      </a:cubicBezTo>
                      <a:cubicBezTo>
                        <a:pt x="4321" y="62231"/>
                        <a:pt x="4646" y="63928"/>
                        <a:pt x="4854" y="65640"/>
                      </a:cubicBezTo>
                      <a:cubicBezTo>
                        <a:pt x="4854" y="67358"/>
                        <a:pt x="4854" y="69075"/>
                        <a:pt x="5227" y="70868"/>
                      </a:cubicBezTo>
                      <a:cubicBezTo>
                        <a:pt x="6233" y="67403"/>
                        <a:pt x="6612" y="63787"/>
                        <a:pt x="6347" y="60189"/>
                      </a:cubicBezTo>
                      <a:cubicBezTo>
                        <a:pt x="6282" y="58351"/>
                        <a:pt x="6032" y="56525"/>
                        <a:pt x="5600" y="54738"/>
                      </a:cubicBezTo>
                      <a:cubicBezTo>
                        <a:pt x="5190" y="52931"/>
                        <a:pt x="4641" y="51158"/>
                        <a:pt x="3958" y="49436"/>
                      </a:cubicBezTo>
                      <a:lnTo>
                        <a:pt x="3958" y="51153"/>
                      </a:lnTo>
                      <a:cubicBezTo>
                        <a:pt x="6289" y="46907"/>
                        <a:pt x="7737" y="42233"/>
                        <a:pt x="8214" y="37413"/>
                      </a:cubicBezTo>
                      <a:cubicBezTo>
                        <a:pt x="8498" y="34932"/>
                        <a:pt x="8498" y="32426"/>
                        <a:pt x="8214" y="29945"/>
                      </a:cubicBezTo>
                      <a:cubicBezTo>
                        <a:pt x="8126" y="27416"/>
                        <a:pt x="7725" y="24908"/>
                        <a:pt x="7020" y="22478"/>
                      </a:cubicBezTo>
                      <a:lnTo>
                        <a:pt x="7020" y="23747"/>
                      </a:lnTo>
                      <a:cubicBezTo>
                        <a:pt x="8383" y="19840"/>
                        <a:pt x="9383" y="15815"/>
                        <a:pt x="10007" y="11724"/>
                      </a:cubicBezTo>
                      <a:cubicBezTo>
                        <a:pt x="10507" y="7826"/>
                        <a:pt x="10431" y="3876"/>
                        <a:pt x="9783" y="0"/>
                      </a:cubicBezTo>
                      <a:close/>
                    </a:path>
                  </a:pathLst>
                </a:custGeom>
                <a:solidFill>
                  <a:srgbClr val="F0997A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50" name="Freeform: Shape 349">
                  <a:extLst>
                    <a:ext uri="{FF2B5EF4-FFF2-40B4-BE49-F238E27FC236}">
                      <a16:creationId xmlns:a16="http://schemas.microsoft.com/office/drawing/2014/main" id="{C4A34793-D159-7EFF-7C0D-1D01266D5168}"/>
                    </a:ext>
                  </a:extLst>
                </p:cNvPr>
                <p:cNvSpPr/>
                <p:nvPr/>
              </p:nvSpPr>
              <p:spPr>
                <a:xfrm>
                  <a:off x="7427833" y="2168686"/>
                  <a:ext cx="24867" cy="69896"/>
                </a:xfrm>
                <a:custGeom>
                  <a:avLst/>
                  <a:gdLst>
                    <a:gd name="csX0" fmla="*/ 24867 w 24867"/>
                    <a:gd name="csY0" fmla="*/ 0 h 69896"/>
                    <a:gd name="csX1" fmla="*/ 20835 w 24867"/>
                    <a:gd name="csY1" fmla="*/ 5526 h 69896"/>
                    <a:gd name="csX2" fmla="*/ 15981 w 24867"/>
                    <a:gd name="csY2" fmla="*/ 10156 h 69896"/>
                    <a:gd name="csX3" fmla="*/ 15607 w 24867"/>
                    <a:gd name="csY3" fmla="*/ 10156 h 69896"/>
                    <a:gd name="csX4" fmla="*/ 15607 w 24867"/>
                    <a:gd name="csY4" fmla="*/ 10828 h 69896"/>
                    <a:gd name="csX5" fmla="*/ 10753 w 24867"/>
                    <a:gd name="csY5" fmla="*/ 24270 h 69896"/>
                    <a:gd name="csX6" fmla="*/ 2315 w 24867"/>
                    <a:gd name="csY6" fmla="*/ 35322 h 69896"/>
                    <a:gd name="csX7" fmla="*/ 1195 w 24867"/>
                    <a:gd name="csY7" fmla="*/ 36293 h 69896"/>
                    <a:gd name="csX8" fmla="*/ 1568 w 24867"/>
                    <a:gd name="csY8" fmla="*/ 37711 h 69896"/>
                    <a:gd name="csX9" fmla="*/ 2838 w 24867"/>
                    <a:gd name="csY9" fmla="*/ 45179 h 69896"/>
                    <a:gd name="csX10" fmla="*/ 2838 w 24867"/>
                    <a:gd name="csY10" fmla="*/ 53393 h 69896"/>
                    <a:gd name="csX11" fmla="*/ 1792 w 24867"/>
                    <a:gd name="csY11" fmla="*/ 61608 h 69896"/>
                    <a:gd name="csX12" fmla="*/ 0 w 24867"/>
                    <a:gd name="csY12" fmla="*/ 69897 h 69896"/>
                    <a:gd name="csX13" fmla="*/ 3734 w 24867"/>
                    <a:gd name="csY13" fmla="*/ 62429 h 69896"/>
                    <a:gd name="csX14" fmla="*/ 6123 w 24867"/>
                    <a:gd name="csY14" fmla="*/ 54065 h 69896"/>
                    <a:gd name="csX15" fmla="*/ 6870 w 24867"/>
                    <a:gd name="csY15" fmla="*/ 45328 h 69896"/>
                    <a:gd name="csX16" fmla="*/ 5899 w 24867"/>
                    <a:gd name="csY16" fmla="*/ 36367 h 69896"/>
                    <a:gd name="csX17" fmla="*/ 5153 w 24867"/>
                    <a:gd name="csY17" fmla="*/ 38757 h 69896"/>
                    <a:gd name="csX18" fmla="*/ 10604 w 24867"/>
                    <a:gd name="csY18" fmla="*/ 32932 h 69896"/>
                    <a:gd name="csX19" fmla="*/ 14637 w 24867"/>
                    <a:gd name="csY19" fmla="*/ 26137 h 69896"/>
                    <a:gd name="csX20" fmla="*/ 17250 w 24867"/>
                    <a:gd name="csY20" fmla="*/ 18669 h 69896"/>
                    <a:gd name="csX21" fmla="*/ 18520 w 24867"/>
                    <a:gd name="csY21" fmla="*/ 11201 h 69896"/>
                    <a:gd name="csX22" fmla="*/ 17997 w 24867"/>
                    <a:gd name="csY22" fmla="*/ 12172 h 69896"/>
                    <a:gd name="csX23" fmla="*/ 22328 w 24867"/>
                    <a:gd name="csY23" fmla="*/ 6348 h 69896"/>
                    <a:gd name="csX24" fmla="*/ 24867 w 24867"/>
                    <a:gd name="csY24" fmla="*/ 0 h 6989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</a:cxnLst>
                  <a:rect l="l" t="t" r="r" b="b"/>
                  <a:pathLst>
                    <a:path w="24867" h="69896">
                      <a:moveTo>
                        <a:pt x="24867" y="0"/>
                      </a:moveTo>
                      <a:cubicBezTo>
                        <a:pt x="23676" y="1949"/>
                        <a:pt x="22328" y="3797"/>
                        <a:pt x="20835" y="5526"/>
                      </a:cubicBezTo>
                      <a:cubicBezTo>
                        <a:pt x="19311" y="7165"/>
                        <a:pt x="17690" y="8711"/>
                        <a:pt x="15981" y="10156"/>
                      </a:cubicBezTo>
                      <a:lnTo>
                        <a:pt x="15607" y="10156"/>
                      </a:lnTo>
                      <a:lnTo>
                        <a:pt x="15607" y="10828"/>
                      </a:lnTo>
                      <a:cubicBezTo>
                        <a:pt x="14596" y="15505"/>
                        <a:pt x="12964" y="20026"/>
                        <a:pt x="10753" y="24270"/>
                      </a:cubicBezTo>
                      <a:cubicBezTo>
                        <a:pt x="8657" y="28450"/>
                        <a:pt x="5795" y="32199"/>
                        <a:pt x="2315" y="35322"/>
                      </a:cubicBezTo>
                      <a:lnTo>
                        <a:pt x="1195" y="36293"/>
                      </a:lnTo>
                      <a:lnTo>
                        <a:pt x="1568" y="37711"/>
                      </a:lnTo>
                      <a:cubicBezTo>
                        <a:pt x="2215" y="40157"/>
                        <a:pt x="2639" y="42657"/>
                        <a:pt x="2838" y="45179"/>
                      </a:cubicBezTo>
                      <a:cubicBezTo>
                        <a:pt x="2987" y="47915"/>
                        <a:pt x="2987" y="50657"/>
                        <a:pt x="2838" y="53393"/>
                      </a:cubicBezTo>
                      <a:cubicBezTo>
                        <a:pt x="2632" y="56148"/>
                        <a:pt x="2283" y="58890"/>
                        <a:pt x="1792" y="61608"/>
                      </a:cubicBezTo>
                      <a:cubicBezTo>
                        <a:pt x="1792" y="64371"/>
                        <a:pt x="672" y="67059"/>
                        <a:pt x="0" y="69897"/>
                      </a:cubicBezTo>
                      <a:cubicBezTo>
                        <a:pt x="1453" y="67517"/>
                        <a:pt x="2702" y="65019"/>
                        <a:pt x="3734" y="62429"/>
                      </a:cubicBezTo>
                      <a:cubicBezTo>
                        <a:pt x="4790" y="59722"/>
                        <a:pt x="5590" y="56922"/>
                        <a:pt x="6123" y="54065"/>
                      </a:cubicBezTo>
                      <a:cubicBezTo>
                        <a:pt x="6675" y="51187"/>
                        <a:pt x="6925" y="48259"/>
                        <a:pt x="6870" y="45328"/>
                      </a:cubicBezTo>
                      <a:cubicBezTo>
                        <a:pt x="6943" y="42312"/>
                        <a:pt x="6616" y="39299"/>
                        <a:pt x="5899" y="36367"/>
                      </a:cubicBezTo>
                      <a:lnTo>
                        <a:pt x="5153" y="38757"/>
                      </a:lnTo>
                      <a:cubicBezTo>
                        <a:pt x="7231" y="37077"/>
                        <a:pt x="9066" y="35117"/>
                        <a:pt x="10604" y="32932"/>
                      </a:cubicBezTo>
                      <a:cubicBezTo>
                        <a:pt x="12218" y="30839"/>
                        <a:pt x="13573" y="28557"/>
                        <a:pt x="14637" y="26137"/>
                      </a:cubicBezTo>
                      <a:cubicBezTo>
                        <a:pt x="15715" y="23725"/>
                        <a:pt x="16590" y="21227"/>
                        <a:pt x="17250" y="18669"/>
                      </a:cubicBezTo>
                      <a:cubicBezTo>
                        <a:pt x="17890" y="16221"/>
                        <a:pt x="18314" y="13723"/>
                        <a:pt x="18520" y="11201"/>
                      </a:cubicBezTo>
                      <a:lnTo>
                        <a:pt x="17997" y="12172"/>
                      </a:lnTo>
                      <a:cubicBezTo>
                        <a:pt x="19658" y="10402"/>
                        <a:pt x="21111" y="8448"/>
                        <a:pt x="22328" y="6348"/>
                      </a:cubicBezTo>
                      <a:cubicBezTo>
                        <a:pt x="23438" y="4347"/>
                        <a:pt x="24291" y="2214"/>
                        <a:pt x="24867" y="0"/>
                      </a:cubicBezTo>
                      <a:close/>
                    </a:path>
                  </a:pathLst>
                </a:custGeom>
                <a:solidFill>
                  <a:srgbClr val="F0997A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51" name="Freeform: Shape 350">
                  <a:extLst>
                    <a:ext uri="{FF2B5EF4-FFF2-40B4-BE49-F238E27FC236}">
                      <a16:creationId xmlns:a16="http://schemas.microsoft.com/office/drawing/2014/main" id="{D3CC5DF0-6C25-C294-49EB-2C5B686BFF79}"/>
                    </a:ext>
                  </a:extLst>
                </p:cNvPr>
                <p:cNvSpPr/>
                <p:nvPr/>
              </p:nvSpPr>
              <p:spPr>
                <a:xfrm>
                  <a:off x="7430148" y="2262105"/>
                  <a:ext cx="14262" cy="26883"/>
                </a:xfrm>
                <a:custGeom>
                  <a:avLst/>
                  <a:gdLst>
                    <a:gd name="csX0" fmla="*/ 0 w 14262"/>
                    <a:gd name="csY0" fmla="*/ 0 h 26883"/>
                    <a:gd name="csX1" fmla="*/ 4555 w 14262"/>
                    <a:gd name="csY1" fmla="*/ 14935 h 26883"/>
                    <a:gd name="csX2" fmla="*/ 14263 w 14262"/>
                    <a:gd name="csY2" fmla="*/ 26883 h 26883"/>
                    <a:gd name="csX3" fmla="*/ 10380 w 14262"/>
                    <a:gd name="csY3" fmla="*/ 20237 h 26883"/>
                    <a:gd name="csX4" fmla="*/ 6572 w 14262"/>
                    <a:gd name="csY4" fmla="*/ 13815 h 26883"/>
                    <a:gd name="csX5" fmla="*/ 0 w 14262"/>
                    <a:gd name="csY5" fmla="*/ 0 h 2688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</a:cxnLst>
                  <a:rect l="l" t="t" r="r" b="b"/>
                  <a:pathLst>
                    <a:path w="14262" h="26883">
                      <a:moveTo>
                        <a:pt x="0" y="0"/>
                      </a:moveTo>
                      <a:cubicBezTo>
                        <a:pt x="322" y="5268"/>
                        <a:pt x="1883" y="10385"/>
                        <a:pt x="4555" y="14935"/>
                      </a:cubicBezTo>
                      <a:cubicBezTo>
                        <a:pt x="7156" y="19394"/>
                        <a:pt x="10431" y="23424"/>
                        <a:pt x="14263" y="26883"/>
                      </a:cubicBezTo>
                      <a:cubicBezTo>
                        <a:pt x="13085" y="24602"/>
                        <a:pt x="11789" y="22383"/>
                        <a:pt x="10380" y="20237"/>
                      </a:cubicBezTo>
                      <a:cubicBezTo>
                        <a:pt x="9110" y="18072"/>
                        <a:pt x="7766" y="15981"/>
                        <a:pt x="6572" y="13815"/>
                      </a:cubicBezTo>
                      <a:cubicBezTo>
                        <a:pt x="4105" y="9346"/>
                        <a:pt x="1911" y="4733"/>
                        <a:pt x="0" y="0"/>
                      </a:cubicBezTo>
                      <a:close/>
                    </a:path>
                  </a:pathLst>
                </a:custGeom>
                <a:solidFill>
                  <a:srgbClr val="F0997A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52" name="Freeform: Shape 351">
                  <a:extLst>
                    <a:ext uri="{FF2B5EF4-FFF2-40B4-BE49-F238E27FC236}">
                      <a16:creationId xmlns:a16="http://schemas.microsoft.com/office/drawing/2014/main" id="{5502C6AD-2DB5-8987-4F18-81C9469F443B}"/>
                    </a:ext>
                  </a:extLst>
                </p:cNvPr>
                <p:cNvSpPr/>
                <p:nvPr/>
              </p:nvSpPr>
              <p:spPr>
                <a:xfrm>
                  <a:off x="7472937" y="2318112"/>
                  <a:ext cx="13102" cy="52945"/>
                </a:xfrm>
                <a:custGeom>
                  <a:avLst/>
                  <a:gdLst>
                    <a:gd name="csX0" fmla="*/ 3958 w 13102"/>
                    <a:gd name="csY0" fmla="*/ 0 h 52945"/>
                    <a:gd name="csX1" fmla="*/ 8438 w 13102"/>
                    <a:gd name="csY1" fmla="*/ 26958 h 52945"/>
                    <a:gd name="csX2" fmla="*/ 5675 w 13102"/>
                    <a:gd name="csY2" fmla="*/ 40176 h 52945"/>
                    <a:gd name="csX3" fmla="*/ 0 w 13102"/>
                    <a:gd name="csY3" fmla="*/ 52945 h 52945"/>
                    <a:gd name="csX4" fmla="*/ 8961 w 13102"/>
                    <a:gd name="csY4" fmla="*/ 41595 h 52945"/>
                    <a:gd name="csX5" fmla="*/ 12994 w 13102"/>
                    <a:gd name="csY5" fmla="*/ 27331 h 52945"/>
                    <a:gd name="csX6" fmla="*/ 3958 w 13102"/>
                    <a:gd name="csY6" fmla="*/ 0 h 5294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13102" h="52945">
                      <a:moveTo>
                        <a:pt x="3958" y="0"/>
                      </a:moveTo>
                      <a:cubicBezTo>
                        <a:pt x="7355" y="8564"/>
                        <a:pt x="8882" y="17755"/>
                        <a:pt x="8438" y="26958"/>
                      </a:cubicBezTo>
                      <a:cubicBezTo>
                        <a:pt x="8109" y="31467"/>
                        <a:pt x="7180" y="35912"/>
                        <a:pt x="5675" y="40176"/>
                      </a:cubicBezTo>
                      <a:cubicBezTo>
                        <a:pt x="4052" y="44547"/>
                        <a:pt x="2157" y="48812"/>
                        <a:pt x="0" y="52945"/>
                      </a:cubicBezTo>
                      <a:cubicBezTo>
                        <a:pt x="3687" y="49771"/>
                        <a:pt x="6730" y="45918"/>
                        <a:pt x="8961" y="41595"/>
                      </a:cubicBezTo>
                      <a:cubicBezTo>
                        <a:pt x="11258" y="37163"/>
                        <a:pt x="12631" y="32310"/>
                        <a:pt x="12994" y="27331"/>
                      </a:cubicBezTo>
                      <a:cubicBezTo>
                        <a:pt x="13756" y="17379"/>
                        <a:pt x="10502" y="7537"/>
                        <a:pt x="3958" y="0"/>
                      </a:cubicBezTo>
                      <a:close/>
                    </a:path>
                  </a:pathLst>
                </a:custGeom>
                <a:solidFill>
                  <a:srgbClr val="F0997A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53" name="Freeform: Shape 352">
                  <a:extLst>
                    <a:ext uri="{FF2B5EF4-FFF2-40B4-BE49-F238E27FC236}">
                      <a16:creationId xmlns:a16="http://schemas.microsoft.com/office/drawing/2014/main" id="{57D068A3-EBE3-80DC-4197-844C495C31C9}"/>
                    </a:ext>
                  </a:extLst>
                </p:cNvPr>
                <p:cNvSpPr/>
                <p:nvPr/>
              </p:nvSpPr>
              <p:spPr>
                <a:xfrm>
                  <a:off x="7631982" y="2190923"/>
                  <a:ext cx="239901" cy="586845"/>
                </a:xfrm>
                <a:custGeom>
                  <a:avLst/>
                  <a:gdLst>
                    <a:gd name="csX0" fmla="*/ 3525 w 239901"/>
                    <a:gd name="csY0" fmla="*/ 199252 h 586845"/>
                    <a:gd name="csX1" fmla="*/ 3525 w 239901"/>
                    <a:gd name="csY1" fmla="*/ 199252 h 586845"/>
                    <a:gd name="csX2" fmla="*/ 25927 w 239901"/>
                    <a:gd name="csY2" fmla="*/ 166544 h 586845"/>
                    <a:gd name="csX3" fmla="*/ 68269 w 239901"/>
                    <a:gd name="csY3" fmla="*/ 104936 h 586845"/>
                    <a:gd name="csX4" fmla="*/ 80889 w 239901"/>
                    <a:gd name="csY4" fmla="*/ 61848 h 586845"/>
                    <a:gd name="csX5" fmla="*/ 103292 w 239901"/>
                    <a:gd name="csY5" fmla="*/ 41163 h 586845"/>
                    <a:gd name="csX6" fmla="*/ 104113 w 239901"/>
                    <a:gd name="csY6" fmla="*/ 33098 h 586845"/>
                    <a:gd name="csX7" fmla="*/ 114419 w 239901"/>
                    <a:gd name="csY7" fmla="*/ 15997 h 586845"/>
                    <a:gd name="csX8" fmla="*/ 121886 w 239901"/>
                    <a:gd name="csY8" fmla="*/ 15997 h 586845"/>
                    <a:gd name="csX9" fmla="*/ 126964 w 239901"/>
                    <a:gd name="csY9" fmla="*/ 4721 h 586845"/>
                    <a:gd name="csX10" fmla="*/ 139808 w 239901"/>
                    <a:gd name="csY10" fmla="*/ 1585 h 586845"/>
                    <a:gd name="csX11" fmla="*/ 142870 w 239901"/>
                    <a:gd name="csY11" fmla="*/ 29065 h 586845"/>
                    <a:gd name="csX12" fmla="*/ 142870 w 239901"/>
                    <a:gd name="csY12" fmla="*/ 68420 h 586845"/>
                    <a:gd name="csX13" fmla="*/ 146231 w 239901"/>
                    <a:gd name="csY13" fmla="*/ 84699 h 586845"/>
                    <a:gd name="csX14" fmla="*/ 125247 w 239901"/>
                    <a:gd name="csY14" fmla="*/ 149294 h 586845"/>
                    <a:gd name="csX15" fmla="*/ 86116 w 239901"/>
                    <a:gd name="csY15" fmla="*/ 219639 h 586845"/>
                    <a:gd name="csX16" fmla="*/ 112925 w 239901"/>
                    <a:gd name="csY16" fmla="*/ 291701 h 586845"/>
                    <a:gd name="csX17" fmla="*/ 177594 w 239901"/>
                    <a:gd name="csY17" fmla="*/ 381312 h 586845"/>
                    <a:gd name="csX18" fmla="*/ 223221 w 239901"/>
                    <a:gd name="csY18" fmla="*/ 451731 h 586845"/>
                    <a:gd name="csX19" fmla="*/ 238157 w 239901"/>
                    <a:gd name="csY19" fmla="*/ 560534 h 586845"/>
                    <a:gd name="csX20" fmla="*/ 150263 w 239901"/>
                    <a:gd name="csY20" fmla="*/ 567479 h 586845"/>
                    <a:gd name="csX21" fmla="*/ 80068 w 239901"/>
                    <a:gd name="csY21" fmla="*/ 491086 h 586845"/>
                    <a:gd name="csX22" fmla="*/ 40116 w 239901"/>
                    <a:gd name="csY22" fmla="*/ 385793 h 586845"/>
                    <a:gd name="csX23" fmla="*/ 7856 w 239901"/>
                    <a:gd name="csY23" fmla="*/ 275870 h 586845"/>
                    <a:gd name="csX24" fmla="*/ 3525 w 239901"/>
                    <a:gd name="csY24" fmla="*/ 199252 h 58684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</a:cxnLst>
                  <a:rect l="l" t="t" r="r" b="b"/>
                  <a:pathLst>
                    <a:path w="239901" h="586845">
                      <a:moveTo>
                        <a:pt x="3525" y="199252"/>
                      </a:moveTo>
                      <a:lnTo>
                        <a:pt x="3525" y="199252"/>
                      </a:lnTo>
                      <a:cubicBezTo>
                        <a:pt x="8341" y="186753"/>
                        <a:pt x="16013" y="175552"/>
                        <a:pt x="25927" y="166544"/>
                      </a:cubicBezTo>
                      <a:cubicBezTo>
                        <a:pt x="38100" y="153550"/>
                        <a:pt x="64162" y="111060"/>
                        <a:pt x="68269" y="104936"/>
                      </a:cubicBezTo>
                      <a:cubicBezTo>
                        <a:pt x="72376" y="98813"/>
                        <a:pt x="77006" y="76559"/>
                        <a:pt x="80889" y="61848"/>
                      </a:cubicBezTo>
                      <a:cubicBezTo>
                        <a:pt x="84772" y="47137"/>
                        <a:pt x="88357" y="37578"/>
                        <a:pt x="103292" y="41163"/>
                      </a:cubicBezTo>
                      <a:cubicBezTo>
                        <a:pt x="103292" y="40267"/>
                        <a:pt x="103292" y="38101"/>
                        <a:pt x="104113" y="33098"/>
                      </a:cubicBezTo>
                      <a:cubicBezTo>
                        <a:pt x="105458" y="21523"/>
                        <a:pt x="109191" y="17640"/>
                        <a:pt x="114419" y="15997"/>
                      </a:cubicBezTo>
                      <a:cubicBezTo>
                        <a:pt x="116878" y="15457"/>
                        <a:pt x="119426" y="15457"/>
                        <a:pt x="121886" y="15997"/>
                      </a:cubicBezTo>
                      <a:cubicBezTo>
                        <a:pt x="122430" y="11820"/>
                        <a:pt x="124197" y="7897"/>
                        <a:pt x="126964" y="4721"/>
                      </a:cubicBezTo>
                      <a:cubicBezTo>
                        <a:pt x="132117" y="-805"/>
                        <a:pt x="137195" y="-954"/>
                        <a:pt x="139808" y="1585"/>
                      </a:cubicBezTo>
                      <a:cubicBezTo>
                        <a:pt x="142422" y="4124"/>
                        <a:pt x="142123" y="11591"/>
                        <a:pt x="142870" y="29065"/>
                      </a:cubicBezTo>
                      <a:cubicBezTo>
                        <a:pt x="143886" y="42164"/>
                        <a:pt x="143886" y="55321"/>
                        <a:pt x="142870" y="68420"/>
                      </a:cubicBezTo>
                      <a:cubicBezTo>
                        <a:pt x="145617" y="73379"/>
                        <a:pt x="146789" y="79057"/>
                        <a:pt x="146231" y="84699"/>
                      </a:cubicBezTo>
                      <a:cubicBezTo>
                        <a:pt x="141160" y="106809"/>
                        <a:pt x="134138" y="128425"/>
                        <a:pt x="125247" y="149294"/>
                      </a:cubicBezTo>
                      <a:cubicBezTo>
                        <a:pt x="120915" y="158778"/>
                        <a:pt x="93061" y="203284"/>
                        <a:pt x="86116" y="219639"/>
                      </a:cubicBezTo>
                      <a:cubicBezTo>
                        <a:pt x="77678" y="237785"/>
                        <a:pt x="91792" y="262279"/>
                        <a:pt x="112925" y="291701"/>
                      </a:cubicBezTo>
                      <a:cubicBezTo>
                        <a:pt x="134058" y="321123"/>
                        <a:pt x="156834" y="354130"/>
                        <a:pt x="177594" y="381312"/>
                      </a:cubicBezTo>
                      <a:cubicBezTo>
                        <a:pt x="194759" y="403459"/>
                        <a:pt x="210023" y="427015"/>
                        <a:pt x="223221" y="451731"/>
                      </a:cubicBezTo>
                      <a:cubicBezTo>
                        <a:pt x="237410" y="477868"/>
                        <a:pt x="243085" y="518940"/>
                        <a:pt x="238157" y="560534"/>
                      </a:cubicBezTo>
                      <a:cubicBezTo>
                        <a:pt x="234049" y="596304"/>
                        <a:pt x="188497" y="592570"/>
                        <a:pt x="150263" y="567479"/>
                      </a:cubicBezTo>
                      <a:cubicBezTo>
                        <a:pt x="112029" y="542388"/>
                        <a:pt x="92837" y="517596"/>
                        <a:pt x="80068" y="491086"/>
                      </a:cubicBezTo>
                      <a:cubicBezTo>
                        <a:pt x="63866" y="457151"/>
                        <a:pt x="50503" y="421933"/>
                        <a:pt x="40116" y="385793"/>
                      </a:cubicBezTo>
                      <a:cubicBezTo>
                        <a:pt x="17713" y="312909"/>
                        <a:pt x="11366" y="290581"/>
                        <a:pt x="7856" y="275870"/>
                      </a:cubicBezTo>
                      <a:cubicBezTo>
                        <a:pt x="1733" y="247194"/>
                        <a:pt x="-3868" y="221655"/>
                        <a:pt x="3525" y="199252"/>
                      </a:cubicBezTo>
                      <a:close/>
                    </a:path>
                  </a:pathLst>
                </a:custGeom>
                <a:solidFill>
                  <a:srgbClr val="FFBDA7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54" name="Freeform: Shape 353">
                  <a:extLst>
                    <a:ext uri="{FF2B5EF4-FFF2-40B4-BE49-F238E27FC236}">
                      <a16:creationId xmlns:a16="http://schemas.microsoft.com/office/drawing/2014/main" id="{849BCCB3-4646-63A3-8399-37F2E0386163}"/>
                    </a:ext>
                  </a:extLst>
                </p:cNvPr>
                <p:cNvSpPr/>
                <p:nvPr/>
              </p:nvSpPr>
              <p:spPr>
                <a:xfrm>
                  <a:off x="7714616" y="2339993"/>
                  <a:ext cx="94960" cy="231644"/>
                </a:xfrm>
                <a:custGeom>
                  <a:avLst/>
                  <a:gdLst>
                    <a:gd name="csX0" fmla="*/ 42762 w 94960"/>
                    <a:gd name="csY0" fmla="*/ 0 h 231644"/>
                    <a:gd name="csX1" fmla="*/ 25587 w 94960"/>
                    <a:gd name="csY1" fmla="*/ 29124 h 231644"/>
                    <a:gd name="csX2" fmla="*/ 8561 w 94960"/>
                    <a:gd name="csY2" fmla="*/ 58397 h 231644"/>
                    <a:gd name="csX3" fmla="*/ 1093 w 94960"/>
                    <a:gd name="csY3" fmla="*/ 73929 h 231644"/>
                    <a:gd name="csX4" fmla="*/ 1093 w 94960"/>
                    <a:gd name="csY4" fmla="*/ 91179 h 231644"/>
                    <a:gd name="csX5" fmla="*/ 15207 w 94960"/>
                    <a:gd name="csY5" fmla="*/ 122170 h 231644"/>
                    <a:gd name="csX6" fmla="*/ 34473 w 94960"/>
                    <a:gd name="csY6" fmla="*/ 150099 h 231644"/>
                    <a:gd name="csX7" fmla="*/ 54262 w 94960"/>
                    <a:gd name="csY7" fmla="*/ 177579 h 231644"/>
                    <a:gd name="csX8" fmla="*/ 94961 w 94960"/>
                    <a:gd name="csY8" fmla="*/ 231645 h 231644"/>
                    <a:gd name="csX9" fmla="*/ 55681 w 94960"/>
                    <a:gd name="csY9" fmla="*/ 176534 h 231644"/>
                    <a:gd name="csX10" fmla="*/ 36191 w 94960"/>
                    <a:gd name="csY10" fmla="*/ 148829 h 231644"/>
                    <a:gd name="csX11" fmla="*/ 17148 w 94960"/>
                    <a:gd name="csY11" fmla="*/ 120975 h 231644"/>
                    <a:gd name="csX12" fmla="*/ 3184 w 94960"/>
                    <a:gd name="csY12" fmla="*/ 91105 h 231644"/>
                    <a:gd name="csX13" fmla="*/ 3184 w 94960"/>
                    <a:gd name="csY13" fmla="*/ 74825 h 231644"/>
                    <a:gd name="csX14" fmla="*/ 10129 w 94960"/>
                    <a:gd name="csY14" fmla="*/ 59890 h 231644"/>
                    <a:gd name="csX15" fmla="*/ 42762 w 94960"/>
                    <a:gd name="csY15" fmla="*/ 0 h 23164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94960" h="231644">
                      <a:moveTo>
                        <a:pt x="42762" y="0"/>
                      </a:moveTo>
                      <a:cubicBezTo>
                        <a:pt x="37460" y="9932"/>
                        <a:pt x="31337" y="19416"/>
                        <a:pt x="25587" y="29124"/>
                      </a:cubicBezTo>
                      <a:cubicBezTo>
                        <a:pt x="19837" y="38831"/>
                        <a:pt x="14012" y="48539"/>
                        <a:pt x="8561" y="58397"/>
                      </a:cubicBezTo>
                      <a:cubicBezTo>
                        <a:pt x="5606" y="63337"/>
                        <a:pt x="3106" y="68536"/>
                        <a:pt x="1093" y="73929"/>
                      </a:cubicBezTo>
                      <a:cubicBezTo>
                        <a:pt x="-364" y="79587"/>
                        <a:pt x="-364" y="85522"/>
                        <a:pt x="1093" y="91179"/>
                      </a:cubicBezTo>
                      <a:cubicBezTo>
                        <a:pt x="4129" y="102191"/>
                        <a:pt x="8893" y="112651"/>
                        <a:pt x="15207" y="122170"/>
                      </a:cubicBezTo>
                      <a:cubicBezTo>
                        <a:pt x="21255" y="131803"/>
                        <a:pt x="27902" y="140914"/>
                        <a:pt x="34473" y="150099"/>
                      </a:cubicBezTo>
                      <a:lnTo>
                        <a:pt x="54262" y="177579"/>
                      </a:lnTo>
                      <a:cubicBezTo>
                        <a:pt x="67480" y="195875"/>
                        <a:pt x="80847" y="214021"/>
                        <a:pt x="94961" y="231645"/>
                      </a:cubicBezTo>
                      <a:cubicBezTo>
                        <a:pt x="81519" y="213499"/>
                        <a:pt x="68675" y="194979"/>
                        <a:pt x="55681" y="176534"/>
                      </a:cubicBezTo>
                      <a:lnTo>
                        <a:pt x="36191" y="148829"/>
                      </a:lnTo>
                      <a:cubicBezTo>
                        <a:pt x="29619" y="139644"/>
                        <a:pt x="23048" y="130534"/>
                        <a:pt x="17148" y="120975"/>
                      </a:cubicBezTo>
                      <a:cubicBezTo>
                        <a:pt x="10975" y="111801"/>
                        <a:pt x="6264" y="101724"/>
                        <a:pt x="3184" y="91105"/>
                      </a:cubicBezTo>
                      <a:cubicBezTo>
                        <a:pt x="1841" y="85761"/>
                        <a:pt x="1841" y="80169"/>
                        <a:pt x="3184" y="74825"/>
                      </a:cubicBezTo>
                      <a:cubicBezTo>
                        <a:pt x="5110" y="69675"/>
                        <a:pt x="7432" y="64682"/>
                        <a:pt x="10129" y="59890"/>
                      </a:cubicBezTo>
                      <a:cubicBezTo>
                        <a:pt x="20583" y="39280"/>
                        <a:pt x="32532" y="20088"/>
                        <a:pt x="42762" y="0"/>
                      </a:cubicBezTo>
                      <a:close/>
                    </a:path>
                  </a:pathLst>
                </a:custGeom>
                <a:solidFill>
                  <a:srgbClr val="F0997A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55" name="Freeform: Shape 354">
                  <a:extLst>
                    <a:ext uri="{FF2B5EF4-FFF2-40B4-BE49-F238E27FC236}">
                      <a16:creationId xmlns:a16="http://schemas.microsoft.com/office/drawing/2014/main" id="{522A639A-DE28-79BD-48BD-C6795B4EE2B4}"/>
                    </a:ext>
                  </a:extLst>
                </p:cNvPr>
                <p:cNvSpPr/>
                <p:nvPr/>
              </p:nvSpPr>
              <p:spPr>
                <a:xfrm>
                  <a:off x="7712946" y="2232086"/>
                  <a:ext cx="24532" cy="102082"/>
                </a:xfrm>
                <a:custGeom>
                  <a:avLst/>
                  <a:gdLst>
                    <a:gd name="csX0" fmla="*/ 22179 w 24532"/>
                    <a:gd name="csY0" fmla="*/ 0 h 102082"/>
                    <a:gd name="csX1" fmla="*/ 23448 w 24532"/>
                    <a:gd name="csY1" fmla="*/ 6198 h 102082"/>
                    <a:gd name="csX2" fmla="*/ 22254 w 24532"/>
                    <a:gd name="csY2" fmla="*/ 12695 h 102082"/>
                    <a:gd name="csX3" fmla="*/ 19864 w 24532"/>
                    <a:gd name="csY3" fmla="*/ 25838 h 102082"/>
                    <a:gd name="csX4" fmla="*/ 15831 w 24532"/>
                    <a:gd name="csY4" fmla="*/ 52049 h 102082"/>
                    <a:gd name="csX5" fmla="*/ 14039 w 24532"/>
                    <a:gd name="csY5" fmla="*/ 65043 h 102082"/>
                    <a:gd name="csX6" fmla="*/ 9857 w 24532"/>
                    <a:gd name="csY6" fmla="*/ 77364 h 102082"/>
                    <a:gd name="csX7" fmla="*/ 0 w 24532"/>
                    <a:gd name="csY7" fmla="*/ 102082 h 102082"/>
                    <a:gd name="csX8" fmla="*/ 13143 w 24532"/>
                    <a:gd name="csY8" fmla="*/ 78783 h 102082"/>
                    <a:gd name="csX9" fmla="*/ 18221 w 24532"/>
                    <a:gd name="csY9" fmla="*/ 66163 h 102082"/>
                    <a:gd name="csX10" fmla="*/ 19416 w 24532"/>
                    <a:gd name="csY10" fmla="*/ 59442 h 102082"/>
                    <a:gd name="csX11" fmla="*/ 20387 w 24532"/>
                    <a:gd name="csY11" fmla="*/ 52796 h 102082"/>
                    <a:gd name="csX12" fmla="*/ 23448 w 24532"/>
                    <a:gd name="csY12" fmla="*/ 26211 h 102082"/>
                    <a:gd name="csX13" fmla="*/ 24494 w 24532"/>
                    <a:gd name="csY13" fmla="*/ 12994 h 102082"/>
                    <a:gd name="csX14" fmla="*/ 24494 w 24532"/>
                    <a:gd name="csY14" fmla="*/ 6198 h 102082"/>
                    <a:gd name="csX15" fmla="*/ 22179 w 24532"/>
                    <a:gd name="csY15" fmla="*/ 0 h 10208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24532" h="102082">
                      <a:moveTo>
                        <a:pt x="22179" y="0"/>
                      </a:moveTo>
                      <a:cubicBezTo>
                        <a:pt x="23413" y="1814"/>
                        <a:pt x="23870" y="4045"/>
                        <a:pt x="23448" y="6198"/>
                      </a:cubicBezTo>
                      <a:cubicBezTo>
                        <a:pt x="23159" y="8382"/>
                        <a:pt x="22760" y="10551"/>
                        <a:pt x="22254" y="12695"/>
                      </a:cubicBezTo>
                      <a:lnTo>
                        <a:pt x="19864" y="25838"/>
                      </a:lnTo>
                      <a:cubicBezTo>
                        <a:pt x="18370" y="34500"/>
                        <a:pt x="17101" y="43312"/>
                        <a:pt x="15831" y="52049"/>
                      </a:cubicBezTo>
                      <a:cubicBezTo>
                        <a:pt x="15234" y="56306"/>
                        <a:pt x="14861" y="61010"/>
                        <a:pt x="14039" y="65043"/>
                      </a:cubicBezTo>
                      <a:cubicBezTo>
                        <a:pt x="13218" y="69075"/>
                        <a:pt x="11351" y="73257"/>
                        <a:pt x="9857" y="77364"/>
                      </a:cubicBezTo>
                      <a:lnTo>
                        <a:pt x="0" y="102082"/>
                      </a:lnTo>
                      <a:cubicBezTo>
                        <a:pt x="4900" y="94620"/>
                        <a:pt x="9291" y="86836"/>
                        <a:pt x="13143" y="78783"/>
                      </a:cubicBezTo>
                      <a:cubicBezTo>
                        <a:pt x="15123" y="74698"/>
                        <a:pt x="16820" y="70481"/>
                        <a:pt x="18221" y="66163"/>
                      </a:cubicBezTo>
                      <a:cubicBezTo>
                        <a:pt x="18780" y="63954"/>
                        <a:pt x="19180" y="61708"/>
                        <a:pt x="19416" y="59442"/>
                      </a:cubicBezTo>
                      <a:lnTo>
                        <a:pt x="20387" y="52796"/>
                      </a:lnTo>
                      <a:cubicBezTo>
                        <a:pt x="21507" y="43984"/>
                        <a:pt x="22627" y="35098"/>
                        <a:pt x="23448" y="26211"/>
                      </a:cubicBezTo>
                      <a:cubicBezTo>
                        <a:pt x="23896" y="21805"/>
                        <a:pt x="24195" y="17400"/>
                        <a:pt x="24494" y="12994"/>
                      </a:cubicBezTo>
                      <a:cubicBezTo>
                        <a:pt x="24494" y="10753"/>
                        <a:pt x="24494" y="8513"/>
                        <a:pt x="24494" y="6198"/>
                      </a:cubicBezTo>
                      <a:cubicBezTo>
                        <a:pt x="24730" y="3884"/>
                        <a:pt x="23874" y="1593"/>
                        <a:pt x="22179" y="0"/>
                      </a:cubicBezTo>
                      <a:close/>
                    </a:path>
                  </a:pathLst>
                </a:custGeom>
                <a:solidFill>
                  <a:srgbClr val="F0997A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56" name="Freeform: Shape 355">
                  <a:extLst>
                    <a:ext uri="{FF2B5EF4-FFF2-40B4-BE49-F238E27FC236}">
                      <a16:creationId xmlns:a16="http://schemas.microsoft.com/office/drawing/2014/main" id="{A9057050-B993-C064-2BE9-53C4CBD6AA42}"/>
                    </a:ext>
                  </a:extLst>
                </p:cNvPr>
                <p:cNvSpPr/>
                <p:nvPr/>
              </p:nvSpPr>
              <p:spPr>
                <a:xfrm>
                  <a:off x="7733407" y="2206696"/>
                  <a:ext cx="24493" cy="121572"/>
                </a:xfrm>
                <a:custGeom>
                  <a:avLst/>
                  <a:gdLst>
                    <a:gd name="csX0" fmla="*/ 20461 w 24493"/>
                    <a:gd name="csY0" fmla="*/ 0 h 121572"/>
                    <a:gd name="csX1" fmla="*/ 23299 w 24493"/>
                    <a:gd name="csY1" fmla="*/ 6422 h 121572"/>
                    <a:gd name="csX2" fmla="*/ 22328 w 24493"/>
                    <a:gd name="csY2" fmla="*/ 14263 h 121572"/>
                    <a:gd name="csX3" fmla="*/ 20760 w 24493"/>
                    <a:gd name="csY3" fmla="*/ 30169 h 121572"/>
                    <a:gd name="csX4" fmla="*/ 19117 w 24493"/>
                    <a:gd name="csY4" fmla="*/ 61832 h 121572"/>
                    <a:gd name="csX5" fmla="*/ 11276 w 24493"/>
                    <a:gd name="csY5" fmla="*/ 91702 h 121572"/>
                    <a:gd name="csX6" fmla="*/ 0 w 24493"/>
                    <a:gd name="csY6" fmla="*/ 121572 h 121572"/>
                    <a:gd name="csX7" fmla="*/ 14338 w 24493"/>
                    <a:gd name="csY7" fmla="*/ 93046 h 121572"/>
                    <a:gd name="csX8" fmla="*/ 23598 w 24493"/>
                    <a:gd name="csY8" fmla="*/ 62130 h 121572"/>
                    <a:gd name="csX9" fmla="*/ 24494 w 24493"/>
                    <a:gd name="csY9" fmla="*/ 30244 h 121572"/>
                    <a:gd name="csX10" fmla="*/ 24494 w 24493"/>
                    <a:gd name="csY10" fmla="*/ 14338 h 121572"/>
                    <a:gd name="csX11" fmla="*/ 24494 w 24493"/>
                    <a:gd name="csY11" fmla="*/ 6348 h 121572"/>
                    <a:gd name="csX12" fmla="*/ 23598 w 24493"/>
                    <a:gd name="csY12" fmla="*/ 2240 h 121572"/>
                    <a:gd name="csX13" fmla="*/ 20461 w 24493"/>
                    <a:gd name="csY13" fmla="*/ 0 h 12157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</a:cxnLst>
                  <a:rect l="l" t="t" r="r" b="b"/>
                  <a:pathLst>
                    <a:path w="24493" h="121572">
                      <a:moveTo>
                        <a:pt x="20461" y="0"/>
                      </a:moveTo>
                      <a:cubicBezTo>
                        <a:pt x="23224" y="971"/>
                        <a:pt x="23523" y="3883"/>
                        <a:pt x="23299" y="6422"/>
                      </a:cubicBezTo>
                      <a:cubicBezTo>
                        <a:pt x="23075" y="8961"/>
                        <a:pt x="22702" y="11649"/>
                        <a:pt x="22328" y="14263"/>
                      </a:cubicBezTo>
                      <a:cubicBezTo>
                        <a:pt x="21731" y="19590"/>
                        <a:pt x="21208" y="24892"/>
                        <a:pt x="20760" y="30169"/>
                      </a:cubicBezTo>
                      <a:cubicBezTo>
                        <a:pt x="20013" y="40773"/>
                        <a:pt x="19789" y="51377"/>
                        <a:pt x="19117" y="61832"/>
                      </a:cubicBezTo>
                      <a:cubicBezTo>
                        <a:pt x="17807" y="72086"/>
                        <a:pt x="15171" y="82126"/>
                        <a:pt x="11276" y="91702"/>
                      </a:cubicBezTo>
                      <a:cubicBezTo>
                        <a:pt x="7841" y="101634"/>
                        <a:pt x="3808" y="111491"/>
                        <a:pt x="0" y="121572"/>
                      </a:cubicBezTo>
                      <a:cubicBezTo>
                        <a:pt x="5386" y="112381"/>
                        <a:pt x="10175" y="102853"/>
                        <a:pt x="14338" y="93046"/>
                      </a:cubicBezTo>
                      <a:cubicBezTo>
                        <a:pt x="19174" y="83348"/>
                        <a:pt x="22306" y="72890"/>
                        <a:pt x="23598" y="62130"/>
                      </a:cubicBezTo>
                      <a:cubicBezTo>
                        <a:pt x="24494" y="51377"/>
                        <a:pt x="24419" y="40848"/>
                        <a:pt x="24494" y="30244"/>
                      </a:cubicBezTo>
                      <a:cubicBezTo>
                        <a:pt x="24494" y="24967"/>
                        <a:pt x="24494" y="19665"/>
                        <a:pt x="24494" y="14338"/>
                      </a:cubicBezTo>
                      <a:cubicBezTo>
                        <a:pt x="24494" y="11724"/>
                        <a:pt x="24494" y="9036"/>
                        <a:pt x="24494" y="6348"/>
                      </a:cubicBezTo>
                      <a:cubicBezTo>
                        <a:pt x="24447" y="4935"/>
                        <a:pt x="24143" y="3544"/>
                        <a:pt x="23598" y="2240"/>
                      </a:cubicBezTo>
                      <a:cubicBezTo>
                        <a:pt x="22952" y="1052"/>
                        <a:pt x="21795" y="226"/>
                        <a:pt x="20461" y="0"/>
                      </a:cubicBezTo>
                      <a:close/>
                    </a:path>
                  </a:pathLst>
                </a:custGeom>
                <a:solidFill>
                  <a:srgbClr val="F0997A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57" name="Freeform: Shape 356">
                  <a:extLst>
                    <a:ext uri="{FF2B5EF4-FFF2-40B4-BE49-F238E27FC236}">
                      <a16:creationId xmlns:a16="http://schemas.microsoft.com/office/drawing/2014/main" id="{799BD0C1-73D9-1819-C7F2-D773AD4BDB56}"/>
                    </a:ext>
                  </a:extLst>
                </p:cNvPr>
                <p:cNvSpPr/>
                <p:nvPr/>
              </p:nvSpPr>
              <p:spPr>
                <a:xfrm>
                  <a:off x="7753495" y="2259118"/>
                  <a:ext cx="21815" cy="63847"/>
                </a:xfrm>
                <a:custGeom>
                  <a:avLst/>
                  <a:gdLst>
                    <a:gd name="csX0" fmla="*/ 21507 w 21815"/>
                    <a:gd name="csY0" fmla="*/ 0 h 63847"/>
                    <a:gd name="csX1" fmla="*/ 17325 w 21815"/>
                    <a:gd name="csY1" fmla="*/ 16354 h 63847"/>
                    <a:gd name="csX2" fmla="*/ 11873 w 21815"/>
                    <a:gd name="csY2" fmla="*/ 32036 h 63847"/>
                    <a:gd name="csX3" fmla="*/ 0 w 21815"/>
                    <a:gd name="csY3" fmla="*/ 63848 h 63847"/>
                    <a:gd name="csX4" fmla="*/ 8812 w 21815"/>
                    <a:gd name="csY4" fmla="*/ 48913 h 63847"/>
                    <a:gd name="csX5" fmla="*/ 16279 w 21815"/>
                    <a:gd name="csY5" fmla="*/ 33455 h 63847"/>
                    <a:gd name="csX6" fmla="*/ 20984 w 21815"/>
                    <a:gd name="csY6" fmla="*/ 16877 h 63847"/>
                    <a:gd name="csX7" fmla="*/ 21507 w 21815"/>
                    <a:gd name="csY7" fmla="*/ 0 h 638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21815" h="63847">
                      <a:moveTo>
                        <a:pt x="21507" y="0"/>
                      </a:moveTo>
                      <a:cubicBezTo>
                        <a:pt x="20088" y="5526"/>
                        <a:pt x="18893" y="11052"/>
                        <a:pt x="17325" y="16354"/>
                      </a:cubicBezTo>
                      <a:cubicBezTo>
                        <a:pt x="15757" y="21656"/>
                        <a:pt x="13964" y="26883"/>
                        <a:pt x="11873" y="32036"/>
                      </a:cubicBezTo>
                      <a:cubicBezTo>
                        <a:pt x="7350" y="42420"/>
                        <a:pt x="3386" y="53039"/>
                        <a:pt x="0" y="63848"/>
                      </a:cubicBezTo>
                      <a:cubicBezTo>
                        <a:pt x="3211" y="59069"/>
                        <a:pt x="6123" y="54215"/>
                        <a:pt x="8812" y="48913"/>
                      </a:cubicBezTo>
                      <a:cubicBezTo>
                        <a:pt x="11571" y="43895"/>
                        <a:pt x="14064" y="38735"/>
                        <a:pt x="16279" y="33455"/>
                      </a:cubicBezTo>
                      <a:cubicBezTo>
                        <a:pt x="18411" y="28104"/>
                        <a:pt x="19987" y="22549"/>
                        <a:pt x="20984" y="16877"/>
                      </a:cubicBezTo>
                      <a:cubicBezTo>
                        <a:pt x="21876" y="11296"/>
                        <a:pt x="22051" y="5625"/>
                        <a:pt x="21507" y="0"/>
                      </a:cubicBezTo>
                      <a:close/>
                    </a:path>
                  </a:pathLst>
                </a:custGeom>
                <a:solidFill>
                  <a:srgbClr val="F0997A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58" name="Freeform: Shape 357">
                  <a:extLst>
                    <a:ext uri="{FF2B5EF4-FFF2-40B4-BE49-F238E27FC236}">
                      <a16:creationId xmlns:a16="http://schemas.microsoft.com/office/drawing/2014/main" id="{01A91087-E987-D703-8A47-A2DE2C63D7E8}"/>
                    </a:ext>
                  </a:extLst>
                </p:cNvPr>
                <p:cNvSpPr/>
                <p:nvPr/>
              </p:nvSpPr>
              <p:spPr>
                <a:xfrm>
                  <a:off x="7631729" y="2188923"/>
                  <a:ext cx="147057" cy="387195"/>
                </a:xfrm>
                <a:custGeom>
                  <a:avLst/>
                  <a:gdLst>
                    <a:gd name="csX0" fmla="*/ 40667 w 147057"/>
                    <a:gd name="csY0" fmla="*/ 387195 h 387195"/>
                    <a:gd name="csX1" fmla="*/ 13784 w 147057"/>
                    <a:gd name="csY1" fmla="*/ 295194 h 387195"/>
                    <a:gd name="csX2" fmla="*/ 3180 w 147057"/>
                    <a:gd name="csY2" fmla="*/ 248597 h 387195"/>
                    <a:gd name="csX3" fmla="*/ 4599 w 147057"/>
                    <a:gd name="csY3" fmla="*/ 201551 h 387195"/>
                    <a:gd name="csX4" fmla="*/ 3628 w 147057"/>
                    <a:gd name="csY4" fmla="*/ 202073 h 387195"/>
                    <a:gd name="csX5" fmla="*/ 3628 w 147057"/>
                    <a:gd name="csY5" fmla="*/ 202073 h 387195"/>
                    <a:gd name="csX6" fmla="*/ 4375 w 147057"/>
                    <a:gd name="csY6" fmla="*/ 202073 h 387195"/>
                    <a:gd name="csX7" fmla="*/ 4375 w 147057"/>
                    <a:gd name="csY7" fmla="*/ 201327 h 387195"/>
                    <a:gd name="csX8" fmla="*/ 16174 w 147057"/>
                    <a:gd name="csY8" fmla="*/ 180492 h 387195"/>
                    <a:gd name="csX9" fmla="*/ 32229 w 147057"/>
                    <a:gd name="csY9" fmla="*/ 162196 h 387195"/>
                    <a:gd name="csX10" fmla="*/ 59859 w 147057"/>
                    <a:gd name="csY10" fmla="*/ 121871 h 387195"/>
                    <a:gd name="csX11" fmla="*/ 66431 w 147057"/>
                    <a:gd name="csY11" fmla="*/ 111641 h 387195"/>
                    <a:gd name="csX12" fmla="*/ 69717 w 147057"/>
                    <a:gd name="csY12" fmla="*/ 106414 h 387195"/>
                    <a:gd name="csX13" fmla="*/ 72106 w 147057"/>
                    <a:gd name="csY13" fmla="*/ 100663 h 387195"/>
                    <a:gd name="csX14" fmla="*/ 78528 w 147057"/>
                    <a:gd name="csY14" fmla="*/ 76991 h 387195"/>
                    <a:gd name="csX15" fmla="*/ 84950 w 147057"/>
                    <a:gd name="csY15" fmla="*/ 53692 h 387195"/>
                    <a:gd name="csX16" fmla="*/ 91671 w 147057"/>
                    <a:gd name="csY16" fmla="*/ 44582 h 387195"/>
                    <a:gd name="csX17" fmla="*/ 102798 w 147057"/>
                    <a:gd name="csY17" fmla="*/ 43835 h 387195"/>
                    <a:gd name="csX18" fmla="*/ 103844 w 147057"/>
                    <a:gd name="csY18" fmla="*/ 43835 h 387195"/>
                    <a:gd name="csX19" fmla="*/ 103844 w 147057"/>
                    <a:gd name="csY19" fmla="*/ 42790 h 387195"/>
                    <a:gd name="csX20" fmla="*/ 106980 w 147057"/>
                    <a:gd name="csY20" fmla="*/ 24942 h 387195"/>
                    <a:gd name="csX21" fmla="*/ 112879 w 147057"/>
                    <a:gd name="csY21" fmla="*/ 18893 h 387195"/>
                    <a:gd name="csX22" fmla="*/ 121467 w 147057"/>
                    <a:gd name="csY22" fmla="*/ 18146 h 387195"/>
                    <a:gd name="csX23" fmla="*/ 122363 w 147057"/>
                    <a:gd name="csY23" fmla="*/ 18146 h 387195"/>
                    <a:gd name="csX24" fmla="*/ 122363 w 147057"/>
                    <a:gd name="csY24" fmla="*/ 17250 h 387195"/>
                    <a:gd name="csX25" fmla="*/ 126769 w 147057"/>
                    <a:gd name="csY25" fmla="*/ 7020 h 387195"/>
                    <a:gd name="csX26" fmla="*/ 136178 w 147057"/>
                    <a:gd name="csY26" fmla="*/ 2017 h 387195"/>
                    <a:gd name="csX27" fmla="*/ 139987 w 147057"/>
                    <a:gd name="csY27" fmla="*/ 5004 h 387195"/>
                    <a:gd name="csX28" fmla="*/ 141107 w 147057"/>
                    <a:gd name="csY28" fmla="*/ 10530 h 387195"/>
                    <a:gd name="csX29" fmla="*/ 141555 w 147057"/>
                    <a:gd name="csY29" fmla="*/ 22328 h 387195"/>
                    <a:gd name="csX30" fmla="*/ 142451 w 147057"/>
                    <a:gd name="csY30" fmla="*/ 45926 h 387195"/>
                    <a:gd name="csX31" fmla="*/ 142451 w 147057"/>
                    <a:gd name="csY31" fmla="*/ 69449 h 387195"/>
                    <a:gd name="csX32" fmla="*/ 142451 w 147057"/>
                    <a:gd name="csY32" fmla="*/ 69449 h 387195"/>
                    <a:gd name="csX33" fmla="*/ 142451 w 147057"/>
                    <a:gd name="csY33" fmla="*/ 69449 h 387195"/>
                    <a:gd name="csX34" fmla="*/ 145065 w 147057"/>
                    <a:gd name="csY34" fmla="*/ 89611 h 387195"/>
                    <a:gd name="csX35" fmla="*/ 139464 w 147057"/>
                    <a:gd name="csY35" fmla="*/ 110073 h 387195"/>
                    <a:gd name="csX36" fmla="*/ 125275 w 147057"/>
                    <a:gd name="csY36" fmla="*/ 150024 h 387195"/>
                    <a:gd name="csX37" fmla="*/ 140211 w 147057"/>
                    <a:gd name="csY37" fmla="*/ 110222 h 387195"/>
                    <a:gd name="csX38" fmla="*/ 146110 w 147057"/>
                    <a:gd name="csY38" fmla="*/ 89761 h 387195"/>
                    <a:gd name="csX39" fmla="*/ 143571 w 147057"/>
                    <a:gd name="csY39" fmla="*/ 68777 h 387195"/>
                    <a:gd name="csX40" fmla="*/ 143571 w 147057"/>
                    <a:gd name="csY40" fmla="*/ 69225 h 387195"/>
                    <a:gd name="csX41" fmla="*/ 144094 w 147057"/>
                    <a:gd name="csY41" fmla="*/ 45478 h 387195"/>
                    <a:gd name="csX42" fmla="*/ 143272 w 147057"/>
                    <a:gd name="csY42" fmla="*/ 21806 h 387195"/>
                    <a:gd name="csX43" fmla="*/ 143272 w 147057"/>
                    <a:gd name="csY43" fmla="*/ 9932 h 387195"/>
                    <a:gd name="csX44" fmla="*/ 142078 w 147057"/>
                    <a:gd name="csY44" fmla="*/ 3958 h 387195"/>
                    <a:gd name="csX45" fmla="*/ 137000 w 147057"/>
                    <a:gd name="csY45" fmla="*/ 0 h 387195"/>
                    <a:gd name="csX46" fmla="*/ 126246 w 147057"/>
                    <a:gd name="csY46" fmla="*/ 5526 h 387195"/>
                    <a:gd name="csX47" fmla="*/ 121318 w 147057"/>
                    <a:gd name="csY47" fmla="*/ 16653 h 387195"/>
                    <a:gd name="csX48" fmla="*/ 122363 w 147057"/>
                    <a:gd name="csY48" fmla="*/ 15906 h 387195"/>
                    <a:gd name="csX49" fmla="*/ 112730 w 147057"/>
                    <a:gd name="csY49" fmla="*/ 16728 h 387195"/>
                    <a:gd name="csX50" fmla="*/ 105934 w 147057"/>
                    <a:gd name="csY50" fmla="*/ 23598 h 387195"/>
                    <a:gd name="csX51" fmla="*/ 103470 w 147057"/>
                    <a:gd name="csY51" fmla="*/ 32783 h 387195"/>
                    <a:gd name="csX52" fmla="*/ 102499 w 147057"/>
                    <a:gd name="csY52" fmla="*/ 42043 h 387195"/>
                    <a:gd name="csX53" fmla="*/ 103619 w 147057"/>
                    <a:gd name="csY53" fmla="*/ 41221 h 387195"/>
                    <a:gd name="csX54" fmla="*/ 91074 w 147057"/>
                    <a:gd name="csY54" fmla="*/ 42043 h 387195"/>
                    <a:gd name="csX55" fmla="*/ 83606 w 147057"/>
                    <a:gd name="csY55" fmla="*/ 52124 h 387195"/>
                    <a:gd name="csX56" fmla="*/ 77035 w 147057"/>
                    <a:gd name="csY56" fmla="*/ 75722 h 387195"/>
                    <a:gd name="csX57" fmla="*/ 70538 w 147057"/>
                    <a:gd name="csY57" fmla="*/ 99095 h 387195"/>
                    <a:gd name="csX58" fmla="*/ 68223 w 147057"/>
                    <a:gd name="csY58" fmla="*/ 104472 h 387195"/>
                    <a:gd name="csX59" fmla="*/ 65012 w 147057"/>
                    <a:gd name="csY59" fmla="*/ 109550 h 387195"/>
                    <a:gd name="csX60" fmla="*/ 58440 w 147057"/>
                    <a:gd name="csY60" fmla="*/ 119855 h 387195"/>
                    <a:gd name="csX61" fmla="*/ 31184 w 147057"/>
                    <a:gd name="csY61" fmla="*/ 160105 h 387195"/>
                    <a:gd name="csX62" fmla="*/ 15278 w 147057"/>
                    <a:gd name="csY62" fmla="*/ 178550 h 387195"/>
                    <a:gd name="csX63" fmla="*/ 3255 w 147057"/>
                    <a:gd name="csY63" fmla="*/ 199982 h 387195"/>
                    <a:gd name="csX64" fmla="*/ 4300 w 147057"/>
                    <a:gd name="csY64" fmla="*/ 199385 h 387195"/>
                    <a:gd name="csX65" fmla="*/ 4300 w 147057"/>
                    <a:gd name="csY65" fmla="*/ 199385 h 387195"/>
                    <a:gd name="csX66" fmla="*/ 3553 w 147057"/>
                    <a:gd name="csY66" fmla="*/ 199385 h 387195"/>
                    <a:gd name="csX67" fmla="*/ 3553 w 147057"/>
                    <a:gd name="csY67" fmla="*/ 200132 h 387195"/>
                    <a:gd name="csX68" fmla="*/ 2284 w 147057"/>
                    <a:gd name="csY68" fmla="*/ 247999 h 387195"/>
                    <a:gd name="csX69" fmla="*/ 13187 w 147057"/>
                    <a:gd name="csY69" fmla="*/ 294746 h 387195"/>
                    <a:gd name="csX70" fmla="*/ 40667 w 147057"/>
                    <a:gd name="csY70" fmla="*/ 387195 h 38719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  <a:cxn ang="0">
                      <a:pos x="csX61" y="csY61"/>
                    </a:cxn>
                    <a:cxn ang="0">
                      <a:pos x="csX62" y="csY62"/>
                    </a:cxn>
                    <a:cxn ang="0">
                      <a:pos x="csX63" y="csY63"/>
                    </a:cxn>
                    <a:cxn ang="0">
                      <a:pos x="csX64" y="csY64"/>
                    </a:cxn>
                    <a:cxn ang="0">
                      <a:pos x="csX65" y="csY65"/>
                    </a:cxn>
                    <a:cxn ang="0">
                      <a:pos x="csX66" y="csY66"/>
                    </a:cxn>
                    <a:cxn ang="0">
                      <a:pos x="csX67" y="csY67"/>
                    </a:cxn>
                    <a:cxn ang="0">
                      <a:pos x="csX68" y="csY68"/>
                    </a:cxn>
                    <a:cxn ang="0">
                      <a:pos x="csX69" y="csY69"/>
                    </a:cxn>
                    <a:cxn ang="0">
                      <a:pos x="csX70" y="csY70"/>
                    </a:cxn>
                  </a:cxnLst>
                  <a:rect l="l" t="t" r="r" b="b"/>
                  <a:pathLst>
                    <a:path w="147057" h="387195">
                      <a:moveTo>
                        <a:pt x="40667" y="387195"/>
                      </a:moveTo>
                      <a:cubicBezTo>
                        <a:pt x="31557" y="356578"/>
                        <a:pt x="22446" y="325961"/>
                        <a:pt x="13784" y="295194"/>
                      </a:cubicBezTo>
                      <a:cubicBezTo>
                        <a:pt x="9474" y="279849"/>
                        <a:pt x="5935" y="264296"/>
                        <a:pt x="3180" y="248597"/>
                      </a:cubicBezTo>
                      <a:cubicBezTo>
                        <a:pt x="-132" y="233028"/>
                        <a:pt x="355" y="216891"/>
                        <a:pt x="4599" y="201551"/>
                      </a:cubicBezTo>
                      <a:lnTo>
                        <a:pt x="3628" y="202073"/>
                      </a:lnTo>
                      <a:lnTo>
                        <a:pt x="3628" y="202073"/>
                      </a:lnTo>
                      <a:lnTo>
                        <a:pt x="4375" y="202073"/>
                      </a:lnTo>
                      <a:lnTo>
                        <a:pt x="4375" y="201327"/>
                      </a:lnTo>
                      <a:cubicBezTo>
                        <a:pt x="7029" y="193732"/>
                        <a:pt x="11026" y="186675"/>
                        <a:pt x="16174" y="180492"/>
                      </a:cubicBezTo>
                      <a:cubicBezTo>
                        <a:pt x="21177" y="174219"/>
                        <a:pt x="27301" y="168768"/>
                        <a:pt x="32229" y="162196"/>
                      </a:cubicBezTo>
                      <a:cubicBezTo>
                        <a:pt x="42161" y="149203"/>
                        <a:pt x="50973" y="135537"/>
                        <a:pt x="59859" y="121871"/>
                      </a:cubicBezTo>
                      <a:lnTo>
                        <a:pt x="66431" y="111641"/>
                      </a:lnTo>
                      <a:cubicBezTo>
                        <a:pt x="67476" y="109849"/>
                        <a:pt x="68596" y="108280"/>
                        <a:pt x="69717" y="106414"/>
                      </a:cubicBezTo>
                      <a:cubicBezTo>
                        <a:pt x="70653" y="104558"/>
                        <a:pt x="71451" y="102636"/>
                        <a:pt x="72106" y="100663"/>
                      </a:cubicBezTo>
                      <a:cubicBezTo>
                        <a:pt x="74794" y="92822"/>
                        <a:pt x="76587" y="84907"/>
                        <a:pt x="78528" y="76991"/>
                      </a:cubicBezTo>
                      <a:cubicBezTo>
                        <a:pt x="80273" y="69121"/>
                        <a:pt x="82416" y="61345"/>
                        <a:pt x="84950" y="53692"/>
                      </a:cubicBezTo>
                      <a:cubicBezTo>
                        <a:pt x="86075" y="49972"/>
                        <a:pt x="88449" y="46754"/>
                        <a:pt x="91671" y="44582"/>
                      </a:cubicBezTo>
                      <a:cubicBezTo>
                        <a:pt x="95156" y="42950"/>
                        <a:pt x="99126" y="42684"/>
                        <a:pt x="102798" y="43835"/>
                      </a:cubicBezTo>
                      <a:lnTo>
                        <a:pt x="103844" y="43835"/>
                      </a:lnTo>
                      <a:lnTo>
                        <a:pt x="103844" y="42790"/>
                      </a:lnTo>
                      <a:cubicBezTo>
                        <a:pt x="104023" y="36720"/>
                        <a:pt x="105079" y="30709"/>
                        <a:pt x="106980" y="24942"/>
                      </a:cubicBezTo>
                      <a:cubicBezTo>
                        <a:pt x="108075" y="22228"/>
                        <a:pt x="110194" y="20055"/>
                        <a:pt x="112879" y="18893"/>
                      </a:cubicBezTo>
                      <a:cubicBezTo>
                        <a:pt x="115606" y="17806"/>
                        <a:pt x="118593" y="17546"/>
                        <a:pt x="121467" y="18146"/>
                      </a:cubicBezTo>
                      <a:lnTo>
                        <a:pt x="122363" y="18146"/>
                      </a:lnTo>
                      <a:lnTo>
                        <a:pt x="122363" y="17250"/>
                      </a:lnTo>
                      <a:cubicBezTo>
                        <a:pt x="122868" y="13501"/>
                        <a:pt x="124392" y="9963"/>
                        <a:pt x="126769" y="7020"/>
                      </a:cubicBezTo>
                      <a:cubicBezTo>
                        <a:pt x="128931" y="3950"/>
                        <a:pt x="132424" y="2092"/>
                        <a:pt x="136178" y="2017"/>
                      </a:cubicBezTo>
                      <a:cubicBezTo>
                        <a:pt x="137915" y="2200"/>
                        <a:pt x="139395" y="3360"/>
                        <a:pt x="139987" y="5004"/>
                      </a:cubicBezTo>
                      <a:cubicBezTo>
                        <a:pt x="140638" y="6778"/>
                        <a:pt x="141015" y="8641"/>
                        <a:pt x="141107" y="10530"/>
                      </a:cubicBezTo>
                      <a:cubicBezTo>
                        <a:pt x="141107" y="14413"/>
                        <a:pt x="141107" y="18370"/>
                        <a:pt x="141555" y="22328"/>
                      </a:cubicBezTo>
                      <a:lnTo>
                        <a:pt x="142451" y="45926"/>
                      </a:lnTo>
                      <a:cubicBezTo>
                        <a:pt x="143013" y="53757"/>
                        <a:pt x="143013" y="61618"/>
                        <a:pt x="142451" y="69449"/>
                      </a:cubicBezTo>
                      <a:lnTo>
                        <a:pt x="142451" y="69449"/>
                      </a:lnTo>
                      <a:lnTo>
                        <a:pt x="142451" y="69449"/>
                      </a:lnTo>
                      <a:cubicBezTo>
                        <a:pt x="145769" y="75621"/>
                        <a:pt x="146699" y="82798"/>
                        <a:pt x="145065" y="89611"/>
                      </a:cubicBezTo>
                      <a:cubicBezTo>
                        <a:pt x="143571" y="96482"/>
                        <a:pt x="141555" y="103277"/>
                        <a:pt x="139464" y="110073"/>
                      </a:cubicBezTo>
                      <a:cubicBezTo>
                        <a:pt x="135282" y="123514"/>
                        <a:pt x="130801" y="136956"/>
                        <a:pt x="125275" y="150024"/>
                      </a:cubicBezTo>
                      <a:cubicBezTo>
                        <a:pt x="131025" y="137031"/>
                        <a:pt x="135655" y="123664"/>
                        <a:pt x="140211" y="110222"/>
                      </a:cubicBezTo>
                      <a:cubicBezTo>
                        <a:pt x="142376" y="103501"/>
                        <a:pt x="144467" y="96706"/>
                        <a:pt x="146110" y="89761"/>
                      </a:cubicBezTo>
                      <a:cubicBezTo>
                        <a:pt x="147974" y="82698"/>
                        <a:pt x="147066" y="75191"/>
                        <a:pt x="143571" y="68777"/>
                      </a:cubicBezTo>
                      <a:lnTo>
                        <a:pt x="143571" y="69225"/>
                      </a:lnTo>
                      <a:cubicBezTo>
                        <a:pt x="144341" y="61334"/>
                        <a:pt x="144516" y="53395"/>
                        <a:pt x="144094" y="45478"/>
                      </a:cubicBezTo>
                      <a:lnTo>
                        <a:pt x="143272" y="21806"/>
                      </a:lnTo>
                      <a:cubicBezTo>
                        <a:pt x="143272" y="17848"/>
                        <a:pt x="143272" y="13965"/>
                        <a:pt x="143272" y="9932"/>
                      </a:cubicBezTo>
                      <a:cubicBezTo>
                        <a:pt x="143164" y="7894"/>
                        <a:pt x="142761" y="5882"/>
                        <a:pt x="142078" y="3958"/>
                      </a:cubicBezTo>
                      <a:cubicBezTo>
                        <a:pt x="141257" y="1794"/>
                        <a:pt x="139298" y="268"/>
                        <a:pt x="137000" y="0"/>
                      </a:cubicBezTo>
                      <a:cubicBezTo>
                        <a:pt x="132727" y="-26"/>
                        <a:pt x="128712" y="2037"/>
                        <a:pt x="126246" y="5526"/>
                      </a:cubicBezTo>
                      <a:cubicBezTo>
                        <a:pt x="123584" y="8694"/>
                        <a:pt x="121875" y="12553"/>
                        <a:pt x="121318" y="16653"/>
                      </a:cubicBezTo>
                      <a:lnTo>
                        <a:pt x="122363" y="15906"/>
                      </a:lnTo>
                      <a:cubicBezTo>
                        <a:pt x="119143" y="15203"/>
                        <a:pt x="115785" y="15489"/>
                        <a:pt x="112730" y="16728"/>
                      </a:cubicBezTo>
                      <a:cubicBezTo>
                        <a:pt x="109652" y="18039"/>
                        <a:pt x="107212" y="20506"/>
                        <a:pt x="105934" y="23598"/>
                      </a:cubicBezTo>
                      <a:cubicBezTo>
                        <a:pt x="104671" y="26523"/>
                        <a:pt x="103841" y="29618"/>
                        <a:pt x="103470" y="32783"/>
                      </a:cubicBezTo>
                      <a:lnTo>
                        <a:pt x="102499" y="42043"/>
                      </a:lnTo>
                      <a:lnTo>
                        <a:pt x="103619" y="41221"/>
                      </a:lnTo>
                      <a:cubicBezTo>
                        <a:pt x="99481" y="39922"/>
                        <a:pt x="95007" y="40215"/>
                        <a:pt x="91074" y="42043"/>
                      </a:cubicBezTo>
                      <a:cubicBezTo>
                        <a:pt x="87525" y="44472"/>
                        <a:pt x="84896" y="48022"/>
                        <a:pt x="83606" y="52124"/>
                      </a:cubicBezTo>
                      <a:cubicBezTo>
                        <a:pt x="80982" y="59863"/>
                        <a:pt x="78788" y="67741"/>
                        <a:pt x="77035" y="75722"/>
                      </a:cubicBezTo>
                      <a:cubicBezTo>
                        <a:pt x="75018" y="83189"/>
                        <a:pt x="73152" y="91478"/>
                        <a:pt x="70538" y="99095"/>
                      </a:cubicBezTo>
                      <a:cubicBezTo>
                        <a:pt x="69902" y="100943"/>
                        <a:pt x="69129" y="102740"/>
                        <a:pt x="68223" y="104472"/>
                      </a:cubicBezTo>
                      <a:cubicBezTo>
                        <a:pt x="67252" y="106115"/>
                        <a:pt x="66057" y="107907"/>
                        <a:pt x="65012" y="109550"/>
                      </a:cubicBezTo>
                      <a:lnTo>
                        <a:pt x="58440" y="119855"/>
                      </a:lnTo>
                      <a:cubicBezTo>
                        <a:pt x="49703" y="133521"/>
                        <a:pt x="40966" y="147261"/>
                        <a:pt x="31184" y="160105"/>
                      </a:cubicBezTo>
                      <a:cubicBezTo>
                        <a:pt x="26404" y="166602"/>
                        <a:pt x="20356" y="172054"/>
                        <a:pt x="15278" y="178550"/>
                      </a:cubicBezTo>
                      <a:cubicBezTo>
                        <a:pt x="9976" y="184887"/>
                        <a:pt x="5899" y="192155"/>
                        <a:pt x="3255" y="199982"/>
                      </a:cubicBezTo>
                      <a:lnTo>
                        <a:pt x="4300" y="199385"/>
                      </a:lnTo>
                      <a:lnTo>
                        <a:pt x="4300" y="199385"/>
                      </a:lnTo>
                      <a:lnTo>
                        <a:pt x="3553" y="199385"/>
                      </a:lnTo>
                      <a:lnTo>
                        <a:pt x="3553" y="200132"/>
                      </a:lnTo>
                      <a:cubicBezTo>
                        <a:pt x="-708" y="215754"/>
                        <a:pt x="-1143" y="232173"/>
                        <a:pt x="2284" y="247999"/>
                      </a:cubicBezTo>
                      <a:cubicBezTo>
                        <a:pt x="5122" y="263756"/>
                        <a:pt x="8856" y="279363"/>
                        <a:pt x="13187" y="294746"/>
                      </a:cubicBezTo>
                      <a:cubicBezTo>
                        <a:pt x="21401" y="326260"/>
                        <a:pt x="31184" y="356727"/>
                        <a:pt x="40667" y="387195"/>
                      </a:cubicBezTo>
                      <a:close/>
                    </a:path>
                  </a:pathLst>
                </a:custGeom>
                <a:solidFill>
                  <a:srgbClr val="F0997A"/>
                </a:solidFill>
                <a:ln w="7449" cap="flat">
                  <a:noFill/>
                  <a:prstDash val="solid"/>
                  <a:miter/>
                </a:ln>
              </p:spPr>
            </p:sp>
          </p:grpSp>
        </p:grpSp>
        <p:grpSp>
          <p:nvGrpSpPr>
            <p:cNvPr id="359" name="Graphic 4">
              <a:extLst>
                <a:ext uri="{FF2B5EF4-FFF2-40B4-BE49-F238E27FC236}">
                  <a16:creationId xmlns:a16="http://schemas.microsoft.com/office/drawing/2014/main" id="{29E42D5F-15A6-2C0D-4F79-485665A934C0}"/>
                </a:ext>
              </a:extLst>
            </p:cNvPr>
            <p:cNvGrpSpPr/>
            <p:nvPr/>
          </p:nvGrpSpPr>
          <p:grpSpPr>
            <a:xfrm>
              <a:off x="5675936" y="1072406"/>
              <a:ext cx="1598214" cy="3094091"/>
              <a:chOff x="5675936" y="1072406"/>
              <a:chExt cx="1598214" cy="3094091"/>
            </a:xfrm>
          </p:grpSpPr>
          <p:grpSp>
            <p:nvGrpSpPr>
              <p:cNvPr id="360" name="Graphic 4">
                <a:extLst>
                  <a:ext uri="{FF2B5EF4-FFF2-40B4-BE49-F238E27FC236}">
                    <a16:creationId xmlns:a16="http://schemas.microsoft.com/office/drawing/2014/main" id="{2CCBBBA0-0FDC-3BB1-4F26-1EA5BCB82250}"/>
                  </a:ext>
                </a:extLst>
              </p:cNvPr>
              <p:cNvGrpSpPr/>
              <p:nvPr/>
            </p:nvGrpSpPr>
            <p:grpSpPr>
              <a:xfrm>
                <a:off x="6020180" y="2486656"/>
                <a:ext cx="746419" cy="1679840"/>
                <a:chOff x="6020180" y="2486656"/>
                <a:chExt cx="746419" cy="1679840"/>
              </a:xfrm>
            </p:grpSpPr>
            <p:sp>
              <p:nvSpPr>
                <p:cNvPr id="361" name="Freeform: Shape 360">
                  <a:extLst>
                    <a:ext uri="{FF2B5EF4-FFF2-40B4-BE49-F238E27FC236}">
                      <a16:creationId xmlns:a16="http://schemas.microsoft.com/office/drawing/2014/main" id="{4C15866C-82EA-F4DD-9AF2-2B0B95B7CEEE}"/>
                    </a:ext>
                  </a:extLst>
                </p:cNvPr>
                <p:cNvSpPr/>
                <p:nvPr/>
              </p:nvSpPr>
              <p:spPr>
                <a:xfrm>
                  <a:off x="6190906" y="2486656"/>
                  <a:ext cx="359335" cy="1308422"/>
                </a:xfrm>
                <a:custGeom>
                  <a:avLst/>
                  <a:gdLst>
                    <a:gd name="csX0" fmla="*/ 18215 w 359335"/>
                    <a:gd name="csY0" fmla="*/ 88939 h 1308422"/>
                    <a:gd name="csX1" fmla="*/ 517 w 359335"/>
                    <a:gd name="csY1" fmla="*/ 573512 h 1308422"/>
                    <a:gd name="csX2" fmla="*/ 17767 w 359335"/>
                    <a:gd name="csY2" fmla="*/ 877816 h 1308422"/>
                    <a:gd name="csX3" fmla="*/ 35466 w 359335"/>
                    <a:gd name="csY3" fmla="*/ 1274495 h 1308422"/>
                    <a:gd name="csX4" fmla="*/ 163236 w 359335"/>
                    <a:gd name="csY4" fmla="*/ 1240144 h 1308422"/>
                    <a:gd name="csX5" fmla="*/ 165252 w 359335"/>
                    <a:gd name="csY5" fmla="*/ 1224611 h 1308422"/>
                    <a:gd name="csX6" fmla="*/ 213568 w 359335"/>
                    <a:gd name="csY6" fmla="*/ 887972 h 1308422"/>
                    <a:gd name="csX7" fmla="*/ 201844 w 359335"/>
                    <a:gd name="csY7" fmla="*/ 718607 h 1308422"/>
                    <a:gd name="csX8" fmla="*/ 286302 w 359335"/>
                    <a:gd name="csY8" fmla="*/ 365240 h 1308422"/>
                    <a:gd name="csX9" fmla="*/ 359335 w 359335"/>
                    <a:gd name="csY9" fmla="*/ 0 h 130842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359335" h="1308422">
                      <a:moveTo>
                        <a:pt x="18215" y="88939"/>
                      </a:moveTo>
                      <a:cubicBezTo>
                        <a:pt x="8582" y="186018"/>
                        <a:pt x="-2545" y="409224"/>
                        <a:pt x="517" y="573512"/>
                      </a:cubicBezTo>
                      <a:cubicBezTo>
                        <a:pt x="2534" y="682240"/>
                        <a:pt x="8806" y="754377"/>
                        <a:pt x="17767" y="877816"/>
                      </a:cubicBezTo>
                      <a:cubicBezTo>
                        <a:pt x="25982" y="991174"/>
                        <a:pt x="46518" y="1243729"/>
                        <a:pt x="35466" y="1274495"/>
                      </a:cubicBezTo>
                      <a:cubicBezTo>
                        <a:pt x="24414" y="1305261"/>
                        <a:pt x="150168" y="1345586"/>
                        <a:pt x="163236" y="1240144"/>
                      </a:cubicBezTo>
                      <a:lnTo>
                        <a:pt x="165252" y="1224611"/>
                      </a:lnTo>
                      <a:cubicBezTo>
                        <a:pt x="178022" y="1144185"/>
                        <a:pt x="203486" y="971758"/>
                        <a:pt x="213568" y="887972"/>
                      </a:cubicBezTo>
                      <a:cubicBezTo>
                        <a:pt x="226487" y="780215"/>
                        <a:pt x="201844" y="718607"/>
                        <a:pt x="201844" y="718607"/>
                      </a:cubicBezTo>
                      <a:lnTo>
                        <a:pt x="286302" y="365240"/>
                      </a:lnTo>
                      <a:lnTo>
                        <a:pt x="359335" y="0"/>
                      </a:lnTo>
                      <a:close/>
                    </a:path>
                  </a:pathLst>
                </a:custGeom>
                <a:solidFill>
                  <a:srgbClr val="FFA8A7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62" name="Freeform: Shape 361">
                  <a:extLst>
                    <a:ext uri="{FF2B5EF4-FFF2-40B4-BE49-F238E27FC236}">
                      <a16:creationId xmlns:a16="http://schemas.microsoft.com/office/drawing/2014/main" id="{7BAA70F2-E79C-1601-5079-68C350CDA5E1}"/>
                    </a:ext>
                  </a:extLst>
                </p:cNvPr>
                <p:cNvSpPr/>
                <p:nvPr/>
              </p:nvSpPr>
              <p:spPr>
                <a:xfrm>
                  <a:off x="6020180" y="3825895"/>
                  <a:ext cx="358217" cy="157746"/>
                </a:xfrm>
                <a:custGeom>
                  <a:avLst/>
                  <a:gdLst>
                    <a:gd name="csX0" fmla="*/ 2101 w 358217"/>
                    <a:gd name="csY0" fmla="*/ 95585 h 157746"/>
                    <a:gd name="csX1" fmla="*/ 9569 w 358217"/>
                    <a:gd name="csY1" fmla="*/ 131803 h 157746"/>
                    <a:gd name="csX2" fmla="*/ 123151 w 358217"/>
                    <a:gd name="csY2" fmla="*/ 155849 h 157746"/>
                    <a:gd name="csX3" fmla="*/ 217019 w 358217"/>
                    <a:gd name="csY3" fmla="*/ 117092 h 157746"/>
                    <a:gd name="csX4" fmla="*/ 282659 w 358217"/>
                    <a:gd name="csY4" fmla="*/ 60711 h 157746"/>
                    <a:gd name="csX5" fmla="*/ 353900 w 358217"/>
                    <a:gd name="csY5" fmla="*/ 34500 h 157746"/>
                    <a:gd name="csX6" fmla="*/ 357634 w 358217"/>
                    <a:gd name="csY6" fmla="*/ 0 h 15774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358217" h="157746">
                      <a:moveTo>
                        <a:pt x="2101" y="95585"/>
                      </a:moveTo>
                      <a:cubicBezTo>
                        <a:pt x="-214" y="95585"/>
                        <a:pt x="-3350" y="121124"/>
                        <a:pt x="9569" y="131803"/>
                      </a:cubicBezTo>
                      <a:cubicBezTo>
                        <a:pt x="24504" y="144050"/>
                        <a:pt x="67069" y="163988"/>
                        <a:pt x="123151" y="155849"/>
                      </a:cubicBezTo>
                      <a:cubicBezTo>
                        <a:pt x="179233" y="147709"/>
                        <a:pt x="194840" y="136209"/>
                        <a:pt x="217019" y="117092"/>
                      </a:cubicBezTo>
                      <a:cubicBezTo>
                        <a:pt x="239198" y="97975"/>
                        <a:pt x="259584" y="72734"/>
                        <a:pt x="282659" y="60711"/>
                      </a:cubicBezTo>
                      <a:cubicBezTo>
                        <a:pt x="295727" y="53916"/>
                        <a:pt x="342400" y="48763"/>
                        <a:pt x="353900" y="34500"/>
                      </a:cubicBezTo>
                      <a:cubicBezTo>
                        <a:pt x="360397" y="26286"/>
                        <a:pt x="357634" y="0"/>
                        <a:pt x="357634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63" name="Freeform: Shape 362">
                  <a:extLst>
                    <a:ext uri="{FF2B5EF4-FFF2-40B4-BE49-F238E27FC236}">
                      <a16:creationId xmlns:a16="http://schemas.microsoft.com/office/drawing/2014/main" id="{852F1448-0181-1BBB-2210-C15C7E6A6A8B}"/>
                    </a:ext>
                  </a:extLst>
                </p:cNvPr>
                <p:cNvSpPr/>
                <p:nvPr/>
              </p:nvSpPr>
              <p:spPr>
                <a:xfrm>
                  <a:off x="6021336" y="3711268"/>
                  <a:ext cx="356327" cy="256511"/>
                </a:xfrm>
                <a:custGeom>
                  <a:avLst/>
                  <a:gdLst>
                    <a:gd name="csX0" fmla="*/ 334822 w 356327"/>
                    <a:gd name="csY0" fmla="*/ 0 h 256511"/>
                    <a:gd name="csX1" fmla="*/ 342289 w 356327"/>
                    <a:gd name="csY1" fmla="*/ 8886 h 256511"/>
                    <a:gd name="csX2" fmla="*/ 350354 w 356327"/>
                    <a:gd name="csY2" fmla="*/ 58471 h 256511"/>
                    <a:gd name="csX3" fmla="*/ 355283 w 356327"/>
                    <a:gd name="csY3" fmla="*/ 126053 h 256511"/>
                    <a:gd name="csX4" fmla="*/ 279263 w 356327"/>
                    <a:gd name="csY4" fmla="*/ 163391 h 256511"/>
                    <a:gd name="csX5" fmla="*/ 211158 w 356327"/>
                    <a:gd name="csY5" fmla="*/ 216934 h 256511"/>
                    <a:gd name="csX6" fmla="*/ 107807 w 356327"/>
                    <a:gd name="csY6" fmla="*/ 256512 h 256511"/>
                    <a:gd name="csX7" fmla="*/ 4007 w 356327"/>
                    <a:gd name="csY7" fmla="*/ 223654 h 256511"/>
                    <a:gd name="csX8" fmla="*/ 51352 w 356327"/>
                    <a:gd name="csY8" fmla="*/ 162196 h 256511"/>
                    <a:gd name="csX9" fmla="*/ 114975 w 356327"/>
                    <a:gd name="csY9" fmla="*/ 124410 h 256511"/>
                    <a:gd name="csX10" fmla="*/ 159258 w 356327"/>
                    <a:gd name="csY10" fmla="*/ 89686 h 256511"/>
                    <a:gd name="csX11" fmla="*/ 184499 w 356327"/>
                    <a:gd name="csY11" fmla="*/ 60338 h 256511"/>
                    <a:gd name="csX12" fmla="*/ 191966 w 356327"/>
                    <a:gd name="csY12" fmla="*/ 40699 h 256511"/>
                    <a:gd name="csX13" fmla="*/ 197642 w 356327"/>
                    <a:gd name="csY13" fmla="*/ 19341 h 256511"/>
                    <a:gd name="csX14" fmla="*/ 203168 w 356327"/>
                    <a:gd name="csY14" fmla="*/ 8663 h 256511"/>
                    <a:gd name="csX15" fmla="*/ 211531 w 356327"/>
                    <a:gd name="csY15" fmla="*/ 7916 h 256511"/>
                    <a:gd name="csX16" fmla="*/ 254843 w 356327"/>
                    <a:gd name="csY16" fmla="*/ 16877 h 256511"/>
                    <a:gd name="csX17" fmla="*/ 269779 w 356327"/>
                    <a:gd name="csY17" fmla="*/ 25913 h 256511"/>
                    <a:gd name="csX18" fmla="*/ 272840 w 356327"/>
                    <a:gd name="csY18" fmla="*/ 37861 h 256511"/>
                    <a:gd name="csX19" fmla="*/ 273363 w 356327"/>
                    <a:gd name="csY19" fmla="*/ 50332 h 256511"/>
                    <a:gd name="csX20" fmla="*/ 275081 w 356327"/>
                    <a:gd name="csY20" fmla="*/ 54365 h 256511"/>
                    <a:gd name="csX21" fmla="*/ 282548 w 356327"/>
                    <a:gd name="csY21" fmla="*/ 53020 h 256511"/>
                    <a:gd name="csX22" fmla="*/ 299574 w 356327"/>
                    <a:gd name="csY22" fmla="*/ 31961 h 256511"/>
                    <a:gd name="csX23" fmla="*/ 319886 w 356327"/>
                    <a:gd name="csY23" fmla="*/ 22552 h 256511"/>
                    <a:gd name="csX24" fmla="*/ 332731 w 356327"/>
                    <a:gd name="csY24" fmla="*/ 15084 h 25651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</a:cxnLst>
                  <a:rect l="l" t="t" r="r" b="b"/>
                  <a:pathLst>
                    <a:path w="356327" h="256511">
                      <a:moveTo>
                        <a:pt x="334822" y="0"/>
                      </a:moveTo>
                      <a:cubicBezTo>
                        <a:pt x="338781" y="1326"/>
                        <a:pt x="341665" y="4758"/>
                        <a:pt x="342289" y="8886"/>
                      </a:cubicBezTo>
                      <a:cubicBezTo>
                        <a:pt x="344156" y="17773"/>
                        <a:pt x="346396" y="43835"/>
                        <a:pt x="350354" y="58471"/>
                      </a:cubicBezTo>
                      <a:cubicBezTo>
                        <a:pt x="355983" y="80529"/>
                        <a:pt x="357652" y="103411"/>
                        <a:pt x="355283" y="126053"/>
                      </a:cubicBezTo>
                      <a:cubicBezTo>
                        <a:pt x="352445" y="142780"/>
                        <a:pt x="303756" y="153833"/>
                        <a:pt x="279263" y="163391"/>
                      </a:cubicBezTo>
                      <a:cubicBezTo>
                        <a:pt x="254769" y="172950"/>
                        <a:pt x="236324" y="195502"/>
                        <a:pt x="211158" y="216934"/>
                      </a:cubicBezTo>
                      <a:cubicBezTo>
                        <a:pt x="181981" y="241105"/>
                        <a:pt x="145666" y="255012"/>
                        <a:pt x="107807" y="256512"/>
                      </a:cubicBezTo>
                      <a:cubicBezTo>
                        <a:pt x="64494" y="256512"/>
                        <a:pt x="15432" y="243593"/>
                        <a:pt x="4007" y="223654"/>
                      </a:cubicBezTo>
                      <a:cubicBezTo>
                        <a:pt x="-698" y="213573"/>
                        <a:pt x="-12496" y="192963"/>
                        <a:pt x="51352" y="162196"/>
                      </a:cubicBezTo>
                      <a:cubicBezTo>
                        <a:pt x="63374" y="156372"/>
                        <a:pt x="100563" y="133819"/>
                        <a:pt x="114975" y="124410"/>
                      </a:cubicBezTo>
                      <a:cubicBezTo>
                        <a:pt x="130895" y="114395"/>
                        <a:pt x="145735" y="102758"/>
                        <a:pt x="159258" y="89686"/>
                      </a:cubicBezTo>
                      <a:cubicBezTo>
                        <a:pt x="168768" y="80902"/>
                        <a:pt x="177237" y="71055"/>
                        <a:pt x="184499" y="60338"/>
                      </a:cubicBezTo>
                      <a:cubicBezTo>
                        <a:pt x="187803" y="54131"/>
                        <a:pt x="190312" y="47533"/>
                        <a:pt x="191966" y="40699"/>
                      </a:cubicBezTo>
                      <a:cubicBezTo>
                        <a:pt x="194268" y="33695"/>
                        <a:pt x="196163" y="26564"/>
                        <a:pt x="197642" y="19341"/>
                      </a:cubicBezTo>
                      <a:cubicBezTo>
                        <a:pt x="197906" y="15165"/>
                        <a:pt x="199911" y="11291"/>
                        <a:pt x="203168" y="8663"/>
                      </a:cubicBezTo>
                      <a:cubicBezTo>
                        <a:pt x="205811" y="7552"/>
                        <a:pt x="208734" y="7291"/>
                        <a:pt x="211531" y="7916"/>
                      </a:cubicBezTo>
                      <a:cubicBezTo>
                        <a:pt x="226232" y="9447"/>
                        <a:pt x="240742" y="12449"/>
                        <a:pt x="254843" y="16877"/>
                      </a:cubicBezTo>
                      <a:cubicBezTo>
                        <a:pt x="260710" y="18088"/>
                        <a:pt x="265983" y="21278"/>
                        <a:pt x="269779" y="25913"/>
                      </a:cubicBezTo>
                      <a:cubicBezTo>
                        <a:pt x="271875" y="29539"/>
                        <a:pt x="272934" y="33673"/>
                        <a:pt x="272840" y="37861"/>
                      </a:cubicBezTo>
                      <a:cubicBezTo>
                        <a:pt x="272752" y="42025"/>
                        <a:pt x="272927" y="46190"/>
                        <a:pt x="273363" y="50332"/>
                      </a:cubicBezTo>
                      <a:cubicBezTo>
                        <a:pt x="273491" y="51825"/>
                        <a:pt x="274092" y="53238"/>
                        <a:pt x="275081" y="54365"/>
                      </a:cubicBezTo>
                      <a:cubicBezTo>
                        <a:pt x="277321" y="56604"/>
                        <a:pt x="280756" y="54737"/>
                        <a:pt x="282548" y="53020"/>
                      </a:cubicBezTo>
                      <a:cubicBezTo>
                        <a:pt x="288769" y="46459"/>
                        <a:pt x="294462" y="39418"/>
                        <a:pt x="299574" y="31961"/>
                      </a:cubicBezTo>
                      <a:cubicBezTo>
                        <a:pt x="302562" y="28153"/>
                        <a:pt x="316153" y="25539"/>
                        <a:pt x="319886" y="22552"/>
                      </a:cubicBezTo>
                      <a:cubicBezTo>
                        <a:pt x="323620" y="19565"/>
                        <a:pt x="329669" y="18519"/>
                        <a:pt x="332731" y="15084"/>
                      </a:cubicBezTo>
                      <a:close/>
                    </a:path>
                  </a:pathLst>
                </a:custGeom>
                <a:solidFill>
                  <a:srgbClr val="37474F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64" name="Freeform: Shape 363">
                  <a:extLst>
                    <a:ext uri="{FF2B5EF4-FFF2-40B4-BE49-F238E27FC236}">
                      <a16:creationId xmlns:a16="http://schemas.microsoft.com/office/drawing/2014/main" id="{BCE1B1F2-4ED4-B014-351F-491B108C65E9}"/>
                    </a:ext>
                  </a:extLst>
                </p:cNvPr>
                <p:cNvSpPr/>
                <p:nvPr/>
              </p:nvSpPr>
              <p:spPr>
                <a:xfrm>
                  <a:off x="6020449" y="3866818"/>
                  <a:ext cx="240049" cy="102493"/>
                </a:xfrm>
                <a:custGeom>
                  <a:avLst/>
                  <a:gdLst>
                    <a:gd name="csX0" fmla="*/ 212195 w 240049"/>
                    <a:gd name="csY0" fmla="*/ 61533 h 102493"/>
                    <a:gd name="csX1" fmla="*/ 240049 w 240049"/>
                    <a:gd name="csY1" fmla="*/ 36069 h 102493"/>
                    <a:gd name="csX2" fmla="*/ 240049 w 240049"/>
                    <a:gd name="csY2" fmla="*/ 36069 h 102493"/>
                    <a:gd name="csX3" fmla="*/ 142970 w 240049"/>
                    <a:gd name="csY3" fmla="*/ 63699 h 102493"/>
                    <a:gd name="csX4" fmla="*/ 132590 w 240049"/>
                    <a:gd name="csY4" fmla="*/ 28825 h 102493"/>
                    <a:gd name="csX5" fmla="*/ 65382 w 240049"/>
                    <a:gd name="csY5" fmla="*/ 0 h 102493"/>
                    <a:gd name="csX6" fmla="*/ 65382 w 240049"/>
                    <a:gd name="csY6" fmla="*/ 0 h 102493"/>
                    <a:gd name="csX7" fmla="*/ 52911 w 240049"/>
                    <a:gd name="csY7" fmla="*/ 6796 h 102493"/>
                    <a:gd name="csX8" fmla="*/ 5567 w 240049"/>
                    <a:gd name="csY8" fmla="*/ 68254 h 102493"/>
                    <a:gd name="csX9" fmla="*/ 108619 w 240049"/>
                    <a:gd name="csY9" fmla="*/ 102455 h 102493"/>
                    <a:gd name="csX10" fmla="*/ 212195 w 240049"/>
                    <a:gd name="csY10" fmla="*/ 61533 h 10249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240049" h="102493">
                      <a:moveTo>
                        <a:pt x="212195" y="61533"/>
                      </a:moveTo>
                      <a:cubicBezTo>
                        <a:pt x="223247" y="52124"/>
                        <a:pt x="230117" y="46150"/>
                        <a:pt x="240049" y="36069"/>
                      </a:cubicBezTo>
                      <a:lnTo>
                        <a:pt x="240049" y="36069"/>
                      </a:lnTo>
                      <a:cubicBezTo>
                        <a:pt x="240049" y="36069"/>
                        <a:pt x="173662" y="84085"/>
                        <a:pt x="142970" y="63699"/>
                      </a:cubicBezTo>
                      <a:cubicBezTo>
                        <a:pt x="123107" y="50556"/>
                        <a:pt x="132217" y="33828"/>
                        <a:pt x="132590" y="28825"/>
                      </a:cubicBezTo>
                      <a:cubicBezTo>
                        <a:pt x="132964" y="23822"/>
                        <a:pt x="84126" y="2016"/>
                        <a:pt x="65382" y="0"/>
                      </a:cubicBezTo>
                      <a:lnTo>
                        <a:pt x="65382" y="0"/>
                      </a:lnTo>
                      <a:cubicBezTo>
                        <a:pt x="60080" y="3062"/>
                        <a:pt x="55674" y="5451"/>
                        <a:pt x="52911" y="6796"/>
                      </a:cubicBezTo>
                      <a:cubicBezTo>
                        <a:pt x="-10937" y="37562"/>
                        <a:pt x="-2648" y="53468"/>
                        <a:pt x="5567" y="68254"/>
                      </a:cubicBezTo>
                      <a:cubicBezTo>
                        <a:pt x="16992" y="88192"/>
                        <a:pt x="52612" y="103352"/>
                        <a:pt x="108619" y="102455"/>
                      </a:cubicBezTo>
                      <a:cubicBezTo>
                        <a:pt x="146630" y="100232"/>
                        <a:pt x="182929" y="85890"/>
                        <a:pt x="212195" y="61533"/>
                      </a:cubicBezTo>
                      <a:close/>
                    </a:path>
                  </a:pathLst>
                </a:custGeom>
                <a:solidFill>
                  <a:srgbClr val="455A64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65" name="Freeform: Shape 364">
                  <a:extLst>
                    <a:ext uri="{FF2B5EF4-FFF2-40B4-BE49-F238E27FC236}">
                      <a16:creationId xmlns:a16="http://schemas.microsoft.com/office/drawing/2014/main" id="{9C11D61C-6187-84C1-59B7-C7EE1DA85D94}"/>
                    </a:ext>
                  </a:extLst>
                </p:cNvPr>
                <p:cNvSpPr/>
                <p:nvPr/>
              </p:nvSpPr>
              <p:spPr>
                <a:xfrm>
                  <a:off x="6133186" y="3711268"/>
                  <a:ext cx="233650" cy="194429"/>
                </a:xfrm>
                <a:custGeom>
                  <a:avLst/>
                  <a:gdLst>
                    <a:gd name="csX0" fmla="*/ 24782 w 233650"/>
                    <a:gd name="csY0" fmla="*/ 169141 h 194429"/>
                    <a:gd name="csX1" fmla="*/ 13431 w 233650"/>
                    <a:gd name="csY1" fmla="*/ 194382 h 194429"/>
                    <a:gd name="csX2" fmla="*/ 121114 w 233650"/>
                    <a:gd name="csY2" fmla="*/ 129339 h 194429"/>
                    <a:gd name="csX3" fmla="*/ 215878 w 233650"/>
                    <a:gd name="csY3" fmla="*/ 45776 h 194429"/>
                    <a:gd name="csX4" fmla="*/ 233651 w 233650"/>
                    <a:gd name="csY4" fmla="*/ 29870 h 194429"/>
                    <a:gd name="csX5" fmla="*/ 230589 w 233650"/>
                    <a:gd name="csY5" fmla="*/ 8886 h 194429"/>
                    <a:gd name="csX6" fmla="*/ 223122 w 233650"/>
                    <a:gd name="csY6" fmla="*/ 0 h 194429"/>
                    <a:gd name="csX7" fmla="*/ 221105 w 233650"/>
                    <a:gd name="csY7" fmla="*/ 15533 h 194429"/>
                    <a:gd name="csX8" fmla="*/ 203258 w 233650"/>
                    <a:gd name="csY8" fmla="*/ 21357 h 194429"/>
                    <a:gd name="csX9" fmla="*/ 188322 w 233650"/>
                    <a:gd name="csY9" fmla="*/ 32111 h 194429"/>
                    <a:gd name="csX10" fmla="*/ 171296 w 233650"/>
                    <a:gd name="csY10" fmla="*/ 53169 h 194429"/>
                    <a:gd name="csX11" fmla="*/ 24782 w 233650"/>
                    <a:gd name="csY11" fmla="*/ 169141 h 19442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233650" h="194429">
                      <a:moveTo>
                        <a:pt x="24782" y="169141"/>
                      </a:moveTo>
                      <a:cubicBezTo>
                        <a:pt x="-14946" y="185719"/>
                        <a:pt x="2379" y="192888"/>
                        <a:pt x="13431" y="194382"/>
                      </a:cubicBezTo>
                      <a:cubicBezTo>
                        <a:pt x="24483" y="195875"/>
                        <a:pt x="80640" y="162420"/>
                        <a:pt x="121114" y="129339"/>
                      </a:cubicBezTo>
                      <a:cubicBezTo>
                        <a:pt x="163381" y="94838"/>
                        <a:pt x="200196" y="58471"/>
                        <a:pt x="215878" y="45776"/>
                      </a:cubicBezTo>
                      <a:cubicBezTo>
                        <a:pt x="221777" y="41072"/>
                        <a:pt x="228050" y="35247"/>
                        <a:pt x="233651" y="29870"/>
                      </a:cubicBezTo>
                      <a:cubicBezTo>
                        <a:pt x="232456" y="21059"/>
                        <a:pt x="231485" y="13068"/>
                        <a:pt x="230589" y="8886"/>
                      </a:cubicBezTo>
                      <a:cubicBezTo>
                        <a:pt x="229965" y="4758"/>
                        <a:pt x="227081" y="1326"/>
                        <a:pt x="223122" y="0"/>
                      </a:cubicBezTo>
                      <a:lnTo>
                        <a:pt x="221105" y="15533"/>
                      </a:lnTo>
                      <a:cubicBezTo>
                        <a:pt x="215282" y="17840"/>
                        <a:pt x="209321" y="19786"/>
                        <a:pt x="203258" y="21357"/>
                      </a:cubicBezTo>
                      <a:cubicBezTo>
                        <a:pt x="197305" y="23347"/>
                        <a:pt x="192097" y="27096"/>
                        <a:pt x="188322" y="32111"/>
                      </a:cubicBezTo>
                      <a:cubicBezTo>
                        <a:pt x="183210" y="39567"/>
                        <a:pt x="177517" y="46609"/>
                        <a:pt x="171296" y="53169"/>
                      </a:cubicBezTo>
                      <a:cubicBezTo>
                        <a:pt x="136497" y="98199"/>
                        <a:pt x="64510" y="152488"/>
                        <a:pt x="24782" y="16914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66" name="Freeform: Shape 365">
                  <a:extLst>
                    <a:ext uri="{FF2B5EF4-FFF2-40B4-BE49-F238E27FC236}">
                      <a16:creationId xmlns:a16="http://schemas.microsoft.com/office/drawing/2014/main" id="{B5506CBA-2C00-3CD8-B311-30638D4FEFF8}"/>
                    </a:ext>
                  </a:extLst>
                </p:cNvPr>
                <p:cNvSpPr/>
                <p:nvPr/>
              </p:nvSpPr>
              <p:spPr>
                <a:xfrm>
                  <a:off x="6075198" y="3865189"/>
                  <a:ext cx="78093" cy="34486"/>
                </a:xfrm>
                <a:custGeom>
                  <a:avLst/>
                  <a:gdLst>
                    <a:gd name="csX0" fmla="*/ 74183 w 78093"/>
                    <a:gd name="csY0" fmla="*/ 34486 h 34486"/>
                    <a:gd name="csX1" fmla="*/ 76647 w 78093"/>
                    <a:gd name="csY1" fmla="*/ 33590 h 34486"/>
                    <a:gd name="csX2" fmla="*/ 77195 w 78093"/>
                    <a:gd name="csY2" fmla="*/ 28019 h 34486"/>
                    <a:gd name="csX3" fmla="*/ 77170 w 78093"/>
                    <a:gd name="csY3" fmla="*/ 27989 h 34486"/>
                    <a:gd name="csX4" fmla="*/ 3465 w 78093"/>
                    <a:gd name="csY4" fmla="*/ 210 h 34486"/>
                    <a:gd name="csX5" fmla="*/ 29 w 78093"/>
                    <a:gd name="csY5" fmla="*/ 4616 h 34486"/>
                    <a:gd name="csX6" fmla="*/ 4301 w 78093"/>
                    <a:gd name="csY6" fmla="*/ 8067 h 34486"/>
                    <a:gd name="csX7" fmla="*/ 4435 w 78093"/>
                    <a:gd name="csY7" fmla="*/ 8051 h 34486"/>
                    <a:gd name="csX8" fmla="*/ 71121 w 78093"/>
                    <a:gd name="csY8" fmla="*/ 33067 h 34486"/>
                    <a:gd name="csX9" fmla="*/ 74183 w 78093"/>
                    <a:gd name="csY9" fmla="*/ 34486 h 3448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78093" h="34486">
                      <a:moveTo>
                        <a:pt x="74183" y="34486"/>
                      </a:moveTo>
                      <a:cubicBezTo>
                        <a:pt x="75085" y="34495"/>
                        <a:pt x="75961" y="34177"/>
                        <a:pt x="76647" y="33590"/>
                      </a:cubicBezTo>
                      <a:cubicBezTo>
                        <a:pt x="78336" y="32203"/>
                        <a:pt x="78582" y="29709"/>
                        <a:pt x="77195" y="28019"/>
                      </a:cubicBezTo>
                      <a:cubicBezTo>
                        <a:pt x="77187" y="28009"/>
                        <a:pt x="77178" y="27999"/>
                        <a:pt x="77170" y="27989"/>
                      </a:cubicBezTo>
                      <a:cubicBezTo>
                        <a:pt x="57768" y="8516"/>
                        <a:pt x="30892" y="-1613"/>
                        <a:pt x="3465" y="210"/>
                      </a:cubicBezTo>
                      <a:cubicBezTo>
                        <a:pt x="1302" y="482"/>
                        <a:pt x="-234" y="2451"/>
                        <a:pt x="29" y="4616"/>
                      </a:cubicBezTo>
                      <a:cubicBezTo>
                        <a:pt x="256" y="6748"/>
                        <a:pt x="2168" y="8294"/>
                        <a:pt x="4301" y="8067"/>
                      </a:cubicBezTo>
                      <a:cubicBezTo>
                        <a:pt x="4346" y="8062"/>
                        <a:pt x="4391" y="8057"/>
                        <a:pt x="4435" y="8051"/>
                      </a:cubicBezTo>
                      <a:cubicBezTo>
                        <a:pt x="29187" y="6681"/>
                        <a:pt x="53378" y="15756"/>
                        <a:pt x="71121" y="33067"/>
                      </a:cubicBezTo>
                      <a:cubicBezTo>
                        <a:pt x="71872" y="33982"/>
                        <a:pt x="72999" y="34504"/>
                        <a:pt x="74183" y="34486"/>
                      </a:cubicBezTo>
                      <a:close/>
                    </a:path>
                  </a:pathLst>
                </a:custGeom>
                <a:solidFill>
                  <a:srgbClr val="F0F0F0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67" name="Freeform: Shape 366">
                  <a:extLst>
                    <a:ext uri="{FF2B5EF4-FFF2-40B4-BE49-F238E27FC236}">
                      <a16:creationId xmlns:a16="http://schemas.microsoft.com/office/drawing/2014/main" id="{6B04CD03-CFBC-DC7F-606A-CD2A1780C6E5}"/>
                    </a:ext>
                  </a:extLst>
                </p:cNvPr>
                <p:cNvSpPr/>
                <p:nvPr/>
              </p:nvSpPr>
              <p:spPr>
                <a:xfrm>
                  <a:off x="6110603" y="3843502"/>
                  <a:ext cx="77382" cy="36011"/>
                </a:xfrm>
                <a:custGeom>
                  <a:avLst/>
                  <a:gdLst>
                    <a:gd name="csX0" fmla="*/ 73427 w 77382"/>
                    <a:gd name="csY0" fmla="*/ 36011 h 36011"/>
                    <a:gd name="csX1" fmla="*/ 75891 w 77382"/>
                    <a:gd name="csY1" fmla="*/ 35115 h 36011"/>
                    <a:gd name="csX2" fmla="*/ 76520 w 77382"/>
                    <a:gd name="csY2" fmla="*/ 29553 h 36011"/>
                    <a:gd name="csX3" fmla="*/ 76488 w 77382"/>
                    <a:gd name="csY3" fmla="*/ 29514 h 36011"/>
                    <a:gd name="csX4" fmla="*/ 3530 w 77382"/>
                    <a:gd name="csY4" fmla="*/ 92 h 36011"/>
                    <a:gd name="csX5" fmla="*/ 20 w 77382"/>
                    <a:gd name="csY5" fmla="*/ 4423 h 36011"/>
                    <a:gd name="csX6" fmla="*/ 4234 w 77382"/>
                    <a:gd name="csY6" fmla="*/ 7945 h 36011"/>
                    <a:gd name="csX7" fmla="*/ 4351 w 77382"/>
                    <a:gd name="csY7" fmla="*/ 7933 h 36011"/>
                    <a:gd name="csX8" fmla="*/ 70365 w 77382"/>
                    <a:gd name="csY8" fmla="*/ 34517 h 36011"/>
                    <a:gd name="csX9" fmla="*/ 73427 w 77382"/>
                    <a:gd name="csY9" fmla="*/ 36011 h 3601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77382" h="36011">
                      <a:moveTo>
                        <a:pt x="73427" y="36011"/>
                      </a:moveTo>
                      <a:cubicBezTo>
                        <a:pt x="74327" y="36007"/>
                        <a:pt x="75198" y="35690"/>
                        <a:pt x="75891" y="35115"/>
                      </a:cubicBezTo>
                      <a:cubicBezTo>
                        <a:pt x="77601" y="33753"/>
                        <a:pt x="77882" y="31263"/>
                        <a:pt x="76520" y="29553"/>
                      </a:cubicBezTo>
                      <a:cubicBezTo>
                        <a:pt x="76510" y="29540"/>
                        <a:pt x="76499" y="29527"/>
                        <a:pt x="76488" y="29514"/>
                      </a:cubicBezTo>
                      <a:cubicBezTo>
                        <a:pt x="57569" y="9616"/>
                        <a:pt x="30960" y="-1115"/>
                        <a:pt x="3530" y="92"/>
                      </a:cubicBezTo>
                      <a:cubicBezTo>
                        <a:pt x="1369" y="327"/>
                        <a:pt x="-198" y="2261"/>
                        <a:pt x="20" y="4423"/>
                      </a:cubicBezTo>
                      <a:cubicBezTo>
                        <a:pt x="211" y="6559"/>
                        <a:pt x="2097" y="8136"/>
                        <a:pt x="4234" y="7945"/>
                      </a:cubicBezTo>
                      <a:cubicBezTo>
                        <a:pt x="4273" y="7942"/>
                        <a:pt x="4312" y="7938"/>
                        <a:pt x="4351" y="7933"/>
                      </a:cubicBezTo>
                      <a:cubicBezTo>
                        <a:pt x="29115" y="7119"/>
                        <a:pt x="53077" y="16769"/>
                        <a:pt x="70365" y="34517"/>
                      </a:cubicBezTo>
                      <a:cubicBezTo>
                        <a:pt x="71094" y="35469"/>
                        <a:pt x="72228" y="36023"/>
                        <a:pt x="73427" y="36011"/>
                      </a:cubicBezTo>
                      <a:close/>
                    </a:path>
                  </a:pathLst>
                </a:custGeom>
                <a:solidFill>
                  <a:srgbClr val="F0F0F0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68" name="Freeform: Shape 367">
                  <a:extLst>
                    <a:ext uri="{FF2B5EF4-FFF2-40B4-BE49-F238E27FC236}">
                      <a16:creationId xmlns:a16="http://schemas.microsoft.com/office/drawing/2014/main" id="{3A86DE08-2A74-844E-683F-2FCB88A5EB9C}"/>
                    </a:ext>
                  </a:extLst>
                </p:cNvPr>
                <p:cNvSpPr/>
                <p:nvPr/>
              </p:nvSpPr>
              <p:spPr>
                <a:xfrm>
                  <a:off x="6141808" y="3822104"/>
                  <a:ext cx="78019" cy="34485"/>
                </a:xfrm>
                <a:custGeom>
                  <a:avLst/>
                  <a:gdLst>
                    <a:gd name="csX0" fmla="*/ 74108 w 78019"/>
                    <a:gd name="csY0" fmla="*/ 34483 h 34485"/>
                    <a:gd name="csX1" fmla="*/ 76647 w 78019"/>
                    <a:gd name="csY1" fmla="*/ 33587 h 34485"/>
                    <a:gd name="csX2" fmla="*/ 77095 w 78019"/>
                    <a:gd name="csY2" fmla="*/ 27987 h 34485"/>
                    <a:gd name="csX3" fmla="*/ 3465 w 78019"/>
                    <a:gd name="csY3" fmla="*/ 207 h 34485"/>
                    <a:gd name="csX4" fmla="*/ 29 w 78019"/>
                    <a:gd name="csY4" fmla="*/ 4613 h 34485"/>
                    <a:gd name="csX5" fmla="*/ 4301 w 78019"/>
                    <a:gd name="csY5" fmla="*/ 8065 h 34485"/>
                    <a:gd name="csX6" fmla="*/ 4435 w 78019"/>
                    <a:gd name="csY6" fmla="*/ 8048 h 34485"/>
                    <a:gd name="csX7" fmla="*/ 71046 w 78019"/>
                    <a:gd name="csY7" fmla="*/ 33065 h 34485"/>
                    <a:gd name="csX8" fmla="*/ 74108 w 78019"/>
                    <a:gd name="csY8" fmla="*/ 34483 h 344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78019" h="34485">
                      <a:moveTo>
                        <a:pt x="74108" y="34483"/>
                      </a:moveTo>
                      <a:cubicBezTo>
                        <a:pt x="75032" y="34484"/>
                        <a:pt x="75928" y="34168"/>
                        <a:pt x="76647" y="33587"/>
                      </a:cubicBezTo>
                      <a:cubicBezTo>
                        <a:pt x="78286" y="32149"/>
                        <a:pt x="78485" y="29668"/>
                        <a:pt x="77095" y="27987"/>
                      </a:cubicBezTo>
                      <a:cubicBezTo>
                        <a:pt x="57717" y="8525"/>
                        <a:pt x="30869" y="-1604"/>
                        <a:pt x="3465" y="207"/>
                      </a:cubicBezTo>
                      <a:cubicBezTo>
                        <a:pt x="1302" y="479"/>
                        <a:pt x="-234" y="2449"/>
                        <a:pt x="29" y="4613"/>
                      </a:cubicBezTo>
                      <a:cubicBezTo>
                        <a:pt x="256" y="6746"/>
                        <a:pt x="2168" y="8291"/>
                        <a:pt x="4301" y="8065"/>
                      </a:cubicBezTo>
                      <a:cubicBezTo>
                        <a:pt x="4346" y="8060"/>
                        <a:pt x="4391" y="8054"/>
                        <a:pt x="4435" y="8048"/>
                      </a:cubicBezTo>
                      <a:cubicBezTo>
                        <a:pt x="29165" y="6672"/>
                        <a:pt x="53336" y="15749"/>
                        <a:pt x="71046" y="33065"/>
                      </a:cubicBezTo>
                      <a:cubicBezTo>
                        <a:pt x="71783" y="33998"/>
                        <a:pt x="72920" y="34525"/>
                        <a:pt x="74108" y="34483"/>
                      </a:cubicBezTo>
                      <a:close/>
                    </a:path>
                  </a:pathLst>
                </a:custGeom>
                <a:solidFill>
                  <a:srgbClr val="F0F0F0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69" name="Freeform: Shape 368">
                  <a:extLst>
                    <a:ext uri="{FF2B5EF4-FFF2-40B4-BE49-F238E27FC236}">
                      <a16:creationId xmlns:a16="http://schemas.microsoft.com/office/drawing/2014/main" id="{A0A1681F-EB83-3EF9-CB04-B1D9A68EE71A}"/>
                    </a:ext>
                  </a:extLst>
                </p:cNvPr>
                <p:cNvSpPr/>
                <p:nvPr/>
              </p:nvSpPr>
              <p:spPr>
                <a:xfrm>
                  <a:off x="6171328" y="3798616"/>
                  <a:ext cx="76886" cy="37294"/>
                </a:xfrm>
                <a:custGeom>
                  <a:avLst/>
                  <a:gdLst>
                    <a:gd name="csX0" fmla="*/ 72817 w 76886"/>
                    <a:gd name="csY0" fmla="*/ 37286 h 37294"/>
                    <a:gd name="csX1" fmla="*/ 75355 w 76886"/>
                    <a:gd name="csY1" fmla="*/ 36465 h 37294"/>
                    <a:gd name="csX2" fmla="*/ 76093 w 76886"/>
                    <a:gd name="csY2" fmla="*/ 31023 h 37294"/>
                    <a:gd name="csX3" fmla="*/ 76028 w 76886"/>
                    <a:gd name="csY3" fmla="*/ 30939 h 37294"/>
                    <a:gd name="csX4" fmla="*/ 3666 w 76886"/>
                    <a:gd name="csY4" fmla="*/ 23 h 37294"/>
                    <a:gd name="csX5" fmla="*/ 7 w 76886"/>
                    <a:gd name="csY5" fmla="*/ 4279 h 37294"/>
                    <a:gd name="csX6" fmla="*/ 4090 w 76886"/>
                    <a:gd name="csY6" fmla="*/ 7952 h 37294"/>
                    <a:gd name="csX7" fmla="*/ 4264 w 76886"/>
                    <a:gd name="csY7" fmla="*/ 7939 h 37294"/>
                    <a:gd name="csX8" fmla="*/ 69829 w 76886"/>
                    <a:gd name="csY8" fmla="*/ 35793 h 37294"/>
                    <a:gd name="csX9" fmla="*/ 72816 w 76886"/>
                    <a:gd name="csY9" fmla="*/ 37287 h 3729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76886" h="37294">
                      <a:moveTo>
                        <a:pt x="72817" y="37286"/>
                      </a:moveTo>
                      <a:cubicBezTo>
                        <a:pt x="73737" y="37349"/>
                        <a:pt x="74646" y="37055"/>
                        <a:pt x="75355" y="36465"/>
                      </a:cubicBezTo>
                      <a:cubicBezTo>
                        <a:pt x="77062" y="35166"/>
                        <a:pt x="77392" y="32730"/>
                        <a:pt x="76093" y="31023"/>
                      </a:cubicBezTo>
                      <a:cubicBezTo>
                        <a:pt x="76072" y="30995"/>
                        <a:pt x="76050" y="30967"/>
                        <a:pt x="76028" y="30939"/>
                      </a:cubicBezTo>
                      <a:cubicBezTo>
                        <a:pt x="57487" y="10690"/>
                        <a:pt x="31114" y="-577"/>
                        <a:pt x="3666" y="23"/>
                      </a:cubicBezTo>
                      <a:cubicBezTo>
                        <a:pt x="1497" y="221"/>
                        <a:pt x="-123" y="2105"/>
                        <a:pt x="7" y="4279"/>
                      </a:cubicBezTo>
                      <a:cubicBezTo>
                        <a:pt x="121" y="6421"/>
                        <a:pt x="1949" y="8065"/>
                        <a:pt x="4090" y="7952"/>
                      </a:cubicBezTo>
                      <a:cubicBezTo>
                        <a:pt x="4148" y="7949"/>
                        <a:pt x="4206" y="7944"/>
                        <a:pt x="4264" y="7939"/>
                      </a:cubicBezTo>
                      <a:cubicBezTo>
                        <a:pt x="29060" y="7610"/>
                        <a:pt x="52852" y="17717"/>
                        <a:pt x="69829" y="35793"/>
                      </a:cubicBezTo>
                      <a:cubicBezTo>
                        <a:pt x="70542" y="36724"/>
                        <a:pt x="71644" y="37275"/>
                        <a:pt x="72816" y="37287"/>
                      </a:cubicBezTo>
                      <a:close/>
                    </a:path>
                  </a:pathLst>
                </a:custGeom>
                <a:solidFill>
                  <a:srgbClr val="F0F0F0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70" name="Freeform: Shape 369">
                  <a:extLst>
                    <a:ext uri="{FF2B5EF4-FFF2-40B4-BE49-F238E27FC236}">
                      <a16:creationId xmlns:a16="http://schemas.microsoft.com/office/drawing/2014/main" id="{AF26CC51-FF69-5280-1F04-515B9C262F71}"/>
                    </a:ext>
                  </a:extLst>
                </p:cNvPr>
                <p:cNvSpPr/>
                <p:nvPr/>
              </p:nvSpPr>
              <p:spPr>
                <a:xfrm>
                  <a:off x="6194955" y="3773843"/>
                  <a:ext cx="83670" cy="37789"/>
                </a:xfrm>
                <a:custGeom>
                  <a:avLst/>
                  <a:gdLst>
                    <a:gd name="csX0" fmla="*/ 79656 w 83670"/>
                    <a:gd name="csY0" fmla="*/ 37789 h 37789"/>
                    <a:gd name="csX1" fmla="*/ 83670 w 83670"/>
                    <a:gd name="csY1" fmla="*/ 33888 h 37789"/>
                    <a:gd name="csX2" fmla="*/ 82867 w 83670"/>
                    <a:gd name="csY2" fmla="*/ 31442 h 37789"/>
                    <a:gd name="csX3" fmla="*/ 3636 w 83670"/>
                    <a:gd name="csY3" fmla="*/ 302 h 37789"/>
                    <a:gd name="csX4" fmla="*/ 14 w 83670"/>
                    <a:gd name="csY4" fmla="*/ 4596 h 37789"/>
                    <a:gd name="csX5" fmla="*/ 4308 w 83670"/>
                    <a:gd name="csY5" fmla="*/ 8218 h 37789"/>
                    <a:gd name="csX6" fmla="*/ 76595 w 83670"/>
                    <a:gd name="csY6" fmla="*/ 36221 h 37789"/>
                    <a:gd name="csX7" fmla="*/ 79656 w 83670"/>
                    <a:gd name="csY7" fmla="*/ 37789 h 3778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83670" h="37789">
                      <a:moveTo>
                        <a:pt x="79656" y="37789"/>
                      </a:moveTo>
                      <a:cubicBezTo>
                        <a:pt x="81842" y="37821"/>
                        <a:pt x="83639" y="36074"/>
                        <a:pt x="83670" y="33888"/>
                      </a:cubicBezTo>
                      <a:cubicBezTo>
                        <a:pt x="83683" y="33006"/>
                        <a:pt x="83400" y="32145"/>
                        <a:pt x="82867" y="31442"/>
                      </a:cubicBezTo>
                      <a:cubicBezTo>
                        <a:pt x="67932" y="11503"/>
                        <a:pt x="33059" y="-2237"/>
                        <a:pt x="3636" y="302"/>
                      </a:cubicBezTo>
                      <a:cubicBezTo>
                        <a:pt x="1450" y="487"/>
                        <a:pt x="-171" y="2410"/>
                        <a:pt x="14" y="4596"/>
                      </a:cubicBezTo>
                      <a:cubicBezTo>
                        <a:pt x="200" y="6782"/>
                        <a:pt x="2122" y="8403"/>
                        <a:pt x="4308" y="8218"/>
                      </a:cubicBezTo>
                      <a:cubicBezTo>
                        <a:pt x="30818" y="5903"/>
                        <a:pt x="63228" y="18523"/>
                        <a:pt x="76595" y="36221"/>
                      </a:cubicBezTo>
                      <a:cubicBezTo>
                        <a:pt x="77337" y="37167"/>
                        <a:pt x="78455" y="37740"/>
                        <a:pt x="79656" y="37789"/>
                      </a:cubicBezTo>
                      <a:close/>
                    </a:path>
                  </a:pathLst>
                </a:custGeom>
                <a:solidFill>
                  <a:srgbClr val="F0F0F0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71" name="Freeform: Shape 370">
                  <a:extLst>
                    <a:ext uri="{FF2B5EF4-FFF2-40B4-BE49-F238E27FC236}">
                      <a16:creationId xmlns:a16="http://schemas.microsoft.com/office/drawing/2014/main" id="{6FDB2625-ABD1-8FF1-B228-07E4A9F8F60C}"/>
                    </a:ext>
                  </a:extLst>
                </p:cNvPr>
                <p:cNvSpPr/>
                <p:nvPr/>
              </p:nvSpPr>
              <p:spPr>
                <a:xfrm>
                  <a:off x="6289582" y="2539004"/>
                  <a:ext cx="446593" cy="1324922"/>
                </a:xfrm>
                <a:custGeom>
                  <a:avLst/>
                  <a:gdLst>
                    <a:gd name="csX0" fmla="*/ 374615 w 446593"/>
                    <a:gd name="csY0" fmla="*/ 0 h 1324922"/>
                    <a:gd name="csX1" fmla="*/ 434355 w 446593"/>
                    <a:gd name="csY1" fmla="*/ 245983 h 1324922"/>
                    <a:gd name="csX2" fmla="*/ 419420 w 446593"/>
                    <a:gd name="csY2" fmla="*/ 705838 h 1324922"/>
                    <a:gd name="csX3" fmla="*/ 446154 w 446593"/>
                    <a:gd name="csY3" fmla="*/ 892527 h 1324922"/>
                    <a:gd name="csX4" fmla="*/ 435251 w 446593"/>
                    <a:gd name="csY4" fmla="*/ 1254557 h 1324922"/>
                    <a:gd name="csX5" fmla="*/ 437790 w 446593"/>
                    <a:gd name="csY5" fmla="*/ 1303768 h 1324922"/>
                    <a:gd name="csX6" fmla="*/ 333244 w 446593"/>
                    <a:gd name="csY6" fmla="*/ 1322512 h 1324922"/>
                    <a:gd name="csX7" fmla="*/ 321072 w 446593"/>
                    <a:gd name="csY7" fmla="*/ 1265982 h 1324922"/>
                    <a:gd name="csX8" fmla="*/ 271636 w 446593"/>
                    <a:gd name="csY8" fmla="*/ 1028811 h 1324922"/>
                    <a:gd name="csX9" fmla="*/ 220558 w 446593"/>
                    <a:gd name="csY9" fmla="*/ 751166 h 1324922"/>
                    <a:gd name="csX10" fmla="*/ 121239 w 446593"/>
                    <a:gd name="csY10" fmla="*/ 258304 h 1324922"/>
                    <a:gd name="csX11" fmla="*/ 40 w 446593"/>
                    <a:gd name="csY11" fmla="*/ 59816 h 132492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46593" h="1324922">
                      <a:moveTo>
                        <a:pt x="374615" y="0"/>
                      </a:moveTo>
                      <a:cubicBezTo>
                        <a:pt x="411953" y="78783"/>
                        <a:pt x="433011" y="150099"/>
                        <a:pt x="434355" y="245983"/>
                      </a:cubicBezTo>
                      <a:cubicBezTo>
                        <a:pt x="435699" y="341867"/>
                        <a:pt x="418972" y="672084"/>
                        <a:pt x="419420" y="705838"/>
                      </a:cubicBezTo>
                      <a:cubicBezTo>
                        <a:pt x="419868" y="739591"/>
                        <a:pt x="441375" y="813520"/>
                        <a:pt x="446154" y="892527"/>
                      </a:cubicBezTo>
                      <a:cubicBezTo>
                        <a:pt x="449963" y="956525"/>
                        <a:pt x="427560" y="1153296"/>
                        <a:pt x="435251" y="1254557"/>
                      </a:cubicBezTo>
                      <a:cubicBezTo>
                        <a:pt x="437011" y="1270901"/>
                        <a:pt x="437858" y="1287330"/>
                        <a:pt x="437790" y="1303768"/>
                      </a:cubicBezTo>
                      <a:cubicBezTo>
                        <a:pt x="390446" y="1334833"/>
                        <a:pt x="333244" y="1322512"/>
                        <a:pt x="333244" y="1322512"/>
                      </a:cubicBezTo>
                      <a:cubicBezTo>
                        <a:pt x="333244" y="1322512"/>
                        <a:pt x="328390" y="1299213"/>
                        <a:pt x="321072" y="1265982"/>
                      </a:cubicBezTo>
                      <a:cubicBezTo>
                        <a:pt x="308078" y="1201835"/>
                        <a:pt x="286273" y="1088328"/>
                        <a:pt x="271636" y="1028811"/>
                      </a:cubicBezTo>
                      <a:cubicBezTo>
                        <a:pt x="242214" y="909330"/>
                        <a:pt x="230789" y="810085"/>
                        <a:pt x="220558" y="751166"/>
                      </a:cubicBezTo>
                      <a:cubicBezTo>
                        <a:pt x="211298" y="698295"/>
                        <a:pt x="150661" y="439319"/>
                        <a:pt x="121239" y="258304"/>
                      </a:cubicBezTo>
                      <a:cubicBezTo>
                        <a:pt x="-5710" y="193485"/>
                        <a:pt x="40" y="59816"/>
                        <a:pt x="40" y="59816"/>
                      </a:cubicBezTo>
                      <a:close/>
                    </a:path>
                  </a:pathLst>
                </a:custGeom>
                <a:solidFill>
                  <a:srgbClr val="FFA8A7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72" name="Freeform: Shape 371">
                  <a:extLst>
                    <a:ext uri="{FF2B5EF4-FFF2-40B4-BE49-F238E27FC236}">
                      <a16:creationId xmlns:a16="http://schemas.microsoft.com/office/drawing/2014/main" id="{1045F8A3-1557-EB82-7C66-347F55AC02B2}"/>
                    </a:ext>
                  </a:extLst>
                </p:cNvPr>
                <p:cNvSpPr/>
                <p:nvPr/>
              </p:nvSpPr>
              <p:spPr>
                <a:xfrm>
                  <a:off x="6609683" y="4019007"/>
                  <a:ext cx="156917" cy="147489"/>
                </a:xfrm>
                <a:custGeom>
                  <a:avLst/>
                  <a:gdLst>
                    <a:gd name="csX0" fmla="*/ 0 w 156917"/>
                    <a:gd name="csY0" fmla="*/ 35322 h 147489"/>
                    <a:gd name="csX1" fmla="*/ 19565 w 156917"/>
                    <a:gd name="csY1" fmla="*/ 121274 h 147489"/>
                    <a:gd name="csX2" fmla="*/ 83637 w 156917"/>
                    <a:gd name="csY2" fmla="*/ 145543 h 147489"/>
                    <a:gd name="csX3" fmla="*/ 150846 w 156917"/>
                    <a:gd name="csY3" fmla="*/ 90433 h 147489"/>
                    <a:gd name="csX4" fmla="*/ 153086 w 156917"/>
                    <a:gd name="csY4" fmla="*/ 0 h 14748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56917" h="147489">
                      <a:moveTo>
                        <a:pt x="0" y="35322"/>
                      </a:moveTo>
                      <a:cubicBezTo>
                        <a:pt x="1270" y="73407"/>
                        <a:pt x="6572" y="98722"/>
                        <a:pt x="19565" y="121274"/>
                      </a:cubicBezTo>
                      <a:cubicBezTo>
                        <a:pt x="32559" y="143826"/>
                        <a:pt x="57725" y="151518"/>
                        <a:pt x="83637" y="145543"/>
                      </a:cubicBezTo>
                      <a:cubicBezTo>
                        <a:pt x="109550" y="139569"/>
                        <a:pt x="142930" y="123141"/>
                        <a:pt x="150846" y="90433"/>
                      </a:cubicBezTo>
                      <a:cubicBezTo>
                        <a:pt x="158761" y="57725"/>
                        <a:pt x="158313" y="35322"/>
                        <a:pt x="153086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73" name="Freeform: Shape 372">
                  <a:extLst>
                    <a:ext uri="{FF2B5EF4-FFF2-40B4-BE49-F238E27FC236}">
                      <a16:creationId xmlns:a16="http://schemas.microsoft.com/office/drawing/2014/main" id="{0CD10D04-1CB1-6C72-FC1C-9FD6D5A8A39A}"/>
                    </a:ext>
                  </a:extLst>
                </p:cNvPr>
                <p:cNvSpPr/>
                <p:nvPr/>
              </p:nvSpPr>
              <p:spPr>
                <a:xfrm>
                  <a:off x="6607105" y="3793635"/>
                  <a:ext cx="157829" cy="357047"/>
                </a:xfrm>
                <a:custGeom>
                  <a:avLst/>
                  <a:gdLst>
                    <a:gd name="csX0" fmla="*/ 117878 w 157829"/>
                    <a:gd name="csY0" fmla="*/ 0 h 357047"/>
                    <a:gd name="csX1" fmla="*/ 136248 w 157829"/>
                    <a:gd name="csY1" fmla="*/ 103576 h 357047"/>
                    <a:gd name="csX2" fmla="*/ 155589 w 157829"/>
                    <a:gd name="csY2" fmla="*/ 220219 h 357047"/>
                    <a:gd name="csX3" fmla="*/ 138339 w 157829"/>
                    <a:gd name="csY3" fmla="*/ 319240 h 357047"/>
                    <a:gd name="csX4" fmla="*/ 25056 w 157829"/>
                    <a:gd name="csY4" fmla="*/ 333577 h 357047"/>
                    <a:gd name="csX5" fmla="*/ 4594 w 157829"/>
                    <a:gd name="csY5" fmla="*/ 211258 h 357047"/>
                    <a:gd name="csX6" fmla="*/ 7133 w 157829"/>
                    <a:gd name="csY6" fmla="*/ 89313 h 357047"/>
                    <a:gd name="csX7" fmla="*/ 3549 w 157829"/>
                    <a:gd name="csY7" fmla="*/ 11425 h 357047"/>
                    <a:gd name="csX8" fmla="*/ 19231 w 157829"/>
                    <a:gd name="csY8" fmla="*/ 54737 h 357047"/>
                    <a:gd name="csX9" fmla="*/ 22666 w 157829"/>
                    <a:gd name="csY9" fmla="*/ 38831 h 357047"/>
                    <a:gd name="csX10" fmla="*/ 25877 w 157829"/>
                    <a:gd name="csY10" fmla="*/ 26510 h 357047"/>
                    <a:gd name="csX11" fmla="*/ 37750 w 157829"/>
                    <a:gd name="csY11" fmla="*/ 21581 h 357047"/>
                    <a:gd name="csX12" fmla="*/ 73296 w 157829"/>
                    <a:gd name="csY12" fmla="*/ 16130 h 357047"/>
                    <a:gd name="csX13" fmla="*/ 82257 w 157829"/>
                    <a:gd name="csY13" fmla="*/ 15383 h 357047"/>
                    <a:gd name="csX14" fmla="*/ 105556 w 157829"/>
                    <a:gd name="csY14" fmla="*/ 16653 h 357047"/>
                    <a:gd name="csX15" fmla="*/ 109738 w 157829"/>
                    <a:gd name="csY15" fmla="*/ 25315 h 357047"/>
                    <a:gd name="csX16" fmla="*/ 112202 w 157829"/>
                    <a:gd name="csY16" fmla="*/ 37562 h 357047"/>
                    <a:gd name="csX17" fmla="*/ 116011 w 157829"/>
                    <a:gd name="csY17" fmla="*/ 41893 h 357047"/>
                    <a:gd name="csX18" fmla="*/ 119222 w 157829"/>
                    <a:gd name="csY18" fmla="*/ 32335 h 357047"/>
                    <a:gd name="csX19" fmla="*/ 119222 w 157829"/>
                    <a:gd name="csY19" fmla="*/ 21283 h 357047"/>
                    <a:gd name="csX20" fmla="*/ 117878 w 157829"/>
                    <a:gd name="csY20" fmla="*/ 0 h 3570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</a:cxnLst>
                  <a:rect l="l" t="t" r="r" b="b"/>
                  <a:pathLst>
                    <a:path w="157829" h="357047">
                      <a:moveTo>
                        <a:pt x="117878" y="0"/>
                      </a:moveTo>
                      <a:cubicBezTo>
                        <a:pt x="126839" y="3136"/>
                        <a:pt x="131394" y="52273"/>
                        <a:pt x="136248" y="103576"/>
                      </a:cubicBezTo>
                      <a:cubicBezTo>
                        <a:pt x="141550" y="158462"/>
                        <a:pt x="151183" y="175190"/>
                        <a:pt x="155589" y="220219"/>
                      </a:cubicBezTo>
                      <a:cubicBezTo>
                        <a:pt x="161040" y="271597"/>
                        <a:pt x="157008" y="288697"/>
                        <a:pt x="138339" y="319240"/>
                      </a:cubicBezTo>
                      <a:cubicBezTo>
                        <a:pt x="119670" y="349782"/>
                        <a:pt x="55299" y="378981"/>
                        <a:pt x="25056" y="333577"/>
                      </a:cubicBezTo>
                      <a:cubicBezTo>
                        <a:pt x="338" y="296762"/>
                        <a:pt x="1010" y="262411"/>
                        <a:pt x="4594" y="211258"/>
                      </a:cubicBezTo>
                      <a:cubicBezTo>
                        <a:pt x="7748" y="170691"/>
                        <a:pt x="8596" y="129977"/>
                        <a:pt x="7133" y="89313"/>
                      </a:cubicBezTo>
                      <a:cubicBezTo>
                        <a:pt x="5939" y="50854"/>
                        <a:pt x="-5711" y="15458"/>
                        <a:pt x="3549" y="11425"/>
                      </a:cubicBezTo>
                      <a:cubicBezTo>
                        <a:pt x="10046" y="33455"/>
                        <a:pt x="14003" y="56231"/>
                        <a:pt x="19231" y="54737"/>
                      </a:cubicBezTo>
                      <a:cubicBezTo>
                        <a:pt x="22442" y="54215"/>
                        <a:pt x="23114" y="48838"/>
                        <a:pt x="22666" y="38831"/>
                      </a:cubicBezTo>
                      <a:cubicBezTo>
                        <a:pt x="22102" y="34464"/>
                        <a:pt x="23253" y="30047"/>
                        <a:pt x="25877" y="26510"/>
                      </a:cubicBezTo>
                      <a:cubicBezTo>
                        <a:pt x="29188" y="23611"/>
                        <a:pt x="33360" y="21879"/>
                        <a:pt x="37750" y="21581"/>
                      </a:cubicBezTo>
                      <a:cubicBezTo>
                        <a:pt x="48280" y="19714"/>
                        <a:pt x="62692" y="16877"/>
                        <a:pt x="73296" y="16130"/>
                      </a:cubicBezTo>
                      <a:cubicBezTo>
                        <a:pt x="79569" y="15757"/>
                        <a:pt x="76059" y="15533"/>
                        <a:pt x="82257" y="15383"/>
                      </a:cubicBezTo>
                      <a:cubicBezTo>
                        <a:pt x="88455" y="15234"/>
                        <a:pt x="100105" y="13666"/>
                        <a:pt x="105556" y="16653"/>
                      </a:cubicBezTo>
                      <a:cubicBezTo>
                        <a:pt x="108767" y="18445"/>
                        <a:pt x="108991" y="21731"/>
                        <a:pt x="109738" y="25315"/>
                      </a:cubicBezTo>
                      <a:cubicBezTo>
                        <a:pt x="110485" y="28900"/>
                        <a:pt x="111232" y="33977"/>
                        <a:pt x="112202" y="37562"/>
                      </a:cubicBezTo>
                      <a:cubicBezTo>
                        <a:pt x="112650" y="38981"/>
                        <a:pt x="114517" y="42043"/>
                        <a:pt x="116011" y="41893"/>
                      </a:cubicBezTo>
                      <a:cubicBezTo>
                        <a:pt x="117504" y="41744"/>
                        <a:pt x="119371" y="35172"/>
                        <a:pt x="119222" y="32335"/>
                      </a:cubicBezTo>
                      <a:cubicBezTo>
                        <a:pt x="119073" y="29497"/>
                        <a:pt x="119222" y="24867"/>
                        <a:pt x="119222" y="21283"/>
                      </a:cubicBezTo>
                      <a:cubicBezTo>
                        <a:pt x="119222" y="17698"/>
                        <a:pt x="118699" y="9036"/>
                        <a:pt x="117878" y="0"/>
                      </a:cubicBezTo>
                      <a:close/>
                    </a:path>
                  </a:pathLst>
                </a:custGeom>
                <a:solidFill>
                  <a:srgbClr val="37474F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74" name="Freeform: Shape 373">
                  <a:extLst>
                    <a:ext uri="{FF2B5EF4-FFF2-40B4-BE49-F238E27FC236}">
                      <a16:creationId xmlns:a16="http://schemas.microsoft.com/office/drawing/2014/main" id="{FE451832-377F-F357-F136-131F67127EC7}"/>
                    </a:ext>
                  </a:extLst>
                </p:cNvPr>
                <p:cNvSpPr/>
                <p:nvPr/>
              </p:nvSpPr>
              <p:spPr>
                <a:xfrm>
                  <a:off x="6609910" y="3996156"/>
                  <a:ext cx="154906" cy="154208"/>
                </a:xfrm>
                <a:custGeom>
                  <a:avLst/>
                  <a:gdLst>
                    <a:gd name="csX0" fmla="*/ 150991 w 154906"/>
                    <a:gd name="csY0" fmla="*/ 0 h 154208"/>
                    <a:gd name="csX1" fmla="*/ 142329 w 154906"/>
                    <a:gd name="csY1" fmla="*/ 62205 h 154208"/>
                    <a:gd name="csX2" fmla="*/ 120673 w 154906"/>
                    <a:gd name="csY2" fmla="*/ 32708 h 154208"/>
                    <a:gd name="csX3" fmla="*/ 37260 w 154906"/>
                    <a:gd name="csY3" fmla="*/ 41968 h 154208"/>
                    <a:gd name="csX4" fmla="*/ 17993 w 154906"/>
                    <a:gd name="csY4" fmla="*/ 70121 h 154208"/>
                    <a:gd name="csX5" fmla="*/ 1490 w 154906"/>
                    <a:gd name="csY5" fmla="*/ 13068 h 154208"/>
                    <a:gd name="csX6" fmla="*/ 22250 w 154906"/>
                    <a:gd name="csY6" fmla="*/ 130982 h 154208"/>
                    <a:gd name="csX7" fmla="*/ 135533 w 154906"/>
                    <a:gd name="csY7" fmla="*/ 116644 h 154208"/>
                    <a:gd name="csX8" fmla="*/ 152784 w 154906"/>
                    <a:gd name="csY8" fmla="*/ 17623 h 154208"/>
                    <a:gd name="csX9" fmla="*/ 150991 w 154906"/>
                    <a:gd name="csY9" fmla="*/ 0 h 15420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154906" h="154208">
                      <a:moveTo>
                        <a:pt x="150991" y="0"/>
                      </a:moveTo>
                      <a:cubicBezTo>
                        <a:pt x="151887" y="7468"/>
                        <a:pt x="155845" y="53692"/>
                        <a:pt x="142329" y="62205"/>
                      </a:cubicBezTo>
                      <a:cubicBezTo>
                        <a:pt x="128813" y="70718"/>
                        <a:pt x="120673" y="32708"/>
                        <a:pt x="120673" y="32708"/>
                      </a:cubicBezTo>
                      <a:cubicBezTo>
                        <a:pt x="120673" y="32708"/>
                        <a:pt x="87069" y="21581"/>
                        <a:pt x="37260" y="41968"/>
                      </a:cubicBezTo>
                      <a:cubicBezTo>
                        <a:pt x="39649" y="49958"/>
                        <a:pt x="31435" y="75946"/>
                        <a:pt x="17993" y="70121"/>
                      </a:cubicBezTo>
                      <a:cubicBezTo>
                        <a:pt x="4552" y="64296"/>
                        <a:pt x="1490" y="13815"/>
                        <a:pt x="1490" y="13068"/>
                      </a:cubicBezTo>
                      <a:cubicBezTo>
                        <a:pt x="-1721" y="62130"/>
                        <a:pt x="-1721" y="95212"/>
                        <a:pt x="22250" y="130982"/>
                      </a:cubicBezTo>
                      <a:cubicBezTo>
                        <a:pt x="52494" y="175787"/>
                        <a:pt x="116790" y="147261"/>
                        <a:pt x="135533" y="116644"/>
                      </a:cubicBezTo>
                      <a:cubicBezTo>
                        <a:pt x="154277" y="86027"/>
                        <a:pt x="157936" y="69001"/>
                        <a:pt x="152784" y="17623"/>
                      </a:cubicBezTo>
                      <a:cubicBezTo>
                        <a:pt x="152186" y="12546"/>
                        <a:pt x="151813" y="4705"/>
                        <a:pt x="150991" y="0"/>
                      </a:cubicBezTo>
                      <a:close/>
                    </a:path>
                  </a:pathLst>
                </a:custGeom>
                <a:solidFill>
                  <a:srgbClr val="455A64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75" name="Freeform: Shape 374">
                  <a:extLst>
                    <a:ext uri="{FF2B5EF4-FFF2-40B4-BE49-F238E27FC236}">
                      <a16:creationId xmlns:a16="http://schemas.microsoft.com/office/drawing/2014/main" id="{2371C547-65C7-9A65-68EA-8D8B4CC02F85}"/>
                    </a:ext>
                  </a:extLst>
                </p:cNvPr>
                <p:cNvSpPr/>
                <p:nvPr/>
              </p:nvSpPr>
              <p:spPr>
                <a:xfrm>
                  <a:off x="6724983" y="3793635"/>
                  <a:ext cx="22706" cy="249272"/>
                </a:xfrm>
                <a:custGeom>
                  <a:avLst/>
                  <a:gdLst>
                    <a:gd name="csX0" fmla="*/ 1643 w 22706"/>
                    <a:gd name="csY0" fmla="*/ 238515 h 249272"/>
                    <a:gd name="csX1" fmla="*/ 21283 w 22706"/>
                    <a:gd name="csY1" fmla="*/ 225073 h 249272"/>
                    <a:gd name="csX2" fmla="*/ 18370 w 22706"/>
                    <a:gd name="csY2" fmla="*/ 103576 h 249272"/>
                    <a:gd name="csX3" fmla="*/ 0 w 22706"/>
                    <a:gd name="csY3" fmla="*/ 0 h 249272"/>
                    <a:gd name="csX4" fmla="*/ 672 w 22706"/>
                    <a:gd name="csY4" fmla="*/ 27854 h 249272"/>
                    <a:gd name="csX5" fmla="*/ 1046 w 22706"/>
                    <a:gd name="csY5" fmla="*/ 41221 h 249272"/>
                    <a:gd name="csX6" fmla="*/ 9932 w 22706"/>
                    <a:gd name="csY6" fmla="*/ 163764 h 249272"/>
                    <a:gd name="csX7" fmla="*/ 1643 w 22706"/>
                    <a:gd name="csY7" fmla="*/ 238515 h 24927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22706" h="249272">
                      <a:moveTo>
                        <a:pt x="1643" y="238515"/>
                      </a:moveTo>
                      <a:cubicBezTo>
                        <a:pt x="1643" y="257035"/>
                        <a:pt x="18146" y="251061"/>
                        <a:pt x="21283" y="225073"/>
                      </a:cubicBezTo>
                      <a:cubicBezTo>
                        <a:pt x="26062" y="186092"/>
                        <a:pt x="17175" y="148530"/>
                        <a:pt x="18370" y="103576"/>
                      </a:cubicBezTo>
                      <a:cubicBezTo>
                        <a:pt x="13516" y="52348"/>
                        <a:pt x="10903" y="1120"/>
                        <a:pt x="0" y="0"/>
                      </a:cubicBezTo>
                      <a:cubicBezTo>
                        <a:pt x="0" y="8886"/>
                        <a:pt x="672" y="27854"/>
                        <a:pt x="672" y="27854"/>
                      </a:cubicBezTo>
                      <a:cubicBezTo>
                        <a:pt x="672" y="31663"/>
                        <a:pt x="1046" y="41221"/>
                        <a:pt x="1046" y="41221"/>
                      </a:cubicBezTo>
                      <a:cubicBezTo>
                        <a:pt x="3435" y="79530"/>
                        <a:pt x="12396" y="124410"/>
                        <a:pt x="9932" y="163764"/>
                      </a:cubicBezTo>
                      <a:cubicBezTo>
                        <a:pt x="7766" y="198414"/>
                        <a:pt x="1867" y="219995"/>
                        <a:pt x="1643" y="238515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76" name="Freeform: Shape 375">
                  <a:extLst>
                    <a:ext uri="{FF2B5EF4-FFF2-40B4-BE49-F238E27FC236}">
                      <a16:creationId xmlns:a16="http://schemas.microsoft.com/office/drawing/2014/main" id="{622935F8-270F-AD9B-1AD9-F6E80C2F8AEB}"/>
                    </a:ext>
                  </a:extLst>
                </p:cNvPr>
                <p:cNvSpPr/>
                <p:nvPr/>
              </p:nvSpPr>
              <p:spPr>
                <a:xfrm>
                  <a:off x="6604410" y="3805061"/>
                  <a:ext cx="48838" cy="244507"/>
                </a:xfrm>
                <a:custGeom>
                  <a:avLst/>
                  <a:gdLst>
                    <a:gd name="csX0" fmla="*/ 48510 w 48838"/>
                    <a:gd name="csY0" fmla="*/ 232765 h 244507"/>
                    <a:gd name="csX1" fmla="*/ 36861 w 48838"/>
                    <a:gd name="csY1" fmla="*/ 174518 h 244507"/>
                    <a:gd name="csX2" fmla="*/ 17370 w 48838"/>
                    <a:gd name="csY2" fmla="*/ 41744 h 244507"/>
                    <a:gd name="csX3" fmla="*/ 6244 w 48838"/>
                    <a:gd name="csY3" fmla="*/ 0 h 244507"/>
                    <a:gd name="csX4" fmla="*/ 2734 w 48838"/>
                    <a:gd name="csY4" fmla="*/ 46224 h 244507"/>
                    <a:gd name="csX5" fmla="*/ 13338 w 48838"/>
                    <a:gd name="csY5" fmla="*/ 105965 h 244507"/>
                    <a:gd name="csX6" fmla="*/ 27003 w 48838"/>
                    <a:gd name="csY6" fmla="*/ 222833 h 244507"/>
                    <a:gd name="csX7" fmla="*/ 48510 w 48838"/>
                    <a:gd name="csY7" fmla="*/ 232765 h 24450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48838" h="244507">
                      <a:moveTo>
                        <a:pt x="48510" y="232765"/>
                      </a:moveTo>
                      <a:cubicBezTo>
                        <a:pt x="45448" y="214469"/>
                        <a:pt x="39699" y="209168"/>
                        <a:pt x="36861" y="174518"/>
                      </a:cubicBezTo>
                      <a:cubicBezTo>
                        <a:pt x="34023" y="139868"/>
                        <a:pt x="23718" y="79082"/>
                        <a:pt x="17370" y="41744"/>
                      </a:cubicBezTo>
                      <a:cubicBezTo>
                        <a:pt x="15653" y="30094"/>
                        <a:pt x="6318" y="373"/>
                        <a:pt x="6244" y="0"/>
                      </a:cubicBezTo>
                      <a:cubicBezTo>
                        <a:pt x="-477" y="3062"/>
                        <a:pt x="-1971" y="23075"/>
                        <a:pt x="2734" y="46224"/>
                      </a:cubicBezTo>
                      <a:cubicBezTo>
                        <a:pt x="7438" y="69374"/>
                        <a:pt x="10201" y="83562"/>
                        <a:pt x="13338" y="105965"/>
                      </a:cubicBezTo>
                      <a:cubicBezTo>
                        <a:pt x="21403" y="150323"/>
                        <a:pt x="21627" y="197219"/>
                        <a:pt x="27003" y="222833"/>
                      </a:cubicBezTo>
                      <a:cubicBezTo>
                        <a:pt x="32380" y="248447"/>
                        <a:pt x="51572" y="250837"/>
                        <a:pt x="48510" y="232765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77" name="Freeform: Shape 376">
                  <a:extLst>
                    <a:ext uri="{FF2B5EF4-FFF2-40B4-BE49-F238E27FC236}">
                      <a16:creationId xmlns:a16="http://schemas.microsoft.com/office/drawing/2014/main" id="{98DE361A-1CFC-9B64-1B69-8DB657748E63}"/>
                    </a:ext>
                  </a:extLst>
                </p:cNvPr>
                <p:cNvSpPr/>
                <p:nvPr/>
              </p:nvSpPr>
              <p:spPr>
                <a:xfrm>
                  <a:off x="6644672" y="4019787"/>
                  <a:ext cx="93382" cy="18860"/>
                </a:xfrm>
                <a:custGeom>
                  <a:avLst/>
                  <a:gdLst>
                    <a:gd name="csX0" fmla="*/ 3991 w 93382"/>
                    <a:gd name="csY0" fmla="*/ 18860 h 18860"/>
                    <a:gd name="csX1" fmla="*/ 5485 w 93382"/>
                    <a:gd name="csY1" fmla="*/ 18412 h 18860"/>
                    <a:gd name="csX2" fmla="*/ 87629 w 93382"/>
                    <a:gd name="csY2" fmla="*/ 11916 h 18860"/>
                    <a:gd name="csX3" fmla="*/ 92951 w 93382"/>
                    <a:gd name="csY3" fmla="*/ 10184 h 18860"/>
                    <a:gd name="csX4" fmla="*/ 91220 w 93382"/>
                    <a:gd name="csY4" fmla="*/ 4861 h 18860"/>
                    <a:gd name="csX5" fmla="*/ 89794 w 93382"/>
                    <a:gd name="csY5" fmla="*/ 4448 h 18860"/>
                    <a:gd name="csX6" fmla="*/ 2199 w 93382"/>
                    <a:gd name="csY6" fmla="*/ 11468 h 18860"/>
                    <a:gd name="csX7" fmla="*/ 386 w 93382"/>
                    <a:gd name="csY7" fmla="*/ 16651 h 18860"/>
                    <a:gd name="csX8" fmla="*/ 407 w 93382"/>
                    <a:gd name="csY8" fmla="*/ 16695 h 18860"/>
                    <a:gd name="csX9" fmla="*/ 3992 w 93382"/>
                    <a:gd name="csY9" fmla="*/ 18860 h 188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93382" h="18860">
                      <a:moveTo>
                        <a:pt x="3991" y="18860"/>
                      </a:moveTo>
                      <a:cubicBezTo>
                        <a:pt x="4510" y="18791"/>
                        <a:pt x="5014" y="18640"/>
                        <a:pt x="5485" y="18412"/>
                      </a:cubicBezTo>
                      <a:cubicBezTo>
                        <a:pt x="31355" y="7066"/>
                        <a:pt x="60296" y="4777"/>
                        <a:pt x="87629" y="11916"/>
                      </a:cubicBezTo>
                      <a:cubicBezTo>
                        <a:pt x="89577" y="12907"/>
                        <a:pt x="91959" y="12132"/>
                        <a:pt x="92951" y="10184"/>
                      </a:cubicBezTo>
                      <a:cubicBezTo>
                        <a:pt x="93943" y="8236"/>
                        <a:pt x="93167" y="5853"/>
                        <a:pt x="91220" y="4861"/>
                      </a:cubicBezTo>
                      <a:cubicBezTo>
                        <a:pt x="90775" y="4635"/>
                        <a:pt x="90291" y="4495"/>
                        <a:pt x="89794" y="4448"/>
                      </a:cubicBezTo>
                      <a:cubicBezTo>
                        <a:pt x="60655" y="-3332"/>
                        <a:pt x="29727" y="-853"/>
                        <a:pt x="2199" y="11468"/>
                      </a:cubicBezTo>
                      <a:cubicBezTo>
                        <a:pt x="267" y="12398"/>
                        <a:pt x="-545" y="14719"/>
                        <a:pt x="386" y="16651"/>
                      </a:cubicBezTo>
                      <a:cubicBezTo>
                        <a:pt x="393" y="16666"/>
                        <a:pt x="400" y="16680"/>
                        <a:pt x="407" y="16695"/>
                      </a:cubicBezTo>
                      <a:cubicBezTo>
                        <a:pt x="1116" y="18017"/>
                        <a:pt x="2491" y="18848"/>
                        <a:pt x="3992" y="18860"/>
                      </a:cubicBezTo>
                      <a:close/>
                    </a:path>
                  </a:pathLst>
                </a:custGeom>
                <a:solidFill>
                  <a:srgbClr val="F0F0F0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78" name="Freeform: Shape 377">
                  <a:extLst>
                    <a:ext uri="{FF2B5EF4-FFF2-40B4-BE49-F238E27FC236}">
                      <a16:creationId xmlns:a16="http://schemas.microsoft.com/office/drawing/2014/main" id="{CDB010F1-3D42-5AC8-7C47-472EDF61A8E4}"/>
                    </a:ext>
                  </a:extLst>
                </p:cNvPr>
                <p:cNvSpPr/>
                <p:nvPr/>
              </p:nvSpPr>
              <p:spPr>
                <a:xfrm>
                  <a:off x="6634647" y="3981178"/>
                  <a:ext cx="106059" cy="20413"/>
                </a:xfrm>
                <a:custGeom>
                  <a:avLst/>
                  <a:gdLst>
                    <a:gd name="csX0" fmla="*/ 4234 w 106059"/>
                    <a:gd name="csY0" fmla="*/ 20355 h 20413"/>
                    <a:gd name="csX1" fmla="*/ 5504 w 106059"/>
                    <a:gd name="csY1" fmla="*/ 20355 h 20413"/>
                    <a:gd name="csX2" fmla="*/ 101164 w 106059"/>
                    <a:gd name="csY2" fmla="*/ 11768 h 20413"/>
                    <a:gd name="csX3" fmla="*/ 105919 w 106059"/>
                    <a:gd name="csY3" fmla="*/ 9022 h 20413"/>
                    <a:gd name="csX4" fmla="*/ 105943 w 106059"/>
                    <a:gd name="csY4" fmla="*/ 8930 h 20413"/>
                    <a:gd name="csX5" fmla="*/ 103105 w 106059"/>
                    <a:gd name="csY5" fmla="*/ 4151 h 20413"/>
                    <a:gd name="csX6" fmla="*/ 2292 w 106059"/>
                    <a:gd name="csY6" fmla="*/ 13187 h 20413"/>
                    <a:gd name="csX7" fmla="*/ 342 w 106059"/>
                    <a:gd name="csY7" fmla="*/ 18320 h 20413"/>
                    <a:gd name="csX8" fmla="*/ 351 w 106059"/>
                    <a:gd name="csY8" fmla="*/ 18339 h 20413"/>
                    <a:gd name="csX9" fmla="*/ 4234 w 106059"/>
                    <a:gd name="csY9" fmla="*/ 20355 h 2041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106059" h="20413">
                      <a:moveTo>
                        <a:pt x="4234" y="20355"/>
                      </a:moveTo>
                      <a:cubicBezTo>
                        <a:pt x="4654" y="20433"/>
                        <a:pt x="5084" y="20433"/>
                        <a:pt x="5504" y="20355"/>
                      </a:cubicBezTo>
                      <a:cubicBezTo>
                        <a:pt x="5952" y="20355"/>
                        <a:pt x="53669" y="-405"/>
                        <a:pt x="101164" y="11768"/>
                      </a:cubicBezTo>
                      <a:cubicBezTo>
                        <a:pt x="103235" y="12323"/>
                        <a:pt x="105364" y="11093"/>
                        <a:pt x="105919" y="9022"/>
                      </a:cubicBezTo>
                      <a:cubicBezTo>
                        <a:pt x="105928" y="8991"/>
                        <a:pt x="105935" y="8961"/>
                        <a:pt x="105943" y="8930"/>
                      </a:cubicBezTo>
                      <a:cubicBezTo>
                        <a:pt x="106463" y="6829"/>
                        <a:pt x="105199" y="4700"/>
                        <a:pt x="103105" y="4151"/>
                      </a:cubicBezTo>
                      <a:cubicBezTo>
                        <a:pt x="52848" y="-8694"/>
                        <a:pt x="4234" y="12291"/>
                        <a:pt x="2292" y="13187"/>
                      </a:cubicBezTo>
                      <a:cubicBezTo>
                        <a:pt x="336" y="14066"/>
                        <a:pt x="-537" y="16364"/>
                        <a:pt x="342" y="18320"/>
                      </a:cubicBezTo>
                      <a:cubicBezTo>
                        <a:pt x="345" y="18327"/>
                        <a:pt x="348" y="18333"/>
                        <a:pt x="351" y="18339"/>
                      </a:cubicBezTo>
                      <a:cubicBezTo>
                        <a:pt x="1092" y="19762"/>
                        <a:pt x="2644" y="20568"/>
                        <a:pt x="4234" y="20355"/>
                      </a:cubicBezTo>
                      <a:close/>
                    </a:path>
                  </a:pathLst>
                </a:custGeom>
                <a:solidFill>
                  <a:srgbClr val="F0F0F0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79" name="Freeform: Shape 378">
                  <a:extLst>
                    <a:ext uri="{FF2B5EF4-FFF2-40B4-BE49-F238E27FC236}">
                      <a16:creationId xmlns:a16="http://schemas.microsoft.com/office/drawing/2014/main" id="{4A634A57-5D0E-5DCC-EB53-11A7B879F975}"/>
                    </a:ext>
                  </a:extLst>
                </p:cNvPr>
                <p:cNvSpPr/>
                <p:nvPr/>
              </p:nvSpPr>
              <p:spPr>
                <a:xfrm>
                  <a:off x="6628799" y="3948408"/>
                  <a:ext cx="116619" cy="18782"/>
                </a:xfrm>
                <a:custGeom>
                  <a:avLst/>
                  <a:gdLst>
                    <a:gd name="csX0" fmla="*/ 113135 w 116619"/>
                    <a:gd name="csY0" fmla="*/ 14293 h 18782"/>
                    <a:gd name="csX1" fmla="*/ 116599 w 116619"/>
                    <a:gd name="csY1" fmla="*/ 10033 h 18782"/>
                    <a:gd name="csX2" fmla="*/ 114180 w 116619"/>
                    <a:gd name="csY2" fmla="*/ 6826 h 18782"/>
                    <a:gd name="csX3" fmla="*/ 2166 w 116619"/>
                    <a:gd name="csY3" fmla="*/ 11381 h 18782"/>
                    <a:gd name="csX4" fmla="*/ 374 w 116619"/>
                    <a:gd name="csY4" fmla="*/ 16460 h 18782"/>
                    <a:gd name="csX5" fmla="*/ 449 w 116619"/>
                    <a:gd name="csY5" fmla="*/ 16608 h 18782"/>
                    <a:gd name="csX6" fmla="*/ 5676 w 116619"/>
                    <a:gd name="csY6" fmla="*/ 18401 h 18782"/>
                    <a:gd name="csX7" fmla="*/ 111716 w 116619"/>
                    <a:gd name="csY7" fmla="*/ 14219 h 18782"/>
                    <a:gd name="csX8" fmla="*/ 113135 w 116619"/>
                    <a:gd name="csY8" fmla="*/ 14293 h 1878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16619" h="18782">
                      <a:moveTo>
                        <a:pt x="113135" y="14293"/>
                      </a:moveTo>
                      <a:cubicBezTo>
                        <a:pt x="115268" y="14073"/>
                        <a:pt x="116819" y="12166"/>
                        <a:pt x="116599" y="10033"/>
                      </a:cubicBezTo>
                      <a:cubicBezTo>
                        <a:pt x="116451" y="8597"/>
                        <a:pt x="115520" y="7362"/>
                        <a:pt x="114180" y="6826"/>
                      </a:cubicBezTo>
                      <a:cubicBezTo>
                        <a:pt x="67060" y="-10424"/>
                        <a:pt x="3958" y="10335"/>
                        <a:pt x="2166" y="11381"/>
                      </a:cubicBezTo>
                      <a:cubicBezTo>
                        <a:pt x="269" y="12288"/>
                        <a:pt x="-534" y="14562"/>
                        <a:pt x="374" y="16460"/>
                      </a:cubicBezTo>
                      <a:cubicBezTo>
                        <a:pt x="397" y="16510"/>
                        <a:pt x="423" y="16559"/>
                        <a:pt x="449" y="16608"/>
                      </a:cubicBezTo>
                      <a:cubicBezTo>
                        <a:pt x="1416" y="18525"/>
                        <a:pt x="3736" y="19320"/>
                        <a:pt x="5676" y="18401"/>
                      </a:cubicBezTo>
                      <a:cubicBezTo>
                        <a:pt x="6124" y="18401"/>
                        <a:pt x="67806" y="-1911"/>
                        <a:pt x="111716" y="14219"/>
                      </a:cubicBezTo>
                      <a:cubicBezTo>
                        <a:pt x="112177" y="14352"/>
                        <a:pt x="112662" y="14377"/>
                        <a:pt x="113135" y="14293"/>
                      </a:cubicBezTo>
                      <a:close/>
                    </a:path>
                  </a:pathLst>
                </a:custGeom>
                <a:solidFill>
                  <a:srgbClr val="F0F0F0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80" name="Freeform: Shape 379">
                  <a:extLst>
                    <a:ext uri="{FF2B5EF4-FFF2-40B4-BE49-F238E27FC236}">
                      <a16:creationId xmlns:a16="http://schemas.microsoft.com/office/drawing/2014/main" id="{DB154F62-1049-4235-C724-4DC30F4C4F4A}"/>
                    </a:ext>
                  </a:extLst>
                </p:cNvPr>
                <p:cNvSpPr/>
                <p:nvPr/>
              </p:nvSpPr>
              <p:spPr>
                <a:xfrm>
                  <a:off x="6626389" y="3914456"/>
                  <a:ext cx="112292" cy="22890"/>
                </a:xfrm>
                <a:custGeom>
                  <a:avLst/>
                  <a:gdLst>
                    <a:gd name="csX0" fmla="*/ 108675 w 112292"/>
                    <a:gd name="csY0" fmla="*/ 14865 h 22890"/>
                    <a:gd name="csX1" fmla="*/ 112035 w 112292"/>
                    <a:gd name="csY1" fmla="*/ 12326 h 22890"/>
                    <a:gd name="csX2" fmla="*/ 109795 w 112292"/>
                    <a:gd name="csY2" fmla="*/ 7248 h 22890"/>
                    <a:gd name="csX3" fmla="*/ 1589 w 112292"/>
                    <a:gd name="csY3" fmla="*/ 15762 h 22890"/>
                    <a:gd name="csX4" fmla="*/ 787 w 112292"/>
                    <a:gd name="csY4" fmla="*/ 21301 h 22890"/>
                    <a:gd name="csX5" fmla="*/ 5547 w 112292"/>
                    <a:gd name="csY5" fmla="*/ 22557 h 22890"/>
                    <a:gd name="csX6" fmla="*/ 106957 w 112292"/>
                    <a:gd name="csY6" fmla="*/ 14641 h 22890"/>
                    <a:gd name="csX7" fmla="*/ 108675 w 112292"/>
                    <a:gd name="csY7" fmla="*/ 14865 h 2289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112292" h="22890">
                      <a:moveTo>
                        <a:pt x="108675" y="14865"/>
                      </a:moveTo>
                      <a:cubicBezTo>
                        <a:pt x="110183" y="14718"/>
                        <a:pt x="111481" y="13737"/>
                        <a:pt x="112035" y="12326"/>
                      </a:cubicBezTo>
                      <a:cubicBezTo>
                        <a:pt x="112799" y="10306"/>
                        <a:pt x="111802" y="8046"/>
                        <a:pt x="109795" y="7248"/>
                      </a:cubicBezTo>
                      <a:cubicBezTo>
                        <a:pt x="57895" y="-12690"/>
                        <a:pt x="3531" y="14716"/>
                        <a:pt x="1589" y="15762"/>
                      </a:cubicBezTo>
                      <a:cubicBezTo>
                        <a:pt x="-162" y="17070"/>
                        <a:pt x="-521" y="19550"/>
                        <a:pt x="787" y="21301"/>
                      </a:cubicBezTo>
                      <a:cubicBezTo>
                        <a:pt x="1889" y="22775"/>
                        <a:pt x="3861" y="23296"/>
                        <a:pt x="5547" y="22557"/>
                      </a:cubicBezTo>
                      <a:cubicBezTo>
                        <a:pt x="5547" y="22557"/>
                        <a:pt x="58642" y="-3953"/>
                        <a:pt x="106957" y="14641"/>
                      </a:cubicBezTo>
                      <a:cubicBezTo>
                        <a:pt x="107500" y="14865"/>
                        <a:pt x="108092" y="14942"/>
                        <a:pt x="108675" y="14865"/>
                      </a:cubicBezTo>
                      <a:close/>
                    </a:path>
                  </a:pathLst>
                </a:custGeom>
                <a:solidFill>
                  <a:srgbClr val="F0F0F0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81" name="Freeform: Shape 380">
                  <a:extLst>
                    <a:ext uri="{FF2B5EF4-FFF2-40B4-BE49-F238E27FC236}">
                      <a16:creationId xmlns:a16="http://schemas.microsoft.com/office/drawing/2014/main" id="{933A736B-56EE-2208-4AC7-01B89249621F}"/>
                    </a:ext>
                  </a:extLst>
                </p:cNvPr>
                <p:cNvSpPr/>
                <p:nvPr/>
              </p:nvSpPr>
              <p:spPr>
                <a:xfrm>
                  <a:off x="6623282" y="3874295"/>
                  <a:ext cx="113116" cy="23684"/>
                </a:xfrm>
                <a:custGeom>
                  <a:avLst/>
                  <a:gdLst>
                    <a:gd name="csX0" fmla="*/ 109542 w 113116"/>
                    <a:gd name="csY0" fmla="*/ 14477 h 23684"/>
                    <a:gd name="csX1" fmla="*/ 112828 w 113116"/>
                    <a:gd name="csY1" fmla="*/ 12013 h 23684"/>
                    <a:gd name="csX2" fmla="*/ 110700 w 113116"/>
                    <a:gd name="csY2" fmla="*/ 6951 h 23684"/>
                    <a:gd name="csX3" fmla="*/ 110662 w 113116"/>
                    <a:gd name="csY3" fmla="*/ 6935 h 23684"/>
                    <a:gd name="csX4" fmla="*/ 1785 w 113116"/>
                    <a:gd name="csY4" fmla="*/ 16419 h 23684"/>
                    <a:gd name="csX5" fmla="*/ 651 w 113116"/>
                    <a:gd name="csY5" fmla="*/ 21900 h 23684"/>
                    <a:gd name="csX6" fmla="*/ 5518 w 113116"/>
                    <a:gd name="csY6" fmla="*/ 23364 h 23684"/>
                    <a:gd name="csX7" fmla="*/ 107750 w 113116"/>
                    <a:gd name="csY7" fmla="*/ 14179 h 23684"/>
                    <a:gd name="csX8" fmla="*/ 109542 w 113116"/>
                    <a:gd name="csY8" fmla="*/ 14477 h 2368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13116" h="23684">
                      <a:moveTo>
                        <a:pt x="109542" y="14477"/>
                      </a:moveTo>
                      <a:cubicBezTo>
                        <a:pt x="111018" y="14350"/>
                        <a:pt x="112292" y="13394"/>
                        <a:pt x="112828" y="12013"/>
                      </a:cubicBezTo>
                      <a:cubicBezTo>
                        <a:pt x="113638" y="10028"/>
                        <a:pt x="112686" y="7761"/>
                        <a:pt x="110700" y="6951"/>
                      </a:cubicBezTo>
                      <a:cubicBezTo>
                        <a:pt x="110688" y="6945"/>
                        <a:pt x="110675" y="6940"/>
                        <a:pt x="110662" y="6935"/>
                      </a:cubicBezTo>
                      <a:cubicBezTo>
                        <a:pt x="62123" y="-12630"/>
                        <a:pt x="3801" y="15299"/>
                        <a:pt x="1785" y="16419"/>
                      </a:cubicBezTo>
                      <a:cubicBezTo>
                        <a:pt x="-42" y="17620"/>
                        <a:pt x="-550" y="20074"/>
                        <a:pt x="651" y="21900"/>
                      </a:cubicBezTo>
                      <a:cubicBezTo>
                        <a:pt x="1704" y="23503"/>
                        <a:pt x="3756" y="24120"/>
                        <a:pt x="5518" y="23364"/>
                      </a:cubicBezTo>
                      <a:cubicBezTo>
                        <a:pt x="6041" y="23364"/>
                        <a:pt x="62645" y="-3967"/>
                        <a:pt x="107750" y="14179"/>
                      </a:cubicBezTo>
                      <a:cubicBezTo>
                        <a:pt x="108314" y="14421"/>
                        <a:pt x="108929" y="14524"/>
                        <a:pt x="109542" y="14477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82" name="Freeform: Shape 381">
                  <a:extLst>
                    <a:ext uri="{FF2B5EF4-FFF2-40B4-BE49-F238E27FC236}">
                      <a16:creationId xmlns:a16="http://schemas.microsoft.com/office/drawing/2014/main" id="{C20F5FC8-F9D3-530D-3D27-2D05BCFF4AD8}"/>
                    </a:ext>
                  </a:extLst>
                </p:cNvPr>
                <p:cNvSpPr/>
                <p:nvPr/>
              </p:nvSpPr>
              <p:spPr>
                <a:xfrm>
                  <a:off x="6184813" y="2531163"/>
                  <a:ext cx="554455" cy="1218978"/>
                </a:xfrm>
                <a:custGeom>
                  <a:avLst/>
                  <a:gdLst>
                    <a:gd name="csX0" fmla="*/ 404932 w 554455"/>
                    <a:gd name="csY0" fmla="*/ 1207212 h 1218978"/>
                    <a:gd name="csX1" fmla="*/ 543307 w 554455"/>
                    <a:gd name="csY1" fmla="*/ 1192277 h 1218978"/>
                    <a:gd name="csX2" fmla="*/ 551521 w 554455"/>
                    <a:gd name="csY2" fmla="*/ 1009918 h 1218978"/>
                    <a:gd name="csX3" fmla="*/ 541216 w 554455"/>
                    <a:gd name="csY3" fmla="*/ 783874 h 1218978"/>
                    <a:gd name="csX4" fmla="*/ 544053 w 554455"/>
                    <a:gd name="csY4" fmla="*/ 493459 h 1218978"/>
                    <a:gd name="csX5" fmla="*/ 514706 w 554455"/>
                    <a:gd name="csY5" fmla="*/ 64744 h 1218978"/>
                    <a:gd name="csX6" fmla="*/ 482296 w 554455"/>
                    <a:gd name="csY6" fmla="*/ 0 h 1218978"/>
                    <a:gd name="csX7" fmla="*/ 24308 w 554455"/>
                    <a:gd name="csY7" fmla="*/ 44806 h 1218978"/>
                    <a:gd name="csX8" fmla="*/ 1906 w 554455"/>
                    <a:gd name="csY8" fmla="*/ 357250 h 1218978"/>
                    <a:gd name="csX9" fmla="*/ 37526 w 554455"/>
                    <a:gd name="csY9" fmla="*/ 1107445 h 1218978"/>
                    <a:gd name="csX10" fmla="*/ 104734 w 554455"/>
                    <a:gd name="csY10" fmla="*/ 1131266 h 1218978"/>
                    <a:gd name="csX11" fmla="*/ 185758 w 554455"/>
                    <a:gd name="csY11" fmla="*/ 1117003 h 1218978"/>
                    <a:gd name="csX12" fmla="*/ 227875 w 554455"/>
                    <a:gd name="csY12" fmla="*/ 826812 h 1218978"/>
                    <a:gd name="csX13" fmla="*/ 214658 w 554455"/>
                    <a:gd name="csY13" fmla="*/ 674399 h 1218978"/>
                    <a:gd name="csX14" fmla="*/ 260658 w 554455"/>
                    <a:gd name="csY14" fmla="*/ 457838 h 1218978"/>
                    <a:gd name="csX15" fmla="*/ 318158 w 554455"/>
                    <a:gd name="csY15" fmla="*/ 745490 h 1218978"/>
                    <a:gd name="csX16" fmla="*/ 358558 w 554455"/>
                    <a:gd name="csY16" fmla="*/ 989531 h 1218978"/>
                    <a:gd name="csX17" fmla="*/ 404932 w 554455"/>
                    <a:gd name="csY17" fmla="*/ 1207212 h 121897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</a:cxnLst>
                  <a:rect l="l" t="t" r="r" b="b"/>
                  <a:pathLst>
                    <a:path w="554455" h="1218978">
                      <a:moveTo>
                        <a:pt x="404932" y="1207212"/>
                      </a:moveTo>
                      <a:cubicBezTo>
                        <a:pt x="424796" y="1226404"/>
                        <a:pt x="520456" y="1222595"/>
                        <a:pt x="543307" y="1192277"/>
                      </a:cubicBezTo>
                      <a:cubicBezTo>
                        <a:pt x="543307" y="1192277"/>
                        <a:pt x="546070" y="1104533"/>
                        <a:pt x="551521" y="1009918"/>
                      </a:cubicBezTo>
                      <a:cubicBezTo>
                        <a:pt x="555703" y="937482"/>
                        <a:pt x="557719" y="872439"/>
                        <a:pt x="541216" y="783874"/>
                      </a:cubicBezTo>
                      <a:cubicBezTo>
                        <a:pt x="524712" y="695308"/>
                        <a:pt x="537706" y="593599"/>
                        <a:pt x="544053" y="493459"/>
                      </a:cubicBezTo>
                      <a:cubicBezTo>
                        <a:pt x="551521" y="374948"/>
                        <a:pt x="573326" y="191992"/>
                        <a:pt x="514706" y="64744"/>
                      </a:cubicBezTo>
                      <a:lnTo>
                        <a:pt x="482296" y="0"/>
                      </a:lnTo>
                      <a:lnTo>
                        <a:pt x="24308" y="44806"/>
                      </a:lnTo>
                      <a:cubicBezTo>
                        <a:pt x="24308" y="44806"/>
                        <a:pt x="13779" y="140316"/>
                        <a:pt x="1906" y="357250"/>
                      </a:cubicBezTo>
                      <a:cubicBezTo>
                        <a:pt x="-9968" y="574184"/>
                        <a:pt x="37526" y="1107445"/>
                        <a:pt x="37526" y="1107445"/>
                      </a:cubicBezTo>
                      <a:cubicBezTo>
                        <a:pt x="37526" y="1107445"/>
                        <a:pt x="49250" y="1127085"/>
                        <a:pt x="104734" y="1131266"/>
                      </a:cubicBezTo>
                      <a:cubicBezTo>
                        <a:pt x="160219" y="1135448"/>
                        <a:pt x="185758" y="1117003"/>
                        <a:pt x="185758" y="1117003"/>
                      </a:cubicBezTo>
                      <a:cubicBezTo>
                        <a:pt x="185758" y="1117003"/>
                        <a:pt x="223096" y="879758"/>
                        <a:pt x="227875" y="826812"/>
                      </a:cubicBezTo>
                      <a:cubicBezTo>
                        <a:pt x="232654" y="773867"/>
                        <a:pt x="226008" y="699042"/>
                        <a:pt x="214658" y="674399"/>
                      </a:cubicBezTo>
                      <a:lnTo>
                        <a:pt x="260658" y="457838"/>
                      </a:lnTo>
                      <a:cubicBezTo>
                        <a:pt x="260658" y="457838"/>
                        <a:pt x="312931" y="712260"/>
                        <a:pt x="318158" y="745490"/>
                      </a:cubicBezTo>
                      <a:cubicBezTo>
                        <a:pt x="323386" y="778721"/>
                        <a:pt x="340561" y="914482"/>
                        <a:pt x="358558" y="989531"/>
                      </a:cubicBezTo>
                      <a:cubicBezTo>
                        <a:pt x="376555" y="1064581"/>
                        <a:pt x="404932" y="1207212"/>
                        <a:pt x="404932" y="1207212"/>
                      </a:cubicBezTo>
                      <a:close/>
                    </a:path>
                  </a:pathLst>
                </a:custGeom>
                <a:solidFill>
                  <a:srgbClr val="455A64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83" name="Freeform: Shape 382">
                  <a:extLst>
                    <a:ext uri="{FF2B5EF4-FFF2-40B4-BE49-F238E27FC236}">
                      <a16:creationId xmlns:a16="http://schemas.microsoft.com/office/drawing/2014/main" id="{EB122454-3EDC-3EE1-11E6-97B8974E47D5}"/>
                    </a:ext>
                  </a:extLst>
                </p:cNvPr>
                <p:cNvSpPr/>
                <p:nvPr/>
              </p:nvSpPr>
              <p:spPr>
                <a:xfrm>
                  <a:off x="6279615" y="2723155"/>
                  <a:ext cx="165855" cy="482406"/>
                </a:xfrm>
                <a:custGeom>
                  <a:avLst/>
                  <a:gdLst>
                    <a:gd name="csX0" fmla="*/ 165855 w 165855"/>
                    <a:gd name="csY0" fmla="*/ 265772 h 482406"/>
                    <a:gd name="csX1" fmla="*/ 129413 w 165855"/>
                    <a:gd name="csY1" fmla="*/ 83338 h 482406"/>
                    <a:gd name="csX2" fmla="*/ 0 w 165855"/>
                    <a:gd name="csY2" fmla="*/ 0 h 482406"/>
                    <a:gd name="csX3" fmla="*/ 103576 w 165855"/>
                    <a:gd name="csY3" fmla="*/ 110670 h 482406"/>
                    <a:gd name="csX4" fmla="*/ 138673 w 165855"/>
                    <a:gd name="csY4" fmla="*/ 269431 h 482406"/>
                    <a:gd name="csX5" fmla="*/ 120228 w 165855"/>
                    <a:gd name="csY5" fmla="*/ 482407 h 48240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</a:cxnLst>
                  <a:rect l="l" t="t" r="r" b="b"/>
                  <a:pathLst>
                    <a:path w="165855" h="482406">
                      <a:moveTo>
                        <a:pt x="165855" y="265772"/>
                      </a:moveTo>
                      <a:lnTo>
                        <a:pt x="129413" y="83338"/>
                      </a:lnTo>
                      <a:cubicBezTo>
                        <a:pt x="78280" y="70557"/>
                        <a:pt x="32792" y="41263"/>
                        <a:pt x="0" y="0"/>
                      </a:cubicBezTo>
                      <a:cubicBezTo>
                        <a:pt x="3659" y="53169"/>
                        <a:pt x="77588" y="103576"/>
                        <a:pt x="103576" y="110670"/>
                      </a:cubicBezTo>
                      <a:lnTo>
                        <a:pt x="138673" y="269431"/>
                      </a:lnTo>
                      <a:lnTo>
                        <a:pt x="120228" y="482407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84" name="Freeform: Shape 383">
                  <a:extLst>
                    <a:ext uri="{FF2B5EF4-FFF2-40B4-BE49-F238E27FC236}">
                      <a16:creationId xmlns:a16="http://schemas.microsoft.com/office/drawing/2014/main" id="{9CDEED50-29DB-7581-4FEA-54059EF1D48B}"/>
                    </a:ext>
                  </a:extLst>
                </p:cNvPr>
                <p:cNvSpPr/>
                <p:nvPr/>
              </p:nvSpPr>
              <p:spPr>
                <a:xfrm>
                  <a:off x="6653294" y="2577313"/>
                  <a:ext cx="62429" cy="201849"/>
                </a:xfrm>
                <a:custGeom>
                  <a:avLst/>
                  <a:gdLst>
                    <a:gd name="csX0" fmla="*/ 0 w 62429"/>
                    <a:gd name="csY0" fmla="*/ 0 h 201849"/>
                    <a:gd name="csX1" fmla="*/ 27705 w 62429"/>
                    <a:gd name="csY1" fmla="*/ 46000 h 201849"/>
                    <a:gd name="csX2" fmla="*/ 46448 w 62429"/>
                    <a:gd name="csY2" fmla="*/ 96257 h 201849"/>
                    <a:gd name="csX3" fmla="*/ 57949 w 62429"/>
                    <a:gd name="csY3" fmla="*/ 148531 h 201849"/>
                    <a:gd name="csX4" fmla="*/ 62429 w 62429"/>
                    <a:gd name="csY4" fmla="*/ 201849 h 201849"/>
                    <a:gd name="csX5" fmla="*/ 48315 w 62429"/>
                    <a:gd name="csY5" fmla="*/ 150547 h 201849"/>
                    <a:gd name="csX6" fmla="*/ 34276 w 62429"/>
                    <a:gd name="csY6" fmla="*/ 99767 h 201849"/>
                    <a:gd name="csX7" fmla="*/ 18520 w 62429"/>
                    <a:gd name="csY7" fmla="*/ 49585 h 201849"/>
                    <a:gd name="csX8" fmla="*/ 0 w 62429"/>
                    <a:gd name="csY8" fmla="*/ 0 h 20184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62429" h="201849">
                      <a:moveTo>
                        <a:pt x="0" y="0"/>
                      </a:moveTo>
                      <a:cubicBezTo>
                        <a:pt x="11039" y="14172"/>
                        <a:pt x="20341" y="29615"/>
                        <a:pt x="27705" y="46000"/>
                      </a:cubicBezTo>
                      <a:cubicBezTo>
                        <a:pt x="35174" y="62272"/>
                        <a:pt x="41438" y="79069"/>
                        <a:pt x="46448" y="96257"/>
                      </a:cubicBezTo>
                      <a:cubicBezTo>
                        <a:pt x="51390" y="113419"/>
                        <a:pt x="55231" y="130879"/>
                        <a:pt x="57949" y="148531"/>
                      </a:cubicBezTo>
                      <a:cubicBezTo>
                        <a:pt x="60824" y="166160"/>
                        <a:pt x="62322" y="183987"/>
                        <a:pt x="62429" y="201849"/>
                      </a:cubicBezTo>
                      <a:cubicBezTo>
                        <a:pt x="57202" y="184674"/>
                        <a:pt x="52796" y="167573"/>
                        <a:pt x="48315" y="150547"/>
                      </a:cubicBezTo>
                      <a:cubicBezTo>
                        <a:pt x="43835" y="133521"/>
                        <a:pt x="39280" y="116495"/>
                        <a:pt x="34276" y="99767"/>
                      </a:cubicBezTo>
                      <a:cubicBezTo>
                        <a:pt x="29273" y="83040"/>
                        <a:pt x="24195" y="66163"/>
                        <a:pt x="18520" y="49585"/>
                      </a:cubicBezTo>
                      <a:cubicBezTo>
                        <a:pt x="12844" y="33007"/>
                        <a:pt x="6646" y="16727"/>
                        <a:pt x="0" y="0"/>
                      </a:cubicBezTo>
                      <a:close/>
                    </a:path>
                  </a:pathLst>
                </a:custGeom>
                <a:solidFill>
                  <a:srgbClr val="37474F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85" name="Freeform: Shape 384">
                  <a:extLst>
                    <a:ext uri="{FF2B5EF4-FFF2-40B4-BE49-F238E27FC236}">
                      <a16:creationId xmlns:a16="http://schemas.microsoft.com/office/drawing/2014/main" id="{23B72702-DE3A-A6E5-CF81-88BFCEAF9BC2}"/>
                    </a:ext>
                  </a:extLst>
                </p:cNvPr>
                <p:cNvSpPr/>
                <p:nvPr/>
              </p:nvSpPr>
              <p:spPr>
                <a:xfrm>
                  <a:off x="6655459" y="2637054"/>
                  <a:ext cx="22874" cy="192215"/>
                </a:xfrm>
                <a:custGeom>
                  <a:avLst/>
                  <a:gdLst>
                    <a:gd name="csX0" fmla="*/ 0 w 22874"/>
                    <a:gd name="csY0" fmla="*/ 0 h 192215"/>
                    <a:gd name="csX1" fmla="*/ 13815 w 22874"/>
                    <a:gd name="csY1" fmla="*/ 46822 h 192215"/>
                    <a:gd name="csX2" fmla="*/ 20611 w 22874"/>
                    <a:gd name="csY2" fmla="*/ 94988 h 192215"/>
                    <a:gd name="csX3" fmla="*/ 22851 w 22874"/>
                    <a:gd name="csY3" fmla="*/ 143602 h 192215"/>
                    <a:gd name="csX4" fmla="*/ 19341 w 22874"/>
                    <a:gd name="csY4" fmla="*/ 192216 h 192215"/>
                    <a:gd name="csX5" fmla="*/ 12994 w 22874"/>
                    <a:gd name="csY5" fmla="*/ 144125 h 192215"/>
                    <a:gd name="csX6" fmla="*/ 7990 w 22874"/>
                    <a:gd name="csY6" fmla="*/ 96183 h 192215"/>
                    <a:gd name="csX7" fmla="*/ 4033 w 22874"/>
                    <a:gd name="csY7" fmla="*/ 48166 h 192215"/>
                    <a:gd name="csX8" fmla="*/ 0 w 22874"/>
                    <a:gd name="csY8" fmla="*/ 0 h 1922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22874" h="192215">
                      <a:moveTo>
                        <a:pt x="0" y="0"/>
                      </a:moveTo>
                      <a:cubicBezTo>
                        <a:pt x="6505" y="14982"/>
                        <a:pt x="11145" y="30708"/>
                        <a:pt x="13815" y="46822"/>
                      </a:cubicBezTo>
                      <a:cubicBezTo>
                        <a:pt x="16951" y="62803"/>
                        <a:pt x="18968" y="78858"/>
                        <a:pt x="20611" y="94988"/>
                      </a:cubicBezTo>
                      <a:cubicBezTo>
                        <a:pt x="22254" y="111118"/>
                        <a:pt x="22926" y="127323"/>
                        <a:pt x="22851" y="143602"/>
                      </a:cubicBezTo>
                      <a:cubicBezTo>
                        <a:pt x="23060" y="159877"/>
                        <a:pt x="21886" y="176140"/>
                        <a:pt x="19341" y="192216"/>
                      </a:cubicBezTo>
                      <a:cubicBezTo>
                        <a:pt x="16802" y="176086"/>
                        <a:pt x="14860" y="160105"/>
                        <a:pt x="12994" y="144125"/>
                      </a:cubicBezTo>
                      <a:cubicBezTo>
                        <a:pt x="11127" y="128144"/>
                        <a:pt x="9559" y="112163"/>
                        <a:pt x="7990" y="96183"/>
                      </a:cubicBezTo>
                      <a:cubicBezTo>
                        <a:pt x="6422" y="80202"/>
                        <a:pt x="5227" y="64221"/>
                        <a:pt x="4033" y="48166"/>
                      </a:cubicBezTo>
                      <a:cubicBezTo>
                        <a:pt x="2838" y="32111"/>
                        <a:pt x="1718" y="16130"/>
                        <a:pt x="0" y="0"/>
                      </a:cubicBezTo>
                      <a:close/>
                    </a:path>
                  </a:pathLst>
                </a:custGeom>
                <a:solidFill>
                  <a:srgbClr val="37474F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386" name="Freeform: Shape 385">
                  <a:extLst>
                    <a:ext uri="{FF2B5EF4-FFF2-40B4-BE49-F238E27FC236}">
                      <a16:creationId xmlns:a16="http://schemas.microsoft.com/office/drawing/2014/main" id="{ADCAF910-3DD3-7235-3D38-D49A8FB0CBCB}"/>
                    </a:ext>
                  </a:extLst>
                </p:cNvPr>
                <p:cNvSpPr/>
                <p:nvPr/>
              </p:nvSpPr>
              <p:spPr>
                <a:xfrm>
                  <a:off x="6556192" y="3287060"/>
                  <a:ext cx="135487" cy="57072"/>
                </a:xfrm>
                <a:custGeom>
                  <a:avLst/>
                  <a:gdLst>
                    <a:gd name="csX0" fmla="*/ 131378 w 135487"/>
                    <a:gd name="csY0" fmla="*/ 496 h 57072"/>
                    <a:gd name="csX1" fmla="*/ 118907 w 135487"/>
                    <a:gd name="csY1" fmla="*/ 10726 h 57072"/>
                    <a:gd name="csX2" fmla="*/ 103972 w 135487"/>
                    <a:gd name="csY2" fmla="*/ 22450 h 57072"/>
                    <a:gd name="csX3" fmla="*/ 76865 w 135487"/>
                    <a:gd name="csY3" fmla="*/ 37012 h 57072"/>
                    <a:gd name="csX4" fmla="*/ 41692 w 135487"/>
                    <a:gd name="csY4" fmla="*/ 40671 h 57072"/>
                    <a:gd name="csX5" fmla="*/ 17423 w 135487"/>
                    <a:gd name="csY5" fmla="*/ 36116 h 57072"/>
                    <a:gd name="csX6" fmla="*/ 620 w 135487"/>
                    <a:gd name="csY6" fmla="*/ 32009 h 57072"/>
                    <a:gd name="csX7" fmla="*/ 98 w 135487"/>
                    <a:gd name="csY7" fmla="*/ 32830 h 57072"/>
                    <a:gd name="csX8" fmla="*/ 17497 w 135487"/>
                    <a:gd name="csY8" fmla="*/ 44779 h 57072"/>
                    <a:gd name="csX9" fmla="*/ 41095 w 135487"/>
                    <a:gd name="csY9" fmla="*/ 54412 h 57072"/>
                    <a:gd name="csX10" fmla="*/ 88588 w 135487"/>
                    <a:gd name="csY10" fmla="*/ 52918 h 57072"/>
                    <a:gd name="csX11" fmla="*/ 120550 w 135487"/>
                    <a:gd name="csY11" fmla="*/ 36266 h 57072"/>
                    <a:gd name="csX12" fmla="*/ 135485 w 135487"/>
                    <a:gd name="csY12" fmla="*/ 4005 h 57072"/>
                    <a:gd name="csX13" fmla="*/ 131378 w 135487"/>
                    <a:gd name="csY13" fmla="*/ 496 h 5707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</a:cxnLst>
                  <a:rect l="l" t="t" r="r" b="b"/>
                  <a:pathLst>
                    <a:path w="135487" h="57072">
                      <a:moveTo>
                        <a:pt x="131378" y="496"/>
                      </a:moveTo>
                      <a:cubicBezTo>
                        <a:pt x="127122" y="3707"/>
                        <a:pt x="122790" y="7217"/>
                        <a:pt x="118907" y="10726"/>
                      </a:cubicBezTo>
                      <a:cubicBezTo>
                        <a:pt x="115024" y="14236"/>
                        <a:pt x="109125" y="18194"/>
                        <a:pt x="103972" y="22450"/>
                      </a:cubicBezTo>
                      <a:cubicBezTo>
                        <a:pt x="95843" y="28831"/>
                        <a:pt x="86672" y="33758"/>
                        <a:pt x="76865" y="37012"/>
                      </a:cubicBezTo>
                      <a:cubicBezTo>
                        <a:pt x="65478" y="40448"/>
                        <a:pt x="53542" y="41689"/>
                        <a:pt x="41692" y="40671"/>
                      </a:cubicBezTo>
                      <a:cubicBezTo>
                        <a:pt x="33457" y="40071"/>
                        <a:pt x="25315" y="38543"/>
                        <a:pt x="17423" y="36116"/>
                      </a:cubicBezTo>
                      <a:cubicBezTo>
                        <a:pt x="11896" y="34548"/>
                        <a:pt x="6221" y="33577"/>
                        <a:pt x="620" y="32009"/>
                      </a:cubicBezTo>
                      <a:cubicBezTo>
                        <a:pt x="247" y="32009"/>
                        <a:pt x="-201" y="32606"/>
                        <a:pt x="98" y="32830"/>
                      </a:cubicBezTo>
                      <a:cubicBezTo>
                        <a:pt x="5508" y="37352"/>
                        <a:pt x="11334" y="41353"/>
                        <a:pt x="17497" y="44779"/>
                      </a:cubicBezTo>
                      <a:cubicBezTo>
                        <a:pt x="25018" y="48778"/>
                        <a:pt x="32924" y="52006"/>
                        <a:pt x="41095" y="54412"/>
                      </a:cubicBezTo>
                      <a:cubicBezTo>
                        <a:pt x="56749" y="58411"/>
                        <a:pt x="73216" y="57894"/>
                        <a:pt x="88588" y="52918"/>
                      </a:cubicBezTo>
                      <a:cubicBezTo>
                        <a:pt x="100260" y="49589"/>
                        <a:pt x="111134" y="43924"/>
                        <a:pt x="120550" y="36266"/>
                      </a:cubicBezTo>
                      <a:cubicBezTo>
                        <a:pt x="130020" y="28224"/>
                        <a:pt x="135480" y="16429"/>
                        <a:pt x="135485" y="4005"/>
                      </a:cubicBezTo>
                      <a:cubicBezTo>
                        <a:pt x="135560" y="2213"/>
                        <a:pt x="133842" y="-1296"/>
                        <a:pt x="131378" y="496"/>
                      </a:cubicBezTo>
                      <a:close/>
                    </a:path>
                  </a:pathLst>
                </a:custGeom>
                <a:solidFill>
                  <a:srgbClr val="37474F"/>
                </a:solidFill>
                <a:ln w="7449" cap="flat">
                  <a:noFill/>
                  <a:prstDash val="solid"/>
                  <a:miter/>
                </a:ln>
              </p:spPr>
            </p:sp>
          </p:grpSp>
          <p:grpSp>
            <p:nvGrpSpPr>
              <p:cNvPr id="387" name="Graphic 4">
                <a:extLst>
                  <a:ext uri="{FF2B5EF4-FFF2-40B4-BE49-F238E27FC236}">
                    <a16:creationId xmlns:a16="http://schemas.microsoft.com/office/drawing/2014/main" id="{9A21F7C8-2312-000A-87B0-575223CC39B3}"/>
                  </a:ext>
                </a:extLst>
              </p:cNvPr>
              <p:cNvGrpSpPr/>
              <p:nvPr/>
            </p:nvGrpSpPr>
            <p:grpSpPr>
              <a:xfrm>
                <a:off x="5675936" y="1072406"/>
                <a:ext cx="1598214" cy="1678670"/>
                <a:chOff x="5675936" y="1072406"/>
                <a:chExt cx="1598214" cy="1678670"/>
              </a:xfrm>
            </p:grpSpPr>
            <p:grpSp>
              <p:nvGrpSpPr>
                <p:cNvPr id="388" name="Graphic 4">
                  <a:extLst>
                    <a:ext uri="{FF2B5EF4-FFF2-40B4-BE49-F238E27FC236}">
                      <a16:creationId xmlns:a16="http://schemas.microsoft.com/office/drawing/2014/main" id="{971A3828-AF9A-1800-3E2F-976543ECB7A3}"/>
                    </a:ext>
                  </a:extLst>
                </p:cNvPr>
                <p:cNvGrpSpPr/>
                <p:nvPr/>
              </p:nvGrpSpPr>
              <p:grpSpPr>
                <a:xfrm>
                  <a:off x="6211380" y="1670516"/>
                  <a:ext cx="351974" cy="517356"/>
                  <a:chOff x="6211380" y="1670516"/>
                  <a:chExt cx="351974" cy="517356"/>
                </a:xfrm>
              </p:grpSpPr>
              <p:sp>
                <p:nvSpPr>
                  <p:cNvPr id="389" name="Freeform: Shape 388">
                    <a:extLst>
                      <a:ext uri="{FF2B5EF4-FFF2-40B4-BE49-F238E27FC236}">
                        <a16:creationId xmlns:a16="http://schemas.microsoft.com/office/drawing/2014/main" id="{83A0F66A-00A2-C18B-3A6E-2587C91C3778}"/>
                      </a:ext>
                    </a:extLst>
                  </p:cNvPr>
                  <p:cNvSpPr/>
                  <p:nvPr/>
                </p:nvSpPr>
                <p:spPr>
                  <a:xfrm>
                    <a:off x="6211380" y="1681350"/>
                    <a:ext cx="351974" cy="506521"/>
                  </a:xfrm>
                  <a:custGeom>
                    <a:avLst/>
                    <a:gdLst>
                      <a:gd name="csX0" fmla="*/ 345209 w 351974"/>
                      <a:gd name="csY0" fmla="*/ 376516 h 506521"/>
                      <a:gd name="csX1" fmla="*/ 350436 w 351974"/>
                      <a:gd name="csY1" fmla="*/ 318941 h 506521"/>
                      <a:gd name="csX2" fmla="*/ 318923 w 351974"/>
                      <a:gd name="csY2" fmla="*/ 271597 h 506521"/>
                      <a:gd name="csX3" fmla="*/ 310335 w 351974"/>
                      <a:gd name="csY3" fmla="*/ 150547 h 506521"/>
                      <a:gd name="csX4" fmla="*/ 253581 w 351974"/>
                      <a:gd name="csY4" fmla="*/ 66163 h 506521"/>
                      <a:gd name="csX5" fmla="*/ 222292 w 351974"/>
                      <a:gd name="csY5" fmla="*/ 56903 h 506521"/>
                      <a:gd name="csX6" fmla="*/ 164343 w 351974"/>
                      <a:gd name="csY6" fmla="*/ 12098 h 506521"/>
                      <a:gd name="csX7" fmla="*/ 148587 w 351974"/>
                      <a:gd name="csY7" fmla="*/ 0 h 506521"/>
                      <a:gd name="csX8" fmla="*/ 67414 w 351974"/>
                      <a:gd name="csY8" fmla="*/ 21432 h 506521"/>
                      <a:gd name="csX9" fmla="*/ 28956 w 351974"/>
                      <a:gd name="csY9" fmla="*/ 89462 h 506521"/>
                      <a:gd name="csX10" fmla="*/ 39037 w 351974"/>
                      <a:gd name="csY10" fmla="*/ 149203 h 506521"/>
                      <a:gd name="csX11" fmla="*/ 21040 w 351974"/>
                      <a:gd name="csY11" fmla="*/ 189304 h 506521"/>
                      <a:gd name="csX12" fmla="*/ 4089 w 351974"/>
                      <a:gd name="csY12" fmla="*/ 278915 h 506521"/>
                      <a:gd name="csX13" fmla="*/ 24699 w 351974"/>
                      <a:gd name="csY13" fmla="*/ 327529 h 506521"/>
                      <a:gd name="csX14" fmla="*/ 11930 w 351974"/>
                      <a:gd name="csY14" fmla="*/ 375770 h 506521"/>
                      <a:gd name="csX15" fmla="*/ 9540 w 351974"/>
                      <a:gd name="csY15" fmla="*/ 444920 h 506521"/>
                      <a:gd name="csX16" fmla="*/ 26268 w 351974"/>
                      <a:gd name="csY16" fmla="*/ 467322 h 506521"/>
                      <a:gd name="csX17" fmla="*/ 69804 w 351974"/>
                      <a:gd name="csY17" fmla="*/ 501972 h 506521"/>
                      <a:gd name="csX18" fmla="*/ 141045 w 351974"/>
                      <a:gd name="csY18" fmla="*/ 497491 h 506521"/>
                      <a:gd name="csX19" fmla="*/ 210493 w 351974"/>
                      <a:gd name="csY19" fmla="*/ 476059 h 506521"/>
                      <a:gd name="csX20" fmla="*/ 281137 w 351974"/>
                      <a:gd name="csY20" fmla="*/ 478524 h 506521"/>
                      <a:gd name="csX21" fmla="*/ 341475 w 351974"/>
                      <a:gd name="csY21" fmla="*/ 448653 h 506521"/>
                      <a:gd name="csX22" fmla="*/ 345209 w 351974"/>
                      <a:gd name="csY22" fmla="*/ 376516 h 50652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</a:cxnLst>
                    <a:rect l="l" t="t" r="r" b="b"/>
                    <a:pathLst>
                      <a:path w="351974" h="506521">
                        <a:moveTo>
                          <a:pt x="345209" y="376516"/>
                        </a:moveTo>
                        <a:cubicBezTo>
                          <a:pt x="346777" y="357101"/>
                          <a:pt x="355439" y="337685"/>
                          <a:pt x="350436" y="318941"/>
                        </a:cubicBezTo>
                        <a:cubicBezTo>
                          <a:pt x="345433" y="300197"/>
                          <a:pt x="328631" y="288025"/>
                          <a:pt x="318923" y="271597"/>
                        </a:cubicBezTo>
                        <a:cubicBezTo>
                          <a:pt x="298013" y="236275"/>
                          <a:pt x="313173" y="191469"/>
                          <a:pt x="310335" y="150547"/>
                        </a:cubicBezTo>
                        <a:cubicBezTo>
                          <a:pt x="307796" y="114702"/>
                          <a:pt x="287932" y="77812"/>
                          <a:pt x="253581" y="66163"/>
                        </a:cubicBezTo>
                        <a:cubicBezTo>
                          <a:pt x="242998" y="63620"/>
                          <a:pt x="232555" y="60529"/>
                          <a:pt x="222292" y="56903"/>
                        </a:cubicBezTo>
                        <a:cubicBezTo>
                          <a:pt x="199889" y="46598"/>
                          <a:pt x="187493" y="20536"/>
                          <a:pt x="164343" y="12098"/>
                        </a:cubicBezTo>
                        <a:lnTo>
                          <a:pt x="148587" y="0"/>
                        </a:lnTo>
                        <a:cubicBezTo>
                          <a:pt x="110801" y="0"/>
                          <a:pt x="90190" y="6348"/>
                          <a:pt x="67414" y="21432"/>
                        </a:cubicBezTo>
                        <a:cubicBezTo>
                          <a:pt x="44638" y="36517"/>
                          <a:pt x="27313" y="62205"/>
                          <a:pt x="28956" y="89462"/>
                        </a:cubicBezTo>
                        <a:cubicBezTo>
                          <a:pt x="30151" y="109624"/>
                          <a:pt x="41427" y="128891"/>
                          <a:pt x="39037" y="149203"/>
                        </a:cubicBezTo>
                        <a:cubicBezTo>
                          <a:pt x="37320" y="164138"/>
                          <a:pt x="28583" y="176609"/>
                          <a:pt x="21040" y="189304"/>
                        </a:cubicBezTo>
                        <a:cubicBezTo>
                          <a:pt x="5060" y="216262"/>
                          <a:pt x="-6515" y="249044"/>
                          <a:pt x="4089" y="278915"/>
                        </a:cubicBezTo>
                        <a:cubicBezTo>
                          <a:pt x="10063" y="295568"/>
                          <a:pt x="22832" y="309905"/>
                          <a:pt x="24699" y="327529"/>
                        </a:cubicBezTo>
                        <a:cubicBezTo>
                          <a:pt x="26566" y="345152"/>
                          <a:pt x="18128" y="360162"/>
                          <a:pt x="11930" y="375770"/>
                        </a:cubicBezTo>
                        <a:cubicBezTo>
                          <a:pt x="3193" y="398172"/>
                          <a:pt x="-1288" y="423712"/>
                          <a:pt x="9540" y="444920"/>
                        </a:cubicBezTo>
                        <a:cubicBezTo>
                          <a:pt x="14042" y="453132"/>
                          <a:pt x="19672" y="460673"/>
                          <a:pt x="26268" y="467322"/>
                        </a:cubicBezTo>
                        <a:cubicBezTo>
                          <a:pt x="38888" y="481212"/>
                          <a:pt x="52329" y="495251"/>
                          <a:pt x="69804" y="501972"/>
                        </a:cubicBezTo>
                        <a:cubicBezTo>
                          <a:pt x="92206" y="510709"/>
                          <a:pt x="118119" y="505556"/>
                          <a:pt x="141045" y="497491"/>
                        </a:cubicBezTo>
                        <a:cubicBezTo>
                          <a:pt x="163970" y="489426"/>
                          <a:pt x="186298" y="478598"/>
                          <a:pt x="210493" y="476059"/>
                        </a:cubicBezTo>
                        <a:cubicBezTo>
                          <a:pt x="234688" y="473520"/>
                          <a:pt x="257539" y="478972"/>
                          <a:pt x="281137" y="478524"/>
                        </a:cubicBezTo>
                        <a:cubicBezTo>
                          <a:pt x="304734" y="478076"/>
                          <a:pt x="330796" y="469712"/>
                          <a:pt x="341475" y="448653"/>
                        </a:cubicBezTo>
                        <a:cubicBezTo>
                          <a:pt x="352154" y="427595"/>
                          <a:pt x="343342" y="400562"/>
                          <a:pt x="345209" y="376516"/>
                        </a:cubicBezTo>
                        <a:close/>
                      </a:path>
                    </a:pathLst>
                  </a:custGeom>
                  <a:solidFill>
                    <a:srgbClr val="263238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390" name="Freeform: Shape 389">
                    <a:extLst>
                      <a:ext uri="{FF2B5EF4-FFF2-40B4-BE49-F238E27FC236}">
                        <a16:creationId xmlns:a16="http://schemas.microsoft.com/office/drawing/2014/main" id="{34D3D393-8851-4FEA-FFCA-BEFA32EF889D}"/>
                      </a:ext>
                    </a:extLst>
                  </p:cNvPr>
                  <p:cNvSpPr/>
                  <p:nvPr/>
                </p:nvSpPr>
                <p:spPr>
                  <a:xfrm>
                    <a:off x="6300216" y="1670516"/>
                    <a:ext cx="67321" cy="71967"/>
                  </a:xfrm>
                  <a:custGeom>
                    <a:avLst/>
                    <a:gdLst>
                      <a:gd name="csX0" fmla="*/ 62141 w 67321"/>
                      <a:gd name="csY0" fmla="*/ 2023 h 71967"/>
                      <a:gd name="csX1" fmla="*/ 1056 w 67321"/>
                      <a:gd name="csY1" fmla="*/ 64676 h 71967"/>
                      <a:gd name="csX2" fmla="*/ 62141 w 67321"/>
                      <a:gd name="csY2" fmla="*/ 2023 h 7196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67321" h="71967">
                        <a:moveTo>
                          <a:pt x="62141" y="2023"/>
                        </a:moveTo>
                        <a:cubicBezTo>
                          <a:pt x="38394" y="-9851"/>
                          <a:pt x="-7532" y="33088"/>
                          <a:pt x="1056" y="64676"/>
                        </a:cubicBezTo>
                        <a:cubicBezTo>
                          <a:pt x="9643" y="96264"/>
                          <a:pt x="87904" y="15838"/>
                          <a:pt x="62141" y="2023"/>
                        </a:cubicBezTo>
                        <a:close/>
                      </a:path>
                    </a:pathLst>
                  </a:custGeom>
                  <a:solidFill>
                    <a:srgbClr val="30261C"/>
                  </a:solidFill>
                  <a:ln w="7449" cap="flat">
                    <a:noFill/>
                    <a:prstDash val="solid"/>
                    <a:miter/>
                  </a:ln>
                </p:spPr>
              </p:sp>
            </p:grpSp>
            <p:grpSp>
              <p:nvGrpSpPr>
                <p:cNvPr id="391" name="Graphic 4">
                  <a:extLst>
                    <a:ext uri="{FF2B5EF4-FFF2-40B4-BE49-F238E27FC236}">
                      <a16:creationId xmlns:a16="http://schemas.microsoft.com/office/drawing/2014/main" id="{E36BD7C1-7872-F9AC-128E-1A0B2AB93CC3}"/>
                    </a:ext>
                  </a:extLst>
                </p:cNvPr>
                <p:cNvGrpSpPr/>
                <p:nvPr/>
              </p:nvGrpSpPr>
              <p:grpSpPr>
                <a:xfrm>
                  <a:off x="5675936" y="2051071"/>
                  <a:ext cx="675368" cy="700005"/>
                  <a:chOff x="5675936" y="2051071"/>
                  <a:chExt cx="675368" cy="700005"/>
                </a:xfrm>
              </p:grpSpPr>
              <p:sp>
                <p:nvSpPr>
                  <p:cNvPr id="392" name="Freeform: Shape 391">
                    <a:extLst>
                      <a:ext uri="{FF2B5EF4-FFF2-40B4-BE49-F238E27FC236}">
                        <a16:creationId xmlns:a16="http://schemas.microsoft.com/office/drawing/2014/main" id="{01603B2B-257B-98E2-5281-DABAD01DE63B}"/>
                      </a:ext>
                    </a:extLst>
                  </p:cNvPr>
                  <p:cNvSpPr/>
                  <p:nvPr/>
                </p:nvSpPr>
                <p:spPr>
                  <a:xfrm>
                    <a:off x="5702963" y="2678455"/>
                    <a:ext cx="146351" cy="66212"/>
                  </a:xfrm>
                  <a:custGeom>
                    <a:avLst/>
                    <a:gdLst>
                      <a:gd name="csX0" fmla="*/ 10309 w 146351"/>
                      <a:gd name="csY0" fmla="*/ 65535 h 66212"/>
                      <a:gd name="csX1" fmla="*/ 32712 w 146351"/>
                      <a:gd name="csY1" fmla="*/ 62772 h 66212"/>
                      <a:gd name="csX2" fmla="*/ 40926 w 146351"/>
                      <a:gd name="csY2" fmla="*/ 57769 h 66212"/>
                      <a:gd name="csX3" fmla="*/ 42495 w 146351"/>
                      <a:gd name="csY3" fmla="*/ 57096 h 66212"/>
                      <a:gd name="csX4" fmla="*/ 44362 w 146351"/>
                      <a:gd name="csY4" fmla="*/ 57694 h 66212"/>
                      <a:gd name="csX5" fmla="*/ 73411 w 146351"/>
                      <a:gd name="csY5" fmla="*/ 59486 h 66212"/>
                      <a:gd name="csX6" fmla="*/ 110748 w 146351"/>
                      <a:gd name="csY6" fmla="*/ 49479 h 66212"/>
                      <a:gd name="csX7" fmla="*/ 130836 w 146351"/>
                      <a:gd name="csY7" fmla="*/ 42012 h 66212"/>
                      <a:gd name="csX8" fmla="*/ 145174 w 146351"/>
                      <a:gd name="csY8" fmla="*/ 27077 h 66212"/>
                      <a:gd name="csX9" fmla="*/ 145174 w 146351"/>
                      <a:gd name="csY9" fmla="*/ 14979 h 66212"/>
                      <a:gd name="csX10" fmla="*/ 140245 w 146351"/>
                      <a:gd name="csY10" fmla="*/ 9005 h 66212"/>
                      <a:gd name="csX11" fmla="*/ 117843 w 146351"/>
                      <a:gd name="csY11" fmla="*/ 1015 h 66212"/>
                      <a:gd name="csX12" fmla="*/ 50261 w 146351"/>
                      <a:gd name="csY12" fmla="*/ 11619 h 66212"/>
                      <a:gd name="csX13" fmla="*/ 27410 w 146351"/>
                      <a:gd name="csY13" fmla="*/ 23642 h 66212"/>
                      <a:gd name="csX14" fmla="*/ 13296 w 146351"/>
                      <a:gd name="csY14" fmla="*/ 41788 h 66212"/>
                      <a:gd name="csX15" fmla="*/ 5829 w 146351"/>
                      <a:gd name="csY15" fmla="*/ 52466 h 66212"/>
                      <a:gd name="csX16" fmla="*/ 4 w 146351"/>
                      <a:gd name="csY16" fmla="*/ 59262 h 66212"/>
                      <a:gd name="csX17" fmla="*/ 4410 w 146351"/>
                      <a:gd name="csY17" fmla="*/ 63668 h 66212"/>
                      <a:gd name="csX18" fmla="*/ 10309 w 146351"/>
                      <a:gd name="csY18" fmla="*/ 65535 h 6621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</a:cxnLst>
                    <a:rect l="l" t="t" r="r" b="b"/>
                    <a:pathLst>
                      <a:path w="146351" h="66212">
                        <a:moveTo>
                          <a:pt x="10309" y="65535"/>
                        </a:moveTo>
                        <a:cubicBezTo>
                          <a:pt x="17881" y="67018"/>
                          <a:pt x="25728" y="66051"/>
                          <a:pt x="32712" y="62772"/>
                        </a:cubicBezTo>
                        <a:cubicBezTo>
                          <a:pt x="35585" y="61337"/>
                          <a:pt x="38333" y="59663"/>
                          <a:pt x="40926" y="57769"/>
                        </a:cubicBezTo>
                        <a:cubicBezTo>
                          <a:pt x="41373" y="57397"/>
                          <a:pt x="41918" y="57163"/>
                          <a:pt x="42495" y="57096"/>
                        </a:cubicBezTo>
                        <a:cubicBezTo>
                          <a:pt x="43162" y="57110"/>
                          <a:pt x="43811" y="57318"/>
                          <a:pt x="44362" y="57694"/>
                        </a:cubicBezTo>
                        <a:cubicBezTo>
                          <a:pt x="53404" y="62196"/>
                          <a:pt x="63884" y="62842"/>
                          <a:pt x="73411" y="59486"/>
                        </a:cubicBezTo>
                        <a:lnTo>
                          <a:pt x="110748" y="49479"/>
                        </a:lnTo>
                        <a:cubicBezTo>
                          <a:pt x="117716" y="47793"/>
                          <a:pt x="124459" y="45286"/>
                          <a:pt x="130836" y="42012"/>
                        </a:cubicBezTo>
                        <a:cubicBezTo>
                          <a:pt x="137205" y="38849"/>
                          <a:pt x="142274" y="33569"/>
                          <a:pt x="145174" y="27077"/>
                        </a:cubicBezTo>
                        <a:cubicBezTo>
                          <a:pt x="146744" y="23197"/>
                          <a:pt x="146744" y="18859"/>
                          <a:pt x="145174" y="14979"/>
                        </a:cubicBezTo>
                        <a:cubicBezTo>
                          <a:pt x="144026" y="12627"/>
                          <a:pt x="142337" y="10579"/>
                          <a:pt x="140245" y="9005"/>
                        </a:cubicBezTo>
                        <a:cubicBezTo>
                          <a:pt x="133634" y="4372"/>
                          <a:pt x="125894" y="1611"/>
                          <a:pt x="117843" y="1015"/>
                        </a:cubicBezTo>
                        <a:cubicBezTo>
                          <a:pt x="94765" y="-1984"/>
                          <a:pt x="71311" y="1696"/>
                          <a:pt x="50261" y="11619"/>
                        </a:cubicBezTo>
                        <a:cubicBezTo>
                          <a:pt x="42420" y="15278"/>
                          <a:pt x="34878" y="19534"/>
                          <a:pt x="27410" y="23642"/>
                        </a:cubicBezTo>
                        <a:cubicBezTo>
                          <a:pt x="21277" y="28430"/>
                          <a:pt x="16428" y="34665"/>
                          <a:pt x="13296" y="41788"/>
                        </a:cubicBezTo>
                        <a:cubicBezTo>
                          <a:pt x="11134" y="45565"/>
                          <a:pt x="8635" y="49139"/>
                          <a:pt x="5829" y="52466"/>
                        </a:cubicBezTo>
                        <a:cubicBezTo>
                          <a:pt x="4036" y="54483"/>
                          <a:pt x="-145" y="56126"/>
                          <a:pt x="4" y="59262"/>
                        </a:cubicBezTo>
                        <a:cubicBezTo>
                          <a:pt x="153" y="62398"/>
                          <a:pt x="2319" y="62846"/>
                          <a:pt x="4410" y="63668"/>
                        </a:cubicBezTo>
                        <a:cubicBezTo>
                          <a:pt x="6310" y="64482"/>
                          <a:pt x="8286" y="65107"/>
                          <a:pt x="10309" y="65535"/>
                        </a:cubicBezTo>
                        <a:close/>
                      </a:path>
                    </a:pathLst>
                  </a:custGeom>
                  <a:solidFill>
                    <a:srgbClr val="F28F8F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393" name="Freeform: Shape 392">
                    <a:extLst>
                      <a:ext uri="{FF2B5EF4-FFF2-40B4-BE49-F238E27FC236}">
                        <a16:creationId xmlns:a16="http://schemas.microsoft.com/office/drawing/2014/main" id="{D8070550-4A2D-E336-E7E9-4373830256A1}"/>
                      </a:ext>
                    </a:extLst>
                  </p:cNvPr>
                  <p:cNvSpPr/>
                  <p:nvPr/>
                </p:nvSpPr>
                <p:spPr>
                  <a:xfrm>
                    <a:off x="5675936" y="2052341"/>
                    <a:ext cx="675368" cy="698735"/>
                  </a:xfrm>
                  <a:custGeom>
                    <a:avLst/>
                    <a:gdLst>
                      <a:gd name="csX0" fmla="*/ 146812 w 675368"/>
                      <a:gd name="csY0" fmla="*/ 689259 h 698735"/>
                      <a:gd name="csX1" fmla="*/ 195874 w 675368"/>
                      <a:gd name="csY1" fmla="*/ 682987 h 698735"/>
                      <a:gd name="csX2" fmla="*/ 219696 w 675368"/>
                      <a:gd name="csY2" fmla="*/ 678879 h 698735"/>
                      <a:gd name="csX3" fmla="*/ 224923 w 675368"/>
                      <a:gd name="csY3" fmla="*/ 677834 h 698735"/>
                      <a:gd name="csX4" fmla="*/ 229030 w 675368"/>
                      <a:gd name="csY4" fmla="*/ 678581 h 698735"/>
                      <a:gd name="csX5" fmla="*/ 264277 w 675368"/>
                      <a:gd name="csY5" fmla="*/ 676564 h 698735"/>
                      <a:gd name="csX6" fmla="*/ 289966 w 675368"/>
                      <a:gd name="csY6" fmla="*/ 660808 h 698735"/>
                      <a:gd name="csX7" fmla="*/ 317820 w 675368"/>
                      <a:gd name="csY7" fmla="*/ 629519 h 698735"/>
                      <a:gd name="csX8" fmla="*/ 422366 w 675368"/>
                      <a:gd name="csY8" fmla="*/ 542222 h 698735"/>
                      <a:gd name="csX9" fmla="*/ 451415 w 675368"/>
                      <a:gd name="csY9" fmla="*/ 514443 h 698735"/>
                      <a:gd name="csX10" fmla="*/ 541026 w 675368"/>
                      <a:gd name="csY10" fmla="*/ 419903 h 698735"/>
                      <a:gd name="csX11" fmla="*/ 638927 w 675368"/>
                      <a:gd name="csY11" fmla="*/ 221116 h 698735"/>
                      <a:gd name="csX12" fmla="*/ 675369 w 675368"/>
                      <a:gd name="csY12" fmla="*/ 0 h 698735"/>
                      <a:gd name="csX13" fmla="*/ 508094 w 675368"/>
                      <a:gd name="csY13" fmla="*/ 130384 h 698735"/>
                      <a:gd name="csX14" fmla="*/ 415048 w 675368"/>
                      <a:gd name="csY14" fmla="*/ 359416 h 698735"/>
                      <a:gd name="csX15" fmla="*/ 227985 w 675368"/>
                      <a:gd name="csY15" fmla="*/ 584190 h 698735"/>
                      <a:gd name="csX16" fmla="*/ 141585 w 675368"/>
                      <a:gd name="csY16" fmla="*/ 599798 h 698735"/>
                      <a:gd name="csX17" fmla="*/ 89311 w 675368"/>
                      <a:gd name="csY17" fmla="*/ 608161 h 698735"/>
                      <a:gd name="csX18" fmla="*/ 61382 w 675368"/>
                      <a:gd name="csY18" fmla="*/ 619661 h 698735"/>
                      <a:gd name="csX19" fmla="*/ 31512 w 675368"/>
                      <a:gd name="csY19" fmla="*/ 644977 h 698735"/>
                      <a:gd name="csX20" fmla="*/ 3957 w 675368"/>
                      <a:gd name="csY20" fmla="*/ 663496 h 698735"/>
                      <a:gd name="csX21" fmla="*/ 970 w 675368"/>
                      <a:gd name="csY21" fmla="*/ 666633 h 698735"/>
                      <a:gd name="csX22" fmla="*/ 27405 w 675368"/>
                      <a:gd name="csY22" fmla="*/ 679327 h 698735"/>
                      <a:gd name="csX23" fmla="*/ 49808 w 675368"/>
                      <a:gd name="csY23" fmla="*/ 671486 h 698735"/>
                      <a:gd name="csX24" fmla="*/ 79678 w 675368"/>
                      <a:gd name="csY24" fmla="*/ 654236 h 698735"/>
                      <a:gd name="csX25" fmla="*/ 113282 w 675368"/>
                      <a:gd name="csY25" fmla="*/ 644454 h 698735"/>
                      <a:gd name="csX26" fmla="*/ 139344 w 675368"/>
                      <a:gd name="csY26" fmla="*/ 646395 h 698735"/>
                      <a:gd name="csX27" fmla="*/ 142481 w 675368"/>
                      <a:gd name="csY27" fmla="*/ 648860 h 698735"/>
                      <a:gd name="csX28" fmla="*/ 141361 w 675368"/>
                      <a:gd name="csY28" fmla="*/ 649980 h 698735"/>
                      <a:gd name="csX29" fmla="*/ 96107 w 675368"/>
                      <a:gd name="csY29" fmla="*/ 674324 h 698735"/>
                      <a:gd name="csX30" fmla="*/ 89461 w 675368"/>
                      <a:gd name="csY30" fmla="*/ 678879 h 698735"/>
                      <a:gd name="csX31" fmla="*/ 94240 w 675368"/>
                      <a:gd name="csY31" fmla="*/ 692993 h 698735"/>
                      <a:gd name="csX32" fmla="*/ 146812 w 675368"/>
                      <a:gd name="csY32" fmla="*/ 689259 h 69873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</a:cxnLst>
                    <a:rect l="l" t="t" r="r" b="b"/>
                    <a:pathLst>
                      <a:path w="675368" h="698735">
                        <a:moveTo>
                          <a:pt x="146812" y="689259"/>
                        </a:moveTo>
                        <a:cubicBezTo>
                          <a:pt x="163091" y="683360"/>
                          <a:pt x="178997" y="684480"/>
                          <a:pt x="195874" y="682987"/>
                        </a:cubicBezTo>
                        <a:cubicBezTo>
                          <a:pt x="203940" y="682487"/>
                          <a:pt x="211928" y="681110"/>
                          <a:pt x="219696" y="678879"/>
                        </a:cubicBezTo>
                        <a:cubicBezTo>
                          <a:pt x="221377" y="678274"/>
                          <a:pt x="223138" y="677922"/>
                          <a:pt x="224923" y="677834"/>
                        </a:cubicBezTo>
                        <a:cubicBezTo>
                          <a:pt x="226315" y="677931"/>
                          <a:pt x="227693" y="678181"/>
                          <a:pt x="229030" y="678581"/>
                        </a:cubicBezTo>
                        <a:cubicBezTo>
                          <a:pt x="240775" y="680678"/>
                          <a:pt x="252848" y="679988"/>
                          <a:pt x="264277" y="676564"/>
                        </a:cubicBezTo>
                        <a:cubicBezTo>
                          <a:pt x="273822" y="673113"/>
                          <a:pt x="282563" y="667751"/>
                          <a:pt x="289966" y="660808"/>
                        </a:cubicBezTo>
                        <a:cubicBezTo>
                          <a:pt x="299748" y="652668"/>
                          <a:pt x="307888" y="637509"/>
                          <a:pt x="317820" y="629519"/>
                        </a:cubicBezTo>
                        <a:cubicBezTo>
                          <a:pt x="353888" y="600096"/>
                          <a:pt x="388538" y="574109"/>
                          <a:pt x="422366" y="542222"/>
                        </a:cubicBezTo>
                        <a:cubicBezTo>
                          <a:pt x="432323" y="533112"/>
                          <a:pt x="442006" y="523852"/>
                          <a:pt x="451415" y="514443"/>
                        </a:cubicBezTo>
                        <a:cubicBezTo>
                          <a:pt x="515039" y="452462"/>
                          <a:pt x="532961" y="434913"/>
                          <a:pt x="541026" y="419903"/>
                        </a:cubicBezTo>
                        <a:cubicBezTo>
                          <a:pt x="592852" y="326334"/>
                          <a:pt x="638927" y="221116"/>
                          <a:pt x="638927" y="221116"/>
                        </a:cubicBezTo>
                        <a:lnTo>
                          <a:pt x="675369" y="0"/>
                        </a:lnTo>
                        <a:cubicBezTo>
                          <a:pt x="601215" y="9036"/>
                          <a:pt x="555887" y="8886"/>
                          <a:pt x="508094" y="130384"/>
                        </a:cubicBezTo>
                        <a:cubicBezTo>
                          <a:pt x="479643" y="203044"/>
                          <a:pt x="459928" y="260470"/>
                          <a:pt x="415048" y="359416"/>
                        </a:cubicBezTo>
                        <a:cubicBezTo>
                          <a:pt x="312518" y="486365"/>
                          <a:pt x="237842" y="578291"/>
                          <a:pt x="227985" y="584190"/>
                        </a:cubicBezTo>
                        <a:cubicBezTo>
                          <a:pt x="212527" y="593525"/>
                          <a:pt x="174666" y="593226"/>
                          <a:pt x="141585" y="599798"/>
                        </a:cubicBezTo>
                        <a:cubicBezTo>
                          <a:pt x="124185" y="603233"/>
                          <a:pt x="107159" y="606220"/>
                          <a:pt x="89311" y="608161"/>
                        </a:cubicBezTo>
                        <a:cubicBezTo>
                          <a:pt x="78841" y="608119"/>
                          <a:pt x="68787" y="612259"/>
                          <a:pt x="61382" y="619661"/>
                        </a:cubicBezTo>
                        <a:lnTo>
                          <a:pt x="31512" y="644977"/>
                        </a:lnTo>
                        <a:cubicBezTo>
                          <a:pt x="22924" y="652444"/>
                          <a:pt x="12843" y="656701"/>
                          <a:pt x="3957" y="663496"/>
                        </a:cubicBezTo>
                        <a:cubicBezTo>
                          <a:pt x="2742" y="664309"/>
                          <a:pt x="1722" y="665380"/>
                          <a:pt x="970" y="666633"/>
                        </a:cubicBezTo>
                        <a:cubicBezTo>
                          <a:pt x="-5378" y="679551"/>
                          <a:pt x="21282" y="680373"/>
                          <a:pt x="27405" y="679327"/>
                        </a:cubicBezTo>
                        <a:cubicBezTo>
                          <a:pt x="35163" y="677631"/>
                          <a:pt x="42686" y="674998"/>
                          <a:pt x="49808" y="671486"/>
                        </a:cubicBezTo>
                        <a:cubicBezTo>
                          <a:pt x="60295" y="666708"/>
                          <a:pt x="70298" y="660931"/>
                          <a:pt x="79678" y="654236"/>
                        </a:cubicBezTo>
                        <a:cubicBezTo>
                          <a:pt x="89404" y="647172"/>
                          <a:pt x="101285" y="643713"/>
                          <a:pt x="113282" y="644454"/>
                        </a:cubicBezTo>
                        <a:lnTo>
                          <a:pt x="139344" y="646395"/>
                        </a:lnTo>
                        <a:cubicBezTo>
                          <a:pt x="140912" y="646395"/>
                          <a:pt x="143003" y="647366"/>
                          <a:pt x="142481" y="648860"/>
                        </a:cubicBezTo>
                        <a:cubicBezTo>
                          <a:pt x="141958" y="650353"/>
                          <a:pt x="141809" y="649681"/>
                          <a:pt x="141361" y="649980"/>
                        </a:cubicBezTo>
                        <a:cubicBezTo>
                          <a:pt x="126935" y="659264"/>
                          <a:pt x="111804" y="667403"/>
                          <a:pt x="96107" y="674324"/>
                        </a:cubicBezTo>
                        <a:cubicBezTo>
                          <a:pt x="93503" y="675180"/>
                          <a:pt x="91198" y="676760"/>
                          <a:pt x="89461" y="678879"/>
                        </a:cubicBezTo>
                        <a:cubicBezTo>
                          <a:pt x="86474" y="683435"/>
                          <a:pt x="89909" y="689633"/>
                          <a:pt x="94240" y="692993"/>
                        </a:cubicBezTo>
                        <a:cubicBezTo>
                          <a:pt x="110146" y="705091"/>
                          <a:pt x="130234" y="695233"/>
                          <a:pt x="146812" y="689259"/>
                        </a:cubicBezTo>
                        <a:close/>
                      </a:path>
                    </a:pathLst>
                  </a:custGeom>
                  <a:solidFill>
                    <a:srgbClr val="FFA8A7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394" name="Freeform: Shape 393">
                    <a:extLst>
                      <a:ext uri="{FF2B5EF4-FFF2-40B4-BE49-F238E27FC236}">
                        <a16:creationId xmlns:a16="http://schemas.microsoft.com/office/drawing/2014/main" id="{9946D736-AEDD-93B1-828C-BC0DB7780700}"/>
                      </a:ext>
                    </a:extLst>
                  </p:cNvPr>
                  <p:cNvSpPr/>
                  <p:nvPr/>
                </p:nvSpPr>
                <p:spPr>
                  <a:xfrm>
                    <a:off x="6006002" y="2051071"/>
                    <a:ext cx="339999" cy="549391"/>
                  </a:xfrm>
                  <a:custGeom>
                    <a:avLst/>
                    <a:gdLst>
                      <a:gd name="csX0" fmla="*/ 340000 w 339999"/>
                      <a:gd name="csY0" fmla="*/ 0 h 549391"/>
                      <a:gd name="csX1" fmla="*/ 247028 w 339999"/>
                      <a:gd name="csY1" fmla="*/ 23598 h 549391"/>
                      <a:gd name="csX2" fmla="*/ 179820 w 339999"/>
                      <a:gd name="csY2" fmla="*/ 120676 h 549391"/>
                      <a:gd name="csX3" fmla="*/ 85728 w 339999"/>
                      <a:gd name="csY3" fmla="*/ 355532 h 549391"/>
                      <a:gd name="csX4" fmla="*/ 0 w 339999"/>
                      <a:gd name="csY4" fmla="*/ 459481 h 549391"/>
                      <a:gd name="csX5" fmla="*/ 51377 w 339999"/>
                      <a:gd name="csY5" fmla="*/ 493384 h 549391"/>
                      <a:gd name="csX6" fmla="*/ 92748 w 339999"/>
                      <a:gd name="csY6" fmla="*/ 462618 h 549391"/>
                      <a:gd name="csX7" fmla="*/ 67656 w 339999"/>
                      <a:gd name="csY7" fmla="*/ 513547 h 549391"/>
                      <a:gd name="csX8" fmla="*/ 92225 w 339999"/>
                      <a:gd name="csY8" fmla="*/ 549391 h 549391"/>
                      <a:gd name="csX9" fmla="*/ 195427 w 339999"/>
                      <a:gd name="csY9" fmla="*/ 445890 h 549391"/>
                      <a:gd name="csX10" fmla="*/ 226866 w 339999"/>
                      <a:gd name="csY10" fmla="*/ 403026 h 549391"/>
                      <a:gd name="csX11" fmla="*/ 312071 w 339999"/>
                      <a:gd name="csY11" fmla="*/ 224551 h 54939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</a:cxnLst>
                    <a:rect l="l" t="t" r="r" b="b"/>
                    <a:pathLst>
                      <a:path w="339999" h="549391">
                        <a:moveTo>
                          <a:pt x="340000" y="0"/>
                        </a:moveTo>
                        <a:cubicBezTo>
                          <a:pt x="312743" y="2987"/>
                          <a:pt x="271298" y="4406"/>
                          <a:pt x="247028" y="23598"/>
                        </a:cubicBezTo>
                        <a:cubicBezTo>
                          <a:pt x="222758" y="42789"/>
                          <a:pt x="207450" y="56306"/>
                          <a:pt x="179820" y="120676"/>
                        </a:cubicBezTo>
                        <a:cubicBezTo>
                          <a:pt x="152190" y="185047"/>
                          <a:pt x="85728" y="355532"/>
                          <a:pt x="85728" y="355532"/>
                        </a:cubicBezTo>
                        <a:lnTo>
                          <a:pt x="0" y="459481"/>
                        </a:lnTo>
                        <a:cubicBezTo>
                          <a:pt x="17821" y="469692"/>
                          <a:pt x="34981" y="481015"/>
                          <a:pt x="51377" y="493384"/>
                        </a:cubicBezTo>
                        <a:lnTo>
                          <a:pt x="92748" y="462618"/>
                        </a:lnTo>
                        <a:lnTo>
                          <a:pt x="67656" y="513547"/>
                        </a:lnTo>
                        <a:cubicBezTo>
                          <a:pt x="67656" y="513547"/>
                          <a:pt x="88118" y="534680"/>
                          <a:pt x="92225" y="549391"/>
                        </a:cubicBezTo>
                        <a:cubicBezTo>
                          <a:pt x="92225" y="549391"/>
                          <a:pt x="185869" y="456270"/>
                          <a:pt x="195427" y="445890"/>
                        </a:cubicBezTo>
                        <a:cubicBezTo>
                          <a:pt x="207748" y="433048"/>
                          <a:pt x="218319" y="418636"/>
                          <a:pt x="226866" y="403026"/>
                        </a:cubicBezTo>
                        <a:cubicBezTo>
                          <a:pt x="237619" y="383386"/>
                          <a:pt x="312071" y="224551"/>
                          <a:pt x="312071" y="224551"/>
                        </a:cubicBezTo>
                        <a:close/>
                      </a:path>
                    </a:pathLst>
                  </a:custGeom>
                  <a:solidFill>
                    <a:srgbClr val="30261C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395" name="Freeform: Shape 394">
                    <a:extLst>
                      <a:ext uri="{FF2B5EF4-FFF2-40B4-BE49-F238E27FC236}">
                        <a16:creationId xmlns:a16="http://schemas.microsoft.com/office/drawing/2014/main" id="{302A3BFF-72C0-C443-B3E0-8D2901F6EA12}"/>
                      </a:ext>
                    </a:extLst>
                  </p:cNvPr>
                  <p:cNvSpPr/>
                  <p:nvPr/>
                </p:nvSpPr>
                <p:spPr>
                  <a:xfrm>
                    <a:off x="6006002" y="2051071"/>
                    <a:ext cx="339999" cy="549391"/>
                  </a:xfrm>
                  <a:custGeom>
                    <a:avLst/>
                    <a:gdLst>
                      <a:gd name="csX0" fmla="*/ 340000 w 339999"/>
                      <a:gd name="csY0" fmla="*/ 0 h 549391"/>
                      <a:gd name="csX1" fmla="*/ 247028 w 339999"/>
                      <a:gd name="csY1" fmla="*/ 23598 h 549391"/>
                      <a:gd name="csX2" fmla="*/ 179820 w 339999"/>
                      <a:gd name="csY2" fmla="*/ 120676 h 549391"/>
                      <a:gd name="csX3" fmla="*/ 85728 w 339999"/>
                      <a:gd name="csY3" fmla="*/ 355532 h 549391"/>
                      <a:gd name="csX4" fmla="*/ 0 w 339999"/>
                      <a:gd name="csY4" fmla="*/ 459481 h 549391"/>
                      <a:gd name="csX5" fmla="*/ 51377 w 339999"/>
                      <a:gd name="csY5" fmla="*/ 493384 h 549391"/>
                      <a:gd name="csX6" fmla="*/ 92748 w 339999"/>
                      <a:gd name="csY6" fmla="*/ 462618 h 549391"/>
                      <a:gd name="csX7" fmla="*/ 67656 w 339999"/>
                      <a:gd name="csY7" fmla="*/ 513547 h 549391"/>
                      <a:gd name="csX8" fmla="*/ 92225 w 339999"/>
                      <a:gd name="csY8" fmla="*/ 549391 h 549391"/>
                      <a:gd name="csX9" fmla="*/ 195427 w 339999"/>
                      <a:gd name="csY9" fmla="*/ 445890 h 549391"/>
                      <a:gd name="csX10" fmla="*/ 226866 w 339999"/>
                      <a:gd name="csY10" fmla="*/ 403026 h 549391"/>
                      <a:gd name="csX11" fmla="*/ 312071 w 339999"/>
                      <a:gd name="csY11" fmla="*/ 224551 h 54939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</a:cxnLst>
                    <a:rect l="l" t="t" r="r" b="b"/>
                    <a:pathLst>
                      <a:path w="339999" h="549391">
                        <a:moveTo>
                          <a:pt x="340000" y="0"/>
                        </a:moveTo>
                        <a:cubicBezTo>
                          <a:pt x="312743" y="2987"/>
                          <a:pt x="271298" y="4406"/>
                          <a:pt x="247028" y="23598"/>
                        </a:cubicBezTo>
                        <a:cubicBezTo>
                          <a:pt x="222758" y="42789"/>
                          <a:pt x="207450" y="56306"/>
                          <a:pt x="179820" y="120676"/>
                        </a:cubicBezTo>
                        <a:cubicBezTo>
                          <a:pt x="152190" y="185047"/>
                          <a:pt x="85728" y="355532"/>
                          <a:pt x="85728" y="355532"/>
                        </a:cubicBezTo>
                        <a:lnTo>
                          <a:pt x="0" y="459481"/>
                        </a:lnTo>
                        <a:cubicBezTo>
                          <a:pt x="17821" y="469692"/>
                          <a:pt x="34981" y="481015"/>
                          <a:pt x="51377" y="493384"/>
                        </a:cubicBezTo>
                        <a:lnTo>
                          <a:pt x="92748" y="462618"/>
                        </a:lnTo>
                        <a:lnTo>
                          <a:pt x="67656" y="513547"/>
                        </a:lnTo>
                        <a:cubicBezTo>
                          <a:pt x="67656" y="513547"/>
                          <a:pt x="88118" y="534680"/>
                          <a:pt x="92225" y="549391"/>
                        </a:cubicBezTo>
                        <a:cubicBezTo>
                          <a:pt x="92225" y="549391"/>
                          <a:pt x="185869" y="456270"/>
                          <a:pt x="195427" y="445890"/>
                        </a:cubicBezTo>
                        <a:cubicBezTo>
                          <a:pt x="207748" y="433048"/>
                          <a:pt x="218319" y="418636"/>
                          <a:pt x="226866" y="403026"/>
                        </a:cubicBezTo>
                        <a:cubicBezTo>
                          <a:pt x="237619" y="383386"/>
                          <a:pt x="312071" y="224551"/>
                          <a:pt x="312071" y="224551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30000"/>
                    </a:srgbClr>
                  </a:solidFill>
                  <a:ln w="7449" cap="flat">
                    <a:noFill/>
                    <a:prstDash val="solid"/>
                    <a:miter/>
                  </a:ln>
                </p:spPr>
              </p:sp>
            </p:grpSp>
            <p:grpSp>
              <p:nvGrpSpPr>
                <p:cNvPr id="396" name="Graphic 4">
                  <a:extLst>
                    <a:ext uri="{FF2B5EF4-FFF2-40B4-BE49-F238E27FC236}">
                      <a16:creationId xmlns:a16="http://schemas.microsoft.com/office/drawing/2014/main" id="{86D62B35-5EB2-5C4F-ABAD-86A53E7B29F3}"/>
                    </a:ext>
                  </a:extLst>
                </p:cNvPr>
                <p:cNvGrpSpPr/>
                <p:nvPr/>
              </p:nvGrpSpPr>
              <p:grpSpPr>
                <a:xfrm>
                  <a:off x="6136984" y="2029938"/>
                  <a:ext cx="617421" cy="713529"/>
                  <a:chOff x="6136984" y="2029938"/>
                  <a:chExt cx="617421" cy="713529"/>
                </a:xfrm>
              </p:grpSpPr>
              <p:sp>
                <p:nvSpPr>
                  <p:cNvPr id="397" name="Freeform: Shape 396">
                    <a:extLst>
                      <a:ext uri="{FF2B5EF4-FFF2-40B4-BE49-F238E27FC236}">
                        <a16:creationId xmlns:a16="http://schemas.microsoft.com/office/drawing/2014/main" id="{9A87C976-BB45-ECDD-35C0-CEC7DBAA5A19}"/>
                      </a:ext>
                    </a:extLst>
                  </p:cNvPr>
                  <p:cNvSpPr/>
                  <p:nvPr/>
                </p:nvSpPr>
                <p:spPr>
                  <a:xfrm>
                    <a:off x="6136984" y="2251800"/>
                    <a:ext cx="617421" cy="431403"/>
                  </a:xfrm>
                  <a:custGeom>
                    <a:avLst/>
                    <a:gdLst>
                      <a:gd name="csX0" fmla="*/ 617421 w 617421"/>
                      <a:gd name="csY0" fmla="*/ 392721 h 431403"/>
                      <a:gd name="csX1" fmla="*/ 585385 w 617421"/>
                      <a:gd name="csY1" fmla="*/ 410793 h 431403"/>
                      <a:gd name="csX2" fmla="*/ 562534 w 617421"/>
                      <a:gd name="csY2" fmla="*/ 344032 h 431403"/>
                      <a:gd name="csX3" fmla="*/ 530125 w 617421"/>
                      <a:gd name="csY3" fmla="*/ 279288 h 431403"/>
                      <a:gd name="csX4" fmla="*/ 72137 w 617421"/>
                      <a:gd name="csY4" fmla="*/ 324094 h 431403"/>
                      <a:gd name="csX5" fmla="*/ 62803 w 617421"/>
                      <a:gd name="csY5" fmla="*/ 431403 h 431403"/>
                      <a:gd name="csX6" fmla="*/ 0 w 617421"/>
                      <a:gd name="csY6" fmla="*/ 392945 h 431403"/>
                      <a:gd name="csX7" fmla="*/ 82517 w 617421"/>
                      <a:gd name="csY7" fmla="*/ 0 h 431403"/>
                      <a:gd name="csX8" fmla="*/ 469040 w 617421"/>
                      <a:gd name="csY8" fmla="*/ 0 h 431403"/>
                      <a:gd name="csX9" fmla="*/ 487111 w 617421"/>
                      <a:gd name="csY9" fmla="*/ 148531 h 431403"/>
                      <a:gd name="csX10" fmla="*/ 617421 w 617421"/>
                      <a:gd name="csY10" fmla="*/ 392721 h 43140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</a:cxnLst>
                    <a:rect l="l" t="t" r="r" b="b"/>
                    <a:pathLst>
                      <a:path w="617421" h="431403">
                        <a:moveTo>
                          <a:pt x="617421" y="392721"/>
                        </a:moveTo>
                        <a:cubicBezTo>
                          <a:pt x="606817" y="399068"/>
                          <a:pt x="596064" y="405192"/>
                          <a:pt x="585385" y="410793"/>
                        </a:cubicBezTo>
                        <a:cubicBezTo>
                          <a:pt x="579937" y="387855"/>
                          <a:pt x="572284" y="365498"/>
                          <a:pt x="562534" y="344032"/>
                        </a:cubicBezTo>
                        <a:lnTo>
                          <a:pt x="530125" y="279288"/>
                        </a:lnTo>
                        <a:lnTo>
                          <a:pt x="72137" y="324094"/>
                        </a:lnTo>
                        <a:cubicBezTo>
                          <a:pt x="72137" y="324094"/>
                          <a:pt x="68403" y="357997"/>
                          <a:pt x="62803" y="431403"/>
                        </a:cubicBezTo>
                        <a:cubicBezTo>
                          <a:pt x="40667" y="420657"/>
                          <a:pt x="19633" y="407777"/>
                          <a:pt x="0" y="392945"/>
                        </a:cubicBezTo>
                        <a:cubicBezTo>
                          <a:pt x="80351" y="220817"/>
                          <a:pt x="82517" y="84235"/>
                          <a:pt x="82517" y="0"/>
                        </a:cubicBezTo>
                        <a:lnTo>
                          <a:pt x="469040" y="0"/>
                        </a:lnTo>
                        <a:cubicBezTo>
                          <a:pt x="469040" y="0"/>
                          <a:pt x="477180" y="71465"/>
                          <a:pt x="487111" y="148531"/>
                        </a:cubicBezTo>
                        <a:cubicBezTo>
                          <a:pt x="497043" y="225596"/>
                          <a:pt x="617421" y="392721"/>
                          <a:pt x="617421" y="392721"/>
                        </a:cubicBezTo>
                        <a:close/>
                      </a:path>
                    </a:pathLst>
                  </a:custGeom>
                  <a:solidFill>
                    <a:srgbClr val="30261C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398" name="Freeform: Shape 397">
                    <a:extLst>
                      <a:ext uri="{FF2B5EF4-FFF2-40B4-BE49-F238E27FC236}">
                        <a16:creationId xmlns:a16="http://schemas.microsoft.com/office/drawing/2014/main" id="{99406AAD-DD0E-AA0B-39DC-0865BDF8BDC0}"/>
                      </a:ext>
                    </a:extLst>
                  </p:cNvPr>
                  <p:cNvSpPr/>
                  <p:nvPr/>
                </p:nvSpPr>
                <p:spPr>
                  <a:xfrm>
                    <a:off x="6205792" y="2038096"/>
                    <a:ext cx="496058" cy="635309"/>
                  </a:xfrm>
                  <a:custGeom>
                    <a:avLst/>
                    <a:gdLst>
                      <a:gd name="csX0" fmla="*/ 446680 w 496058"/>
                      <a:gd name="csY0" fmla="*/ 429219 h 635309"/>
                      <a:gd name="csX1" fmla="*/ 428235 w 496058"/>
                      <a:gd name="csY1" fmla="*/ 286737 h 635309"/>
                      <a:gd name="csX2" fmla="*/ 447875 w 496058"/>
                      <a:gd name="csY2" fmla="*/ 195035 h 635309"/>
                      <a:gd name="csX3" fmla="*/ 393436 w 496058"/>
                      <a:gd name="csY3" fmla="*/ 280 h 635309"/>
                      <a:gd name="csX4" fmla="*/ 318760 w 496058"/>
                      <a:gd name="csY4" fmla="*/ 1699 h 635309"/>
                      <a:gd name="csX5" fmla="*/ 318760 w 496058"/>
                      <a:gd name="csY5" fmla="*/ 1699 h 635309"/>
                      <a:gd name="csX6" fmla="*/ 203386 w 496058"/>
                      <a:gd name="csY6" fmla="*/ 7299 h 635309"/>
                      <a:gd name="csX7" fmla="*/ 203386 w 496058"/>
                      <a:gd name="csY7" fmla="*/ 6926 h 635309"/>
                      <a:gd name="csX8" fmla="*/ 146483 w 496058"/>
                      <a:gd name="csY8" fmla="*/ 14394 h 635309"/>
                      <a:gd name="csX9" fmla="*/ 146483 w 496058"/>
                      <a:gd name="csY9" fmla="*/ 14394 h 635309"/>
                      <a:gd name="csX10" fmla="*/ 70985 w 496058"/>
                      <a:gd name="csY10" fmla="*/ 80631 h 635309"/>
                      <a:gd name="csX11" fmla="*/ 14306 w 496058"/>
                      <a:gd name="csY11" fmla="*/ 213555 h 635309"/>
                      <a:gd name="csX12" fmla="*/ 21326 w 496058"/>
                      <a:gd name="csY12" fmla="*/ 399647 h 635309"/>
                      <a:gd name="csX13" fmla="*/ 43 w 496058"/>
                      <a:gd name="csY13" fmla="*/ 582379 h 635309"/>
                      <a:gd name="csX14" fmla="*/ 492905 w 496058"/>
                      <a:gd name="csY14" fmla="*/ 554226 h 635309"/>
                      <a:gd name="csX15" fmla="*/ 446680 w 496058"/>
                      <a:gd name="csY15" fmla="*/ 429219 h 63530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</a:cxnLst>
                    <a:rect l="l" t="t" r="r" b="b"/>
                    <a:pathLst>
                      <a:path w="496058" h="635309">
                        <a:moveTo>
                          <a:pt x="446680" y="429219"/>
                        </a:moveTo>
                        <a:cubicBezTo>
                          <a:pt x="416810" y="367985"/>
                          <a:pt x="418079" y="335724"/>
                          <a:pt x="428235" y="286737"/>
                        </a:cubicBezTo>
                        <a:cubicBezTo>
                          <a:pt x="435703" y="251714"/>
                          <a:pt x="444664" y="221620"/>
                          <a:pt x="447875" y="195035"/>
                        </a:cubicBezTo>
                        <a:cubicBezTo>
                          <a:pt x="457658" y="114534"/>
                          <a:pt x="410014" y="-6590"/>
                          <a:pt x="393436" y="280"/>
                        </a:cubicBezTo>
                        <a:cubicBezTo>
                          <a:pt x="374842" y="8420"/>
                          <a:pt x="320254" y="1848"/>
                          <a:pt x="318760" y="1699"/>
                        </a:cubicBezTo>
                        <a:lnTo>
                          <a:pt x="318760" y="1699"/>
                        </a:lnTo>
                        <a:cubicBezTo>
                          <a:pt x="281422" y="-93"/>
                          <a:pt x="257899" y="2894"/>
                          <a:pt x="203386" y="7299"/>
                        </a:cubicBezTo>
                        <a:lnTo>
                          <a:pt x="203386" y="6926"/>
                        </a:lnTo>
                        <a:lnTo>
                          <a:pt x="146483" y="14394"/>
                        </a:lnTo>
                        <a:lnTo>
                          <a:pt x="146483" y="14394"/>
                        </a:lnTo>
                        <a:cubicBezTo>
                          <a:pt x="118626" y="33203"/>
                          <a:pt x="93259" y="55459"/>
                          <a:pt x="70985" y="80631"/>
                        </a:cubicBezTo>
                        <a:cubicBezTo>
                          <a:pt x="28644" y="126781"/>
                          <a:pt x="18712" y="162401"/>
                          <a:pt x="14306" y="213555"/>
                        </a:cubicBezTo>
                        <a:cubicBezTo>
                          <a:pt x="11991" y="240139"/>
                          <a:pt x="22819" y="310633"/>
                          <a:pt x="21326" y="399647"/>
                        </a:cubicBezTo>
                        <a:cubicBezTo>
                          <a:pt x="20056" y="477609"/>
                          <a:pt x="-1077" y="496726"/>
                          <a:pt x="43" y="582379"/>
                        </a:cubicBezTo>
                        <a:cubicBezTo>
                          <a:pt x="100034" y="661984"/>
                          <a:pt x="411582" y="651156"/>
                          <a:pt x="492905" y="554226"/>
                        </a:cubicBezTo>
                        <a:cubicBezTo>
                          <a:pt x="501940" y="535109"/>
                          <a:pt x="493054" y="523534"/>
                          <a:pt x="446680" y="429219"/>
                        </a:cubicBezTo>
                        <a:close/>
                      </a:path>
                    </a:pathLst>
                  </a:custGeom>
                  <a:solidFill>
                    <a:srgbClr val="FAFAFA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grpSp>
                <p:nvGrpSpPr>
                  <p:cNvPr id="399" name="Graphic 4">
                    <a:extLst>
                      <a:ext uri="{FF2B5EF4-FFF2-40B4-BE49-F238E27FC236}">
                        <a16:creationId xmlns:a16="http://schemas.microsoft.com/office/drawing/2014/main" id="{1328055B-F77C-7B61-D3D9-8A2510C5636F}"/>
                      </a:ext>
                    </a:extLst>
                  </p:cNvPr>
                  <p:cNvGrpSpPr/>
                  <p:nvPr/>
                </p:nvGrpSpPr>
                <p:grpSpPr>
                  <a:xfrm>
                    <a:off x="6240858" y="2029938"/>
                    <a:ext cx="513546" cy="713529"/>
                    <a:chOff x="6240858" y="2029938"/>
                    <a:chExt cx="513546" cy="713529"/>
                  </a:xfrm>
                  <a:solidFill>
                    <a:srgbClr val="30261C"/>
                  </a:solidFill>
                </p:grpSpPr>
                <p:sp>
                  <p:nvSpPr>
                    <p:cNvPr id="400" name="Freeform: Shape 399">
                      <a:extLst>
                        <a:ext uri="{FF2B5EF4-FFF2-40B4-BE49-F238E27FC236}">
                          <a16:creationId xmlns:a16="http://schemas.microsoft.com/office/drawing/2014/main" id="{664C473C-6C14-1BEA-C0BE-F30527E34A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40858" y="2031880"/>
                      <a:ext cx="148455" cy="135536"/>
                    </a:xfrm>
                    <a:custGeom>
                      <a:avLst/>
                      <a:gdLst>
                        <a:gd name="csX0" fmla="*/ 148456 w 148455"/>
                        <a:gd name="csY0" fmla="*/ 16877 h 135536"/>
                        <a:gd name="csX1" fmla="*/ 0 w 148455"/>
                        <a:gd name="csY1" fmla="*/ 135537 h 135536"/>
                        <a:gd name="csX2" fmla="*/ 93644 w 148455"/>
                        <a:gd name="csY2" fmla="*/ 20536 h 135536"/>
                        <a:gd name="csX3" fmla="*/ 147336 w 148455"/>
                        <a:gd name="csY3" fmla="*/ 0 h 135536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</a:cxnLst>
                      <a:rect l="l" t="t" r="r" b="b"/>
                      <a:pathLst>
                        <a:path w="148455" h="135536">
                          <a:moveTo>
                            <a:pt x="148456" y="16877"/>
                          </a:moveTo>
                          <a:cubicBezTo>
                            <a:pt x="106488" y="37039"/>
                            <a:pt x="27257" y="84085"/>
                            <a:pt x="0" y="135537"/>
                          </a:cubicBezTo>
                          <a:cubicBezTo>
                            <a:pt x="10081" y="93868"/>
                            <a:pt x="93644" y="20536"/>
                            <a:pt x="93644" y="20536"/>
                          </a:cubicBezTo>
                          <a:cubicBezTo>
                            <a:pt x="111947" y="14804"/>
                            <a:pt x="129879" y="7945"/>
                            <a:pt x="147336" y="0"/>
                          </a:cubicBezTo>
                          <a:close/>
                        </a:path>
                      </a:pathLst>
                    </a:custGeom>
                    <a:solidFill>
                      <a:srgbClr val="30261C"/>
                    </a:solidFill>
                    <a:ln w="7449" cap="flat">
                      <a:noFill/>
                      <a:prstDash val="solid"/>
                      <a:miter/>
                    </a:ln>
                  </p:spPr>
                </p:sp>
                <p:sp>
                  <p:nvSpPr>
                    <p:cNvPr id="401" name="Freeform: Shape 400">
                      <a:extLst>
                        <a:ext uri="{FF2B5EF4-FFF2-40B4-BE49-F238E27FC236}">
                          <a16:creationId xmlns:a16="http://schemas.microsoft.com/office/drawing/2014/main" id="{170F1406-313B-6607-6237-F147377AA8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11143" y="2029938"/>
                      <a:ext cx="243262" cy="713529"/>
                    </a:xfrm>
                    <a:custGeom>
                      <a:avLst/>
                      <a:gdLst>
                        <a:gd name="csX0" fmla="*/ 9004 w 243262"/>
                        <a:gd name="csY0" fmla="*/ 0 h 713529"/>
                        <a:gd name="csX1" fmla="*/ 9975 w 243262"/>
                        <a:gd name="csY1" fmla="*/ 16503 h 713529"/>
                        <a:gd name="csX2" fmla="*/ 1835 w 243262"/>
                        <a:gd name="csY2" fmla="*/ 207450 h 713529"/>
                        <a:gd name="csX3" fmla="*/ 84576 w 243262"/>
                        <a:gd name="csY3" fmla="*/ 713529 h 713529"/>
                        <a:gd name="csX4" fmla="*/ 243262 w 243262"/>
                        <a:gd name="csY4" fmla="*/ 614658 h 713529"/>
                        <a:gd name="csX5" fmla="*/ 168138 w 243262"/>
                        <a:gd name="csY5" fmla="*/ 469712 h 713529"/>
                        <a:gd name="csX6" fmla="*/ 137148 w 243262"/>
                        <a:gd name="csY6" fmla="*/ 308412 h 713529"/>
                        <a:gd name="csX7" fmla="*/ 138492 w 243262"/>
                        <a:gd name="csY7" fmla="*/ 84384 h 713529"/>
                        <a:gd name="csX8" fmla="*/ 109368 w 243262"/>
                        <a:gd name="csY8" fmla="*/ 5302 h 713529"/>
                        <a:gd name="csX9" fmla="*/ 9004 w 243262"/>
                        <a:gd name="csY9" fmla="*/ 0 h 713529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</a:cxnLst>
                      <a:rect l="l" t="t" r="r" b="b"/>
                      <a:pathLst>
                        <a:path w="243262" h="713529">
                          <a:moveTo>
                            <a:pt x="9004" y="0"/>
                          </a:moveTo>
                          <a:lnTo>
                            <a:pt x="9975" y="16503"/>
                          </a:lnTo>
                          <a:cubicBezTo>
                            <a:pt x="483" y="79682"/>
                            <a:pt x="-2245" y="143693"/>
                            <a:pt x="1835" y="207450"/>
                          </a:cubicBezTo>
                          <a:cubicBezTo>
                            <a:pt x="7212" y="295792"/>
                            <a:pt x="52615" y="637210"/>
                            <a:pt x="84576" y="713529"/>
                          </a:cubicBezTo>
                          <a:cubicBezTo>
                            <a:pt x="84576" y="713529"/>
                            <a:pt x="208911" y="693217"/>
                            <a:pt x="243262" y="614658"/>
                          </a:cubicBezTo>
                          <a:cubicBezTo>
                            <a:pt x="208165" y="559174"/>
                            <a:pt x="196739" y="536472"/>
                            <a:pt x="168138" y="469712"/>
                          </a:cubicBezTo>
                          <a:cubicBezTo>
                            <a:pt x="139986" y="404072"/>
                            <a:pt x="133713" y="378757"/>
                            <a:pt x="137148" y="308412"/>
                          </a:cubicBezTo>
                          <a:cubicBezTo>
                            <a:pt x="139911" y="252181"/>
                            <a:pt x="163807" y="179596"/>
                            <a:pt x="138492" y="84384"/>
                          </a:cubicBezTo>
                          <a:cubicBezTo>
                            <a:pt x="123034" y="25913"/>
                            <a:pt x="109368" y="5302"/>
                            <a:pt x="109368" y="5302"/>
                          </a:cubicBezTo>
                          <a:cubicBezTo>
                            <a:pt x="90774" y="11649"/>
                            <a:pt x="42608" y="6646"/>
                            <a:pt x="9004" y="0"/>
                          </a:cubicBezTo>
                          <a:close/>
                        </a:path>
                      </a:pathLst>
                    </a:custGeom>
                    <a:solidFill>
                      <a:srgbClr val="30261C"/>
                    </a:solidFill>
                    <a:ln w="7449" cap="flat">
                      <a:noFill/>
                      <a:prstDash val="solid"/>
                      <a:miter/>
                    </a:ln>
                  </p:spPr>
                </p:sp>
              </p:grpSp>
            </p:grpSp>
            <p:grpSp>
              <p:nvGrpSpPr>
                <p:cNvPr id="402" name="Graphic 4">
                  <a:extLst>
                    <a:ext uri="{FF2B5EF4-FFF2-40B4-BE49-F238E27FC236}">
                      <a16:creationId xmlns:a16="http://schemas.microsoft.com/office/drawing/2014/main" id="{FD0B9684-D80E-9B88-86AB-E8BF8BBB2006}"/>
                    </a:ext>
                  </a:extLst>
                </p:cNvPr>
                <p:cNvGrpSpPr/>
                <p:nvPr/>
              </p:nvGrpSpPr>
              <p:grpSpPr>
                <a:xfrm>
                  <a:off x="6275084" y="1638477"/>
                  <a:ext cx="369800" cy="563066"/>
                  <a:chOff x="6275084" y="1638477"/>
                  <a:chExt cx="369800" cy="563066"/>
                </a:xfrm>
              </p:grpSpPr>
              <p:sp>
                <p:nvSpPr>
                  <p:cNvPr id="403" name="Freeform: Shape 402">
                    <a:extLst>
                      <a:ext uri="{FF2B5EF4-FFF2-40B4-BE49-F238E27FC236}">
                        <a16:creationId xmlns:a16="http://schemas.microsoft.com/office/drawing/2014/main" id="{76CB03C8-F7AF-F9E1-8B84-50882546C9EC}"/>
                      </a:ext>
                    </a:extLst>
                  </p:cNvPr>
                  <p:cNvSpPr/>
                  <p:nvPr/>
                </p:nvSpPr>
                <p:spPr>
                  <a:xfrm>
                    <a:off x="6275084" y="1638477"/>
                    <a:ext cx="369800" cy="354648"/>
                  </a:xfrm>
                  <a:custGeom>
                    <a:avLst/>
                    <a:gdLst>
                      <a:gd name="csX0" fmla="*/ 238491 w 369800"/>
                      <a:gd name="csY0" fmla="*/ 296623 h 354648"/>
                      <a:gd name="csX1" fmla="*/ 260446 w 369800"/>
                      <a:gd name="csY1" fmla="*/ 259285 h 354648"/>
                      <a:gd name="csX2" fmla="*/ 295469 w 369800"/>
                      <a:gd name="csY2" fmla="*/ 236060 h 354648"/>
                      <a:gd name="csX3" fmla="*/ 332807 w 369800"/>
                      <a:gd name="csY3" fmla="*/ 211343 h 354648"/>
                      <a:gd name="csX4" fmla="*/ 361557 w 369800"/>
                      <a:gd name="csY4" fmla="*/ 93952 h 354648"/>
                      <a:gd name="csX5" fmla="*/ 210861 w 369800"/>
                      <a:gd name="csY5" fmla="*/ 84 h 354648"/>
                      <a:gd name="csX6" fmla="*/ 64496 w 369800"/>
                      <a:gd name="csY6" fmla="*/ 75955 h 354648"/>
                      <a:gd name="csX7" fmla="*/ 14762 w 369800"/>
                      <a:gd name="csY7" fmla="*/ 113741 h 354648"/>
                      <a:gd name="csX8" fmla="*/ 6921 w 369800"/>
                      <a:gd name="csY8" fmla="*/ 233223 h 354648"/>
                      <a:gd name="csX9" fmla="*/ 65467 w 369800"/>
                      <a:gd name="csY9" fmla="*/ 315366 h 354648"/>
                      <a:gd name="csX10" fmla="*/ 110646 w 369800"/>
                      <a:gd name="csY10" fmla="*/ 354646 h 354648"/>
                      <a:gd name="csX11" fmla="*/ 238491 w 369800"/>
                      <a:gd name="csY11" fmla="*/ 296623 h 35464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</a:cxnLst>
                    <a:rect l="l" t="t" r="r" b="b"/>
                    <a:pathLst>
                      <a:path w="369800" h="354648">
                        <a:moveTo>
                          <a:pt x="238491" y="296623"/>
                        </a:moveTo>
                        <a:cubicBezTo>
                          <a:pt x="243787" y="283093"/>
                          <a:pt x="251198" y="270490"/>
                          <a:pt x="260446" y="259285"/>
                        </a:cubicBezTo>
                        <a:cubicBezTo>
                          <a:pt x="270378" y="249203"/>
                          <a:pt x="283820" y="243752"/>
                          <a:pt x="295469" y="236060"/>
                        </a:cubicBezTo>
                        <a:lnTo>
                          <a:pt x="332807" y="211343"/>
                        </a:lnTo>
                        <a:cubicBezTo>
                          <a:pt x="378135" y="185057"/>
                          <a:pt x="373804" y="124942"/>
                          <a:pt x="361557" y="93952"/>
                        </a:cubicBezTo>
                        <a:cubicBezTo>
                          <a:pt x="334300" y="24802"/>
                          <a:pt x="257758" y="1055"/>
                          <a:pt x="210861" y="84"/>
                        </a:cubicBezTo>
                        <a:cubicBezTo>
                          <a:pt x="121922" y="-1857"/>
                          <a:pt x="72188" y="29955"/>
                          <a:pt x="64496" y="75955"/>
                        </a:cubicBezTo>
                        <a:cubicBezTo>
                          <a:pt x="39256" y="78121"/>
                          <a:pt x="27158" y="93205"/>
                          <a:pt x="14762" y="113741"/>
                        </a:cubicBezTo>
                        <a:cubicBezTo>
                          <a:pt x="-4056" y="145478"/>
                          <a:pt x="-2787" y="198722"/>
                          <a:pt x="6921" y="233223"/>
                        </a:cubicBezTo>
                        <a:cubicBezTo>
                          <a:pt x="18272" y="274070"/>
                          <a:pt x="44857" y="298191"/>
                          <a:pt x="65467" y="315366"/>
                        </a:cubicBezTo>
                        <a:cubicBezTo>
                          <a:pt x="82717" y="329853"/>
                          <a:pt x="99221" y="339561"/>
                          <a:pt x="110646" y="354646"/>
                        </a:cubicBezTo>
                        <a:cubicBezTo>
                          <a:pt x="110571" y="355019"/>
                          <a:pt x="225348" y="322162"/>
                          <a:pt x="238491" y="296623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404" name="Freeform: Shape 403">
                    <a:extLst>
                      <a:ext uri="{FF2B5EF4-FFF2-40B4-BE49-F238E27FC236}">
                        <a16:creationId xmlns:a16="http://schemas.microsoft.com/office/drawing/2014/main" id="{FE02A377-35B3-9535-9E6F-5A68803EFC49}"/>
                      </a:ext>
                    </a:extLst>
                  </p:cNvPr>
                  <p:cNvSpPr/>
                  <p:nvPr/>
                </p:nvSpPr>
                <p:spPr>
                  <a:xfrm>
                    <a:off x="6307531" y="1715467"/>
                    <a:ext cx="298552" cy="486076"/>
                  </a:xfrm>
                  <a:custGeom>
                    <a:avLst/>
                    <a:gdLst>
                      <a:gd name="csX0" fmla="*/ 56692 w 298552"/>
                      <a:gd name="csY0" fmla="*/ 221499 h 486076"/>
                      <a:gd name="csX1" fmla="*/ 19354 w 298552"/>
                      <a:gd name="csY1" fmla="*/ 205668 h 486076"/>
                      <a:gd name="csX2" fmla="*/ 3597 w 298552"/>
                      <a:gd name="csY2" fmla="*/ 144957 h 486076"/>
                      <a:gd name="csX3" fmla="*/ 45416 w 298552"/>
                      <a:gd name="csY3" fmla="*/ 129275 h 486076"/>
                      <a:gd name="csX4" fmla="*/ 66698 w 298552"/>
                      <a:gd name="csY4" fmla="*/ 157502 h 486076"/>
                      <a:gd name="csX5" fmla="*/ 89101 w 298552"/>
                      <a:gd name="csY5" fmla="*/ 133008 h 486076"/>
                      <a:gd name="csX6" fmla="*/ 83052 w 298552"/>
                      <a:gd name="csY6" fmla="*/ 104258 h 486076"/>
                      <a:gd name="csX7" fmla="*/ 131069 w 298552"/>
                      <a:gd name="csY7" fmla="*/ 17111 h 486076"/>
                      <a:gd name="csX8" fmla="*/ 245174 w 298552"/>
                      <a:gd name="csY8" fmla="*/ 6433 h 486076"/>
                      <a:gd name="csX9" fmla="*/ 295580 w 298552"/>
                      <a:gd name="csY9" fmla="*/ 125914 h 486076"/>
                      <a:gd name="csX10" fmla="*/ 272804 w 298552"/>
                      <a:gd name="csY10" fmla="*/ 258539 h 486076"/>
                      <a:gd name="csX11" fmla="*/ 210823 w 298552"/>
                      <a:gd name="csY11" fmla="*/ 285347 h 486076"/>
                      <a:gd name="csX12" fmla="*/ 213661 w 298552"/>
                      <a:gd name="csY12" fmla="*/ 331273 h 486076"/>
                      <a:gd name="csX13" fmla="*/ 48104 w 298552"/>
                      <a:gd name="csY13" fmla="*/ 486076 h 486076"/>
                      <a:gd name="csX14" fmla="*/ 81857 w 298552"/>
                      <a:gd name="csY14" fmla="*/ 333588 h 486076"/>
                      <a:gd name="csX15" fmla="*/ 73568 w 298552"/>
                      <a:gd name="csY15" fmla="*/ 209551 h 486076"/>
                      <a:gd name="csX16" fmla="*/ 56692 w 298552"/>
                      <a:gd name="csY16" fmla="*/ 221499 h 48607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</a:cxnLst>
                    <a:rect l="l" t="t" r="r" b="b"/>
                    <a:pathLst>
                      <a:path w="298552" h="486076">
                        <a:moveTo>
                          <a:pt x="56692" y="221499"/>
                        </a:moveTo>
                        <a:cubicBezTo>
                          <a:pt x="43698" y="224337"/>
                          <a:pt x="29584" y="215899"/>
                          <a:pt x="19354" y="205668"/>
                        </a:cubicBezTo>
                        <a:cubicBezTo>
                          <a:pt x="2402" y="188343"/>
                          <a:pt x="-4991" y="166613"/>
                          <a:pt x="3597" y="144957"/>
                        </a:cubicBezTo>
                        <a:cubicBezTo>
                          <a:pt x="9272" y="130469"/>
                          <a:pt x="31227" y="120239"/>
                          <a:pt x="45416" y="129275"/>
                        </a:cubicBezTo>
                        <a:cubicBezTo>
                          <a:pt x="59604" y="138310"/>
                          <a:pt x="61023" y="146674"/>
                          <a:pt x="66698" y="157502"/>
                        </a:cubicBezTo>
                        <a:cubicBezTo>
                          <a:pt x="72374" y="168330"/>
                          <a:pt x="93358" y="176619"/>
                          <a:pt x="89101" y="133008"/>
                        </a:cubicBezTo>
                        <a:cubicBezTo>
                          <a:pt x="88406" y="123194"/>
                          <a:pt x="86371" y="113521"/>
                          <a:pt x="83052" y="104258"/>
                        </a:cubicBezTo>
                        <a:cubicBezTo>
                          <a:pt x="116283" y="91414"/>
                          <a:pt x="136222" y="53553"/>
                          <a:pt x="131069" y="17111"/>
                        </a:cubicBezTo>
                        <a:cubicBezTo>
                          <a:pt x="143241" y="-1782"/>
                          <a:pt x="224937" y="-4545"/>
                          <a:pt x="245174" y="6433"/>
                        </a:cubicBezTo>
                        <a:cubicBezTo>
                          <a:pt x="265411" y="17410"/>
                          <a:pt x="285200" y="38245"/>
                          <a:pt x="295580" y="125914"/>
                        </a:cubicBezTo>
                        <a:cubicBezTo>
                          <a:pt x="304915" y="204175"/>
                          <a:pt x="290875" y="245396"/>
                          <a:pt x="272804" y="258539"/>
                        </a:cubicBezTo>
                        <a:cubicBezTo>
                          <a:pt x="259064" y="268471"/>
                          <a:pt x="240320" y="276162"/>
                          <a:pt x="210823" y="285347"/>
                        </a:cubicBezTo>
                        <a:lnTo>
                          <a:pt x="213661" y="331273"/>
                        </a:lnTo>
                        <a:cubicBezTo>
                          <a:pt x="213661" y="331273"/>
                          <a:pt x="173560" y="424543"/>
                          <a:pt x="48104" y="486076"/>
                        </a:cubicBezTo>
                        <a:cubicBezTo>
                          <a:pt x="44071" y="450680"/>
                          <a:pt x="56318" y="365848"/>
                          <a:pt x="81857" y="333588"/>
                        </a:cubicBezTo>
                        <a:lnTo>
                          <a:pt x="73568" y="209551"/>
                        </a:lnTo>
                        <a:cubicBezTo>
                          <a:pt x="73568" y="209551"/>
                          <a:pt x="71627" y="218139"/>
                          <a:pt x="56692" y="221499"/>
                        </a:cubicBezTo>
                        <a:close/>
                      </a:path>
                    </a:pathLst>
                  </a:custGeom>
                  <a:solidFill>
                    <a:srgbClr val="FFA8A7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405" name="Freeform: Shape 404">
                    <a:extLst>
                      <a:ext uri="{FF2B5EF4-FFF2-40B4-BE49-F238E27FC236}">
                        <a16:creationId xmlns:a16="http://schemas.microsoft.com/office/drawing/2014/main" id="{3256D9AB-BC17-D35E-E5C3-C4F161C2BC8D}"/>
                      </a:ext>
                    </a:extLst>
                  </p:cNvPr>
                  <p:cNvSpPr/>
                  <p:nvPr/>
                </p:nvSpPr>
                <p:spPr>
                  <a:xfrm>
                    <a:off x="6456903" y="1811196"/>
                    <a:ext cx="25168" cy="21012"/>
                  </a:xfrm>
                  <a:custGeom>
                    <a:avLst/>
                    <a:gdLst>
                      <a:gd name="csX0" fmla="*/ 24636 w 25168"/>
                      <a:gd name="csY0" fmla="*/ 8380 h 21012"/>
                      <a:gd name="csX1" fmla="*/ 14779 w 25168"/>
                      <a:gd name="csY1" fmla="*/ 18610 h 21012"/>
                      <a:gd name="csX2" fmla="*/ 665 w 25168"/>
                      <a:gd name="csY2" fmla="*/ 16743 h 21012"/>
                      <a:gd name="csX3" fmla="*/ 8653 w 25168"/>
                      <a:gd name="csY3" fmla="*/ 665 h 21012"/>
                      <a:gd name="csX4" fmla="*/ 24636 w 25168"/>
                      <a:gd name="csY4" fmla="*/ 8380 h 2101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25168" h="21012">
                        <a:moveTo>
                          <a:pt x="24636" y="8380"/>
                        </a:moveTo>
                        <a:cubicBezTo>
                          <a:pt x="26951" y="15026"/>
                          <a:pt x="21351" y="16295"/>
                          <a:pt x="14779" y="18610"/>
                        </a:cubicBezTo>
                        <a:cubicBezTo>
                          <a:pt x="8207" y="20925"/>
                          <a:pt x="2980" y="23315"/>
                          <a:pt x="665" y="16743"/>
                        </a:cubicBezTo>
                        <a:cubicBezTo>
                          <a:pt x="-1569" y="10098"/>
                          <a:pt x="2007" y="2899"/>
                          <a:pt x="8653" y="665"/>
                        </a:cubicBezTo>
                        <a:cubicBezTo>
                          <a:pt x="15192" y="-1533"/>
                          <a:pt x="22290" y="1893"/>
                          <a:pt x="24636" y="8380"/>
                        </a:cubicBezTo>
                        <a:close/>
                      </a:path>
                    </a:pathLst>
                  </a:custGeom>
                  <a:solidFill>
                    <a:srgbClr val="263238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406" name="Freeform: Shape 405">
                    <a:extLst>
                      <a:ext uri="{FF2B5EF4-FFF2-40B4-BE49-F238E27FC236}">
                        <a16:creationId xmlns:a16="http://schemas.microsoft.com/office/drawing/2014/main" id="{A080F8B6-D9FB-4B30-95AC-FBF3AA4F6A1D}"/>
                      </a:ext>
                    </a:extLst>
                  </p:cNvPr>
                  <p:cNvSpPr/>
                  <p:nvPr/>
                </p:nvSpPr>
                <p:spPr>
                  <a:xfrm>
                    <a:off x="6543963" y="1801958"/>
                    <a:ext cx="25282" cy="19152"/>
                  </a:xfrm>
                  <a:custGeom>
                    <a:avLst/>
                    <a:gdLst>
                      <a:gd name="csX0" fmla="*/ 25245 w 25282"/>
                      <a:gd name="csY0" fmla="*/ 13660 h 19152"/>
                      <a:gd name="csX1" fmla="*/ 11878 w 25282"/>
                      <a:gd name="csY1" fmla="*/ 18439 h 19152"/>
                      <a:gd name="csX2" fmla="*/ 79 w 25282"/>
                      <a:gd name="csY2" fmla="*/ 10523 h 19152"/>
                      <a:gd name="csX3" fmla="*/ 14760 w 25282"/>
                      <a:gd name="csY3" fmla="*/ 190 h 19152"/>
                      <a:gd name="csX4" fmla="*/ 25245 w 25282"/>
                      <a:gd name="csY4" fmla="*/ 13660 h 1915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25282" h="19152">
                        <a:moveTo>
                          <a:pt x="25245" y="13660"/>
                        </a:moveTo>
                        <a:cubicBezTo>
                          <a:pt x="24424" y="20605"/>
                          <a:pt x="18823" y="19335"/>
                          <a:pt x="11878" y="18439"/>
                        </a:cubicBezTo>
                        <a:cubicBezTo>
                          <a:pt x="4933" y="17543"/>
                          <a:pt x="-742" y="17468"/>
                          <a:pt x="79" y="10523"/>
                        </a:cubicBezTo>
                        <a:cubicBezTo>
                          <a:pt x="1280" y="3616"/>
                          <a:pt x="7853" y="-1011"/>
                          <a:pt x="14760" y="190"/>
                        </a:cubicBezTo>
                        <a:cubicBezTo>
                          <a:pt x="21203" y="1309"/>
                          <a:pt x="25741" y="7139"/>
                          <a:pt x="25245" y="13660"/>
                        </a:cubicBezTo>
                        <a:close/>
                      </a:path>
                    </a:pathLst>
                  </a:custGeom>
                  <a:solidFill>
                    <a:srgbClr val="263238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407" name="Freeform: Shape 406">
                    <a:extLst>
                      <a:ext uri="{FF2B5EF4-FFF2-40B4-BE49-F238E27FC236}">
                        <a16:creationId xmlns:a16="http://schemas.microsoft.com/office/drawing/2014/main" id="{F65D0960-9518-4617-977F-467A4990BE3B}"/>
                      </a:ext>
                    </a:extLst>
                  </p:cNvPr>
                  <p:cNvSpPr/>
                  <p:nvPr/>
                </p:nvSpPr>
                <p:spPr>
                  <a:xfrm>
                    <a:off x="6543968" y="1762778"/>
                    <a:ext cx="29075" cy="22969"/>
                  </a:xfrm>
                  <a:custGeom>
                    <a:avLst/>
                    <a:gdLst>
                      <a:gd name="csX0" fmla="*/ 27555 w 29075"/>
                      <a:gd name="csY0" fmla="*/ 22970 h 22969"/>
                      <a:gd name="csX1" fmla="*/ 0 w 29075"/>
                      <a:gd name="csY1" fmla="*/ 8707 h 22969"/>
                      <a:gd name="csX2" fmla="*/ 19805 w 29075"/>
                      <a:gd name="csY2" fmla="*/ 1366 h 22969"/>
                      <a:gd name="csX3" fmla="*/ 20461 w 29075"/>
                      <a:gd name="csY3" fmla="*/ 1687 h 22969"/>
                      <a:gd name="csX4" fmla="*/ 27556 w 29075"/>
                      <a:gd name="csY4" fmla="*/ 22970 h 2296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29075" h="22969">
                        <a:moveTo>
                          <a:pt x="27555" y="22970"/>
                        </a:moveTo>
                        <a:lnTo>
                          <a:pt x="0" y="8707"/>
                        </a:lnTo>
                        <a:cubicBezTo>
                          <a:pt x="3442" y="1211"/>
                          <a:pt x="12309" y="-2076"/>
                          <a:pt x="19805" y="1366"/>
                        </a:cubicBezTo>
                        <a:cubicBezTo>
                          <a:pt x="20026" y="1468"/>
                          <a:pt x="20245" y="1575"/>
                          <a:pt x="20461" y="1687"/>
                        </a:cubicBezTo>
                        <a:cubicBezTo>
                          <a:pt x="28086" y="5786"/>
                          <a:pt x="31196" y="15116"/>
                          <a:pt x="27556" y="22970"/>
                        </a:cubicBezTo>
                        <a:close/>
                      </a:path>
                    </a:pathLst>
                  </a:custGeom>
                  <a:solidFill>
                    <a:srgbClr val="263238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408" name="Freeform: Shape 407">
                    <a:extLst>
                      <a:ext uri="{FF2B5EF4-FFF2-40B4-BE49-F238E27FC236}">
                        <a16:creationId xmlns:a16="http://schemas.microsoft.com/office/drawing/2014/main" id="{A5D460F1-6053-67C8-2C92-31E1E74A2C28}"/>
                      </a:ext>
                    </a:extLst>
                  </p:cNvPr>
                  <p:cNvSpPr/>
                  <p:nvPr/>
                </p:nvSpPr>
                <p:spPr>
                  <a:xfrm>
                    <a:off x="6435320" y="1772562"/>
                    <a:ext cx="30013" cy="26029"/>
                  </a:xfrm>
                  <a:custGeom>
                    <a:avLst/>
                    <a:gdLst>
                      <a:gd name="csX0" fmla="*/ 30014 w 30013"/>
                      <a:gd name="csY0" fmla="*/ 6389 h 26029"/>
                      <a:gd name="csX1" fmla="*/ 3579 w 30013"/>
                      <a:gd name="csY1" fmla="*/ 26029 h 26029"/>
                      <a:gd name="csX2" fmla="*/ 5855 w 30013"/>
                      <a:gd name="csY2" fmla="*/ 3650 h 26029"/>
                      <a:gd name="csX3" fmla="*/ 6566 w 30013"/>
                      <a:gd name="csY3" fmla="*/ 3104 h 26029"/>
                      <a:gd name="csX4" fmla="*/ 30014 w 30013"/>
                      <a:gd name="csY4" fmla="*/ 6389 h 2602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0013" h="26029">
                        <a:moveTo>
                          <a:pt x="30014" y="6389"/>
                        </a:moveTo>
                        <a:lnTo>
                          <a:pt x="3579" y="26029"/>
                        </a:lnTo>
                        <a:cubicBezTo>
                          <a:pt x="-1972" y="19221"/>
                          <a:pt x="-953" y="9201"/>
                          <a:pt x="5855" y="3650"/>
                        </a:cubicBezTo>
                        <a:cubicBezTo>
                          <a:pt x="6087" y="3462"/>
                          <a:pt x="6324" y="3279"/>
                          <a:pt x="6566" y="3104"/>
                        </a:cubicBezTo>
                        <a:cubicBezTo>
                          <a:pt x="14046" y="-2070"/>
                          <a:pt x="24244" y="-641"/>
                          <a:pt x="30014" y="6389"/>
                        </a:cubicBezTo>
                        <a:close/>
                      </a:path>
                    </a:pathLst>
                  </a:custGeom>
                  <a:solidFill>
                    <a:srgbClr val="263238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409" name="Freeform: Shape 408">
                    <a:extLst>
                      <a:ext uri="{FF2B5EF4-FFF2-40B4-BE49-F238E27FC236}">
                        <a16:creationId xmlns:a16="http://schemas.microsoft.com/office/drawing/2014/main" id="{6BBFFE02-96B1-CF7F-E879-2B2D536490DA}"/>
                      </a:ext>
                    </a:extLst>
                  </p:cNvPr>
                  <p:cNvSpPr/>
                  <p:nvPr/>
                </p:nvSpPr>
                <p:spPr>
                  <a:xfrm>
                    <a:off x="6477484" y="1890294"/>
                    <a:ext cx="49980" cy="30248"/>
                  </a:xfrm>
                  <a:custGeom>
                    <a:avLst/>
                    <a:gdLst>
                      <a:gd name="csX0" fmla="*/ 844 w 49980"/>
                      <a:gd name="csY0" fmla="*/ 0 h 30248"/>
                      <a:gd name="csX1" fmla="*/ 49980 w 49980"/>
                      <a:gd name="csY1" fmla="*/ 10305 h 30248"/>
                      <a:gd name="csX2" fmla="*/ 20001 w 49980"/>
                      <a:gd name="csY2" fmla="*/ 29680 h 30248"/>
                      <a:gd name="csX3" fmla="*/ 17870 w 49980"/>
                      <a:gd name="csY3" fmla="*/ 29124 h 30248"/>
                      <a:gd name="csX4" fmla="*/ 713 w 49980"/>
                      <a:gd name="csY4" fmla="*/ 500 h 30248"/>
                      <a:gd name="csX5" fmla="*/ 844 w 49980"/>
                      <a:gd name="csY5" fmla="*/ 0 h 3024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49980" h="30248">
                        <a:moveTo>
                          <a:pt x="844" y="0"/>
                        </a:moveTo>
                        <a:lnTo>
                          <a:pt x="49980" y="10305"/>
                        </a:lnTo>
                        <a:cubicBezTo>
                          <a:pt x="47052" y="23934"/>
                          <a:pt x="33629" y="32609"/>
                          <a:pt x="20001" y="29680"/>
                        </a:cubicBezTo>
                        <a:cubicBezTo>
                          <a:pt x="19283" y="29526"/>
                          <a:pt x="18572" y="29340"/>
                          <a:pt x="17870" y="29124"/>
                        </a:cubicBezTo>
                        <a:cubicBezTo>
                          <a:pt x="5228" y="25957"/>
                          <a:pt x="-2454" y="13142"/>
                          <a:pt x="713" y="500"/>
                        </a:cubicBezTo>
                        <a:cubicBezTo>
                          <a:pt x="755" y="333"/>
                          <a:pt x="798" y="166"/>
                          <a:pt x="844" y="0"/>
                        </a:cubicBezTo>
                        <a:close/>
                      </a:path>
                    </a:pathLst>
                  </a:custGeom>
                  <a:solidFill>
                    <a:srgbClr val="B16668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410" name="Freeform: Shape 409">
                    <a:extLst>
                      <a:ext uri="{FF2B5EF4-FFF2-40B4-BE49-F238E27FC236}">
                        <a16:creationId xmlns:a16="http://schemas.microsoft.com/office/drawing/2014/main" id="{6EDF07F7-572B-F42A-440A-30B024176EA0}"/>
                      </a:ext>
                    </a:extLst>
                  </p:cNvPr>
                  <p:cNvSpPr/>
                  <p:nvPr/>
                </p:nvSpPr>
                <p:spPr>
                  <a:xfrm>
                    <a:off x="6478328" y="1899553"/>
                    <a:ext cx="32708" cy="20720"/>
                  </a:xfrm>
                  <a:custGeom>
                    <a:avLst/>
                    <a:gdLst>
                      <a:gd name="csX0" fmla="*/ 8961 w 32708"/>
                      <a:gd name="csY0" fmla="*/ 0 h 20720"/>
                      <a:gd name="csX1" fmla="*/ 0 w 32708"/>
                      <a:gd name="csY1" fmla="*/ 1718 h 20720"/>
                      <a:gd name="csX2" fmla="*/ 17026 w 32708"/>
                      <a:gd name="csY2" fmla="*/ 19864 h 20720"/>
                      <a:gd name="csX3" fmla="*/ 32708 w 32708"/>
                      <a:gd name="csY3" fmla="*/ 19341 h 20720"/>
                      <a:gd name="csX4" fmla="*/ 8961 w 32708"/>
                      <a:gd name="csY4" fmla="*/ 0 h 2072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2708" h="20720">
                        <a:moveTo>
                          <a:pt x="8961" y="0"/>
                        </a:moveTo>
                        <a:cubicBezTo>
                          <a:pt x="5891" y="-14"/>
                          <a:pt x="2847" y="570"/>
                          <a:pt x="0" y="1718"/>
                        </a:cubicBezTo>
                        <a:cubicBezTo>
                          <a:pt x="1486" y="10652"/>
                          <a:pt x="8204" y="17813"/>
                          <a:pt x="17026" y="19864"/>
                        </a:cubicBezTo>
                        <a:cubicBezTo>
                          <a:pt x="22199" y="21163"/>
                          <a:pt x="27633" y="20982"/>
                          <a:pt x="32708" y="19341"/>
                        </a:cubicBezTo>
                        <a:cubicBezTo>
                          <a:pt x="30399" y="8067"/>
                          <a:pt x="20469" y="-21"/>
                          <a:pt x="8961" y="0"/>
                        </a:cubicBezTo>
                        <a:close/>
                      </a:path>
                    </a:pathLst>
                  </a:custGeom>
                  <a:solidFill>
                    <a:srgbClr val="F28F8F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411" name="Freeform: Shape 410">
                    <a:extLst>
                      <a:ext uri="{FF2B5EF4-FFF2-40B4-BE49-F238E27FC236}">
                        <a16:creationId xmlns:a16="http://schemas.microsoft.com/office/drawing/2014/main" id="{0C8BFB29-1388-2E55-C875-567D39B6CD2A}"/>
                      </a:ext>
                    </a:extLst>
                  </p:cNvPr>
                  <p:cNvSpPr/>
                  <p:nvPr/>
                </p:nvSpPr>
                <p:spPr>
                  <a:xfrm>
                    <a:off x="6506331" y="1802251"/>
                    <a:ext cx="47867" cy="73630"/>
                  </a:xfrm>
                  <a:custGeom>
                    <a:avLst/>
                    <a:gdLst>
                      <a:gd name="csX0" fmla="*/ 0 w 47867"/>
                      <a:gd name="csY0" fmla="*/ 0 h 73630"/>
                      <a:gd name="csX1" fmla="*/ 5451 w 47867"/>
                      <a:gd name="csY1" fmla="*/ 73631 h 73630"/>
                      <a:gd name="csX2" fmla="*/ 47867 w 47867"/>
                      <a:gd name="csY2" fmla="*/ 45478 h 73630"/>
                      <a:gd name="csX3" fmla="*/ 0 w 47867"/>
                      <a:gd name="csY3" fmla="*/ 0 h 7363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</a:cxnLst>
                    <a:rect l="l" t="t" r="r" b="b"/>
                    <a:pathLst>
                      <a:path w="47867" h="73630">
                        <a:moveTo>
                          <a:pt x="0" y="0"/>
                        </a:moveTo>
                        <a:lnTo>
                          <a:pt x="5451" y="73631"/>
                        </a:lnTo>
                        <a:lnTo>
                          <a:pt x="47867" y="4547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28F8F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412" name="Freeform: Shape 411">
                    <a:extLst>
                      <a:ext uri="{FF2B5EF4-FFF2-40B4-BE49-F238E27FC236}">
                        <a16:creationId xmlns:a16="http://schemas.microsoft.com/office/drawing/2014/main" id="{FD3F8C48-1C29-5C8C-922C-0A2FEDAE5B88}"/>
                      </a:ext>
                    </a:extLst>
                  </p:cNvPr>
                  <p:cNvSpPr/>
                  <p:nvPr/>
                </p:nvSpPr>
                <p:spPr>
                  <a:xfrm>
                    <a:off x="6511783" y="1847729"/>
                    <a:ext cx="44880" cy="28152"/>
                  </a:xfrm>
                  <a:custGeom>
                    <a:avLst/>
                    <a:gdLst>
                      <a:gd name="csX0" fmla="*/ 0 w 44880"/>
                      <a:gd name="csY0" fmla="*/ 28153 h 28152"/>
                      <a:gd name="csX1" fmla="*/ 44880 w 44880"/>
                      <a:gd name="csY1" fmla="*/ 23075 h 28152"/>
                      <a:gd name="csX2" fmla="*/ 42416 w 44880"/>
                      <a:gd name="csY2" fmla="*/ 0 h 28152"/>
                      <a:gd name="csX3" fmla="*/ 0 w 44880"/>
                      <a:gd name="csY3" fmla="*/ 28153 h 2815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</a:cxnLst>
                    <a:rect l="l" t="t" r="r" b="b"/>
                    <a:pathLst>
                      <a:path w="44880" h="28152">
                        <a:moveTo>
                          <a:pt x="0" y="28153"/>
                        </a:moveTo>
                        <a:lnTo>
                          <a:pt x="44880" y="23075"/>
                        </a:lnTo>
                        <a:lnTo>
                          <a:pt x="42416" y="0"/>
                        </a:lnTo>
                        <a:lnTo>
                          <a:pt x="0" y="28153"/>
                        </a:lnTo>
                        <a:close/>
                      </a:path>
                    </a:pathLst>
                  </a:custGeom>
                  <a:solidFill>
                    <a:srgbClr val="B16668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413" name="Freeform: Shape 412">
                    <a:extLst>
                      <a:ext uri="{FF2B5EF4-FFF2-40B4-BE49-F238E27FC236}">
                        <a16:creationId xmlns:a16="http://schemas.microsoft.com/office/drawing/2014/main" id="{DC5B84F1-AFA6-4772-86C2-C227CDB2BEC0}"/>
                      </a:ext>
                    </a:extLst>
                  </p:cNvPr>
                  <p:cNvSpPr/>
                  <p:nvPr/>
                </p:nvSpPr>
                <p:spPr>
                  <a:xfrm>
                    <a:off x="6400590" y="1954216"/>
                    <a:ext cx="178116" cy="48432"/>
                  </a:xfrm>
                  <a:custGeom>
                    <a:avLst/>
                    <a:gdLst>
                      <a:gd name="csX0" fmla="*/ 156820 w 178116"/>
                      <a:gd name="csY0" fmla="*/ 11724 h 48432"/>
                      <a:gd name="csX1" fmla="*/ 59741 w 178116"/>
                      <a:gd name="csY1" fmla="*/ 29348 h 48432"/>
                      <a:gd name="csX2" fmla="*/ 0 w 178116"/>
                      <a:gd name="csY2" fmla="*/ 0 h 48432"/>
                      <a:gd name="csX3" fmla="*/ 30543 w 178116"/>
                      <a:gd name="csY3" fmla="*/ 36741 h 48432"/>
                      <a:gd name="csX4" fmla="*/ 117988 w 178116"/>
                      <a:gd name="csY4" fmla="*/ 46299 h 48432"/>
                      <a:gd name="csX5" fmla="*/ 175563 w 178116"/>
                      <a:gd name="csY5" fmla="*/ 22477 h 48432"/>
                      <a:gd name="csX6" fmla="*/ 156820 w 178116"/>
                      <a:gd name="csY6" fmla="*/ 11724 h 484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178116" h="48432">
                        <a:moveTo>
                          <a:pt x="156820" y="11724"/>
                        </a:moveTo>
                        <a:cubicBezTo>
                          <a:pt x="138076" y="11724"/>
                          <a:pt x="92673" y="23075"/>
                          <a:pt x="59741" y="29348"/>
                        </a:cubicBezTo>
                        <a:cubicBezTo>
                          <a:pt x="26809" y="35620"/>
                          <a:pt x="11425" y="16130"/>
                          <a:pt x="0" y="0"/>
                        </a:cubicBezTo>
                        <a:cubicBezTo>
                          <a:pt x="12172" y="24195"/>
                          <a:pt x="21432" y="31513"/>
                          <a:pt x="30543" y="36741"/>
                        </a:cubicBezTo>
                        <a:cubicBezTo>
                          <a:pt x="50705" y="48315"/>
                          <a:pt x="70270" y="50854"/>
                          <a:pt x="117988" y="46299"/>
                        </a:cubicBezTo>
                        <a:cubicBezTo>
                          <a:pt x="138137" y="40905"/>
                          <a:pt x="157494" y="32897"/>
                          <a:pt x="175563" y="22477"/>
                        </a:cubicBezTo>
                        <a:cubicBezTo>
                          <a:pt x="182359" y="18221"/>
                          <a:pt x="175414" y="11724"/>
                          <a:pt x="156820" y="11724"/>
                        </a:cubicBezTo>
                        <a:close/>
                      </a:path>
                    </a:pathLst>
                  </a:custGeom>
                  <a:solidFill>
                    <a:srgbClr val="F28F8F"/>
                  </a:solidFill>
                  <a:ln w="7449" cap="flat">
                    <a:noFill/>
                    <a:prstDash val="solid"/>
                    <a:miter/>
                  </a:ln>
                </p:spPr>
              </p:sp>
            </p:grpSp>
            <p:grpSp>
              <p:nvGrpSpPr>
                <p:cNvPr id="414" name="Graphic 4">
                  <a:extLst>
                    <a:ext uri="{FF2B5EF4-FFF2-40B4-BE49-F238E27FC236}">
                      <a16:creationId xmlns:a16="http://schemas.microsoft.com/office/drawing/2014/main" id="{567BE0F6-22A7-DF48-8D88-EC9E36961E73}"/>
                    </a:ext>
                  </a:extLst>
                </p:cNvPr>
                <p:cNvGrpSpPr/>
                <p:nvPr/>
              </p:nvGrpSpPr>
              <p:grpSpPr>
                <a:xfrm>
                  <a:off x="6584159" y="1072406"/>
                  <a:ext cx="689991" cy="1215558"/>
                  <a:chOff x="6584159" y="1072406"/>
                  <a:chExt cx="689991" cy="1215558"/>
                </a:xfrm>
              </p:grpSpPr>
              <p:sp>
                <p:nvSpPr>
                  <p:cNvPr id="415" name="Freeform: Shape 414">
                    <a:extLst>
                      <a:ext uri="{FF2B5EF4-FFF2-40B4-BE49-F238E27FC236}">
                        <a16:creationId xmlns:a16="http://schemas.microsoft.com/office/drawing/2014/main" id="{FA582B0F-DBC8-A066-AFD2-80C0D019E096}"/>
                      </a:ext>
                    </a:extLst>
                  </p:cNvPr>
                  <p:cNvSpPr/>
                  <p:nvPr/>
                </p:nvSpPr>
                <p:spPr>
                  <a:xfrm>
                    <a:off x="6606001" y="1591590"/>
                    <a:ext cx="328366" cy="662443"/>
                  </a:xfrm>
                  <a:custGeom>
                    <a:avLst/>
                    <a:gdLst>
                      <a:gd name="csX0" fmla="*/ 14510 w 328366"/>
                      <a:gd name="csY0" fmla="*/ 443575 h 662443"/>
                      <a:gd name="csX1" fmla="*/ 82167 w 328366"/>
                      <a:gd name="csY1" fmla="*/ 386448 h 662443"/>
                      <a:gd name="csX2" fmla="*/ 200678 w 328366"/>
                      <a:gd name="csY2" fmla="*/ 250389 h 662443"/>
                      <a:gd name="csX3" fmla="*/ 218376 w 328366"/>
                      <a:gd name="csY3" fmla="*/ 0 h 662443"/>
                      <a:gd name="csX4" fmla="*/ 316724 w 328366"/>
                      <a:gd name="csY4" fmla="*/ 55932 h 662443"/>
                      <a:gd name="csX5" fmla="*/ 327179 w 328366"/>
                      <a:gd name="csY5" fmla="*/ 259350 h 662443"/>
                      <a:gd name="csX6" fmla="*/ 303730 w 328366"/>
                      <a:gd name="csY6" fmla="*/ 358893 h 662443"/>
                      <a:gd name="csX7" fmla="*/ 58121 w 328366"/>
                      <a:gd name="csY7" fmla="*/ 656999 h 662443"/>
                      <a:gd name="csX8" fmla="*/ 32283 w 328366"/>
                      <a:gd name="csY8" fmla="*/ 643408 h 662443"/>
                      <a:gd name="csX9" fmla="*/ 14510 w 328366"/>
                      <a:gd name="csY9" fmla="*/ 443575 h 66244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</a:cxnLst>
                    <a:rect l="l" t="t" r="r" b="b"/>
                    <a:pathLst>
                      <a:path w="328366" h="662443">
                        <a:moveTo>
                          <a:pt x="14510" y="443575"/>
                        </a:moveTo>
                        <a:cubicBezTo>
                          <a:pt x="33329" y="423338"/>
                          <a:pt x="61332" y="406984"/>
                          <a:pt x="82167" y="386448"/>
                        </a:cubicBezTo>
                        <a:cubicBezTo>
                          <a:pt x="124184" y="343347"/>
                          <a:pt x="163750" y="297922"/>
                          <a:pt x="200678" y="250389"/>
                        </a:cubicBezTo>
                        <a:lnTo>
                          <a:pt x="218376" y="0"/>
                        </a:lnTo>
                        <a:lnTo>
                          <a:pt x="316724" y="55932"/>
                        </a:lnTo>
                        <a:cubicBezTo>
                          <a:pt x="316724" y="55932"/>
                          <a:pt x="324192" y="180044"/>
                          <a:pt x="327179" y="259350"/>
                        </a:cubicBezTo>
                        <a:cubicBezTo>
                          <a:pt x="329792" y="321555"/>
                          <a:pt x="330390" y="322451"/>
                          <a:pt x="303730" y="358893"/>
                        </a:cubicBezTo>
                        <a:cubicBezTo>
                          <a:pt x="279834" y="391601"/>
                          <a:pt x="92397" y="589417"/>
                          <a:pt x="58121" y="656999"/>
                        </a:cubicBezTo>
                        <a:cubicBezTo>
                          <a:pt x="49832" y="673279"/>
                          <a:pt x="35196" y="648337"/>
                          <a:pt x="32283" y="643408"/>
                        </a:cubicBezTo>
                        <a:cubicBezTo>
                          <a:pt x="9283" y="603382"/>
                          <a:pt x="-17003" y="536622"/>
                          <a:pt x="14510" y="443575"/>
                        </a:cubicBezTo>
                        <a:close/>
                      </a:path>
                    </a:pathLst>
                  </a:custGeom>
                  <a:solidFill>
                    <a:srgbClr val="FFA8A7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416" name="Freeform: Shape 415">
                    <a:extLst>
                      <a:ext uri="{FF2B5EF4-FFF2-40B4-BE49-F238E27FC236}">
                        <a16:creationId xmlns:a16="http://schemas.microsoft.com/office/drawing/2014/main" id="{DCBE43D5-A43F-6FBF-293D-BD2ADD414241}"/>
                      </a:ext>
                    </a:extLst>
                  </p:cNvPr>
                  <p:cNvSpPr/>
                  <p:nvPr/>
                </p:nvSpPr>
                <p:spPr>
                  <a:xfrm>
                    <a:off x="6895991" y="1424905"/>
                    <a:ext cx="80042" cy="111947"/>
                  </a:xfrm>
                  <a:custGeom>
                    <a:avLst/>
                    <a:gdLst>
                      <a:gd name="csX0" fmla="*/ 9783 w 80042"/>
                      <a:gd name="csY0" fmla="*/ 8 h 111947"/>
                      <a:gd name="csX1" fmla="*/ 12321 w 80042"/>
                      <a:gd name="csY1" fmla="*/ 531 h 111947"/>
                      <a:gd name="csX2" fmla="*/ 18221 w 80042"/>
                      <a:gd name="csY2" fmla="*/ 6207 h 111947"/>
                      <a:gd name="csX3" fmla="*/ 20312 w 80042"/>
                      <a:gd name="csY3" fmla="*/ 10911 h 111947"/>
                      <a:gd name="csX4" fmla="*/ 21656 w 80042"/>
                      <a:gd name="csY4" fmla="*/ 13077 h 111947"/>
                      <a:gd name="csX5" fmla="*/ 23896 w 80042"/>
                      <a:gd name="csY5" fmla="*/ 16362 h 111947"/>
                      <a:gd name="csX6" fmla="*/ 65043 w 80042"/>
                      <a:gd name="csY6" fmla="*/ 65649 h 111947"/>
                      <a:gd name="csX7" fmla="*/ 79530 w 80042"/>
                      <a:gd name="csY7" fmla="*/ 74759 h 111947"/>
                      <a:gd name="csX8" fmla="*/ 76916 w 80042"/>
                      <a:gd name="csY8" fmla="*/ 93279 h 111947"/>
                      <a:gd name="csX9" fmla="*/ 64520 w 80042"/>
                      <a:gd name="csY9" fmla="*/ 111948 h 111947"/>
                      <a:gd name="csX10" fmla="*/ 5601 w 80042"/>
                      <a:gd name="csY10" fmla="*/ 38840 h 111947"/>
                      <a:gd name="csX11" fmla="*/ 5153 w 80042"/>
                      <a:gd name="csY11" fmla="*/ 37570 h 111947"/>
                      <a:gd name="csX12" fmla="*/ 1120 w 80042"/>
                      <a:gd name="csY12" fmla="*/ 22635 h 111947"/>
                      <a:gd name="csX13" fmla="*/ 0 w 80042"/>
                      <a:gd name="csY13" fmla="*/ 16138 h 111947"/>
                      <a:gd name="csX14" fmla="*/ 1419 w 80042"/>
                      <a:gd name="csY14" fmla="*/ 8073 h 111947"/>
                      <a:gd name="csX15" fmla="*/ 4481 w 80042"/>
                      <a:gd name="csY15" fmla="*/ 1875 h 111947"/>
                      <a:gd name="csX16" fmla="*/ 9783 w 80042"/>
                      <a:gd name="csY16" fmla="*/ 8 h 11194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</a:cxnLst>
                    <a:rect l="l" t="t" r="r" b="b"/>
                    <a:pathLst>
                      <a:path w="80042" h="111947">
                        <a:moveTo>
                          <a:pt x="9783" y="8"/>
                        </a:moveTo>
                        <a:cubicBezTo>
                          <a:pt x="10650" y="60"/>
                          <a:pt x="11505" y="236"/>
                          <a:pt x="12321" y="531"/>
                        </a:cubicBezTo>
                        <a:cubicBezTo>
                          <a:pt x="14902" y="1658"/>
                          <a:pt x="16995" y="3671"/>
                          <a:pt x="18221" y="6207"/>
                        </a:cubicBezTo>
                        <a:cubicBezTo>
                          <a:pt x="19043" y="7775"/>
                          <a:pt x="19565" y="9418"/>
                          <a:pt x="20312" y="10911"/>
                        </a:cubicBezTo>
                        <a:cubicBezTo>
                          <a:pt x="20688" y="11675"/>
                          <a:pt x="21138" y="12400"/>
                          <a:pt x="21656" y="13077"/>
                        </a:cubicBezTo>
                        <a:cubicBezTo>
                          <a:pt x="22478" y="14122"/>
                          <a:pt x="23150" y="15242"/>
                          <a:pt x="23896" y="16362"/>
                        </a:cubicBezTo>
                        <a:cubicBezTo>
                          <a:pt x="36359" y="33798"/>
                          <a:pt x="50113" y="50273"/>
                          <a:pt x="65043" y="65649"/>
                        </a:cubicBezTo>
                        <a:cubicBezTo>
                          <a:pt x="69563" y="69151"/>
                          <a:pt x="74415" y="72203"/>
                          <a:pt x="79530" y="74759"/>
                        </a:cubicBezTo>
                        <a:cubicBezTo>
                          <a:pt x="80730" y="81052"/>
                          <a:pt x="79811" y="87564"/>
                          <a:pt x="76916" y="93279"/>
                        </a:cubicBezTo>
                        <a:cubicBezTo>
                          <a:pt x="73400" y="99889"/>
                          <a:pt x="69248" y="106142"/>
                          <a:pt x="64520" y="111948"/>
                        </a:cubicBezTo>
                        <a:cubicBezTo>
                          <a:pt x="64520" y="111948"/>
                          <a:pt x="16130" y="72743"/>
                          <a:pt x="5601" y="38840"/>
                        </a:cubicBezTo>
                        <a:lnTo>
                          <a:pt x="5153" y="37570"/>
                        </a:lnTo>
                        <a:cubicBezTo>
                          <a:pt x="3659" y="32567"/>
                          <a:pt x="2240" y="27564"/>
                          <a:pt x="1120" y="22635"/>
                        </a:cubicBezTo>
                        <a:cubicBezTo>
                          <a:pt x="386" y="20548"/>
                          <a:pt x="8" y="18351"/>
                          <a:pt x="0" y="16138"/>
                        </a:cubicBezTo>
                        <a:cubicBezTo>
                          <a:pt x="285" y="13420"/>
                          <a:pt x="759" y="10725"/>
                          <a:pt x="1419" y="8073"/>
                        </a:cubicBezTo>
                        <a:cubicBezTo>
                          <a:pt x="1802" y="5749"/>
                          <a:pt x="2868" y="3592"/>
                          <a:pt x="4481" y="1875"/>
                        </a:cubicBezTo>
                        <a:cubicBezTo>
                          <a:pt x="5937" y="586"/>
                          <a:pt x="7840" y="-84"/>
                          <a:pt x="9783" y="8"/>
                        </a:cubicBezTo>
                        <a:close/>
                      </a:path>
                    </a:pathLst>
                  </a:custGeom>
                  <a:solidFill>
                    <a:srgbClr val="F28F8F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417" name="Freeform: Shape 416">
                    <a:extLst>
                      <a:ext uri="{FF2B5EF4-FFF2-40B4-BE49-F238E27FC236}">
                        <a16:creationId xmlns:a16="http://schemas.microsoft.com/office/drawing/2014/main" id="{17ACC193-9BEA-6253-AC6D-A4E76ADEF5D1}"/>
                      </a:ext>
                    </a:extLst>
                  </p:cNvPr>
                  <p:cNvSpPr/>
                  <p:nvPr/>
                </p:nvSpPr>
                <p:spPr>
                  <a:xfrm>
                    <a:off x="6822580" y="1375146"/>
                    <a:ext cx="137930" cy="286191"/>
                  </a:xfrm>
                  <a:custGeom>
                    <a:avLst/>
                    <a:gdLst>
                      <a:gd name="csX0" fmla="*/ 137931 w 137930"/>
                      <a:gd name="csY0" fmla="*/ 161707 h 286191"/>
                      <a:gd name="csX1" fmla="*/ 88868 w 137930"/>
                      <a:gd name="csY1" fmla="*/ 96067 h 286191"/>
                      <a:gd name="csX2" fmla="*/ 63255 w 137930"/>
                      <a:gd name="csY2" fmla="*/ 41852 h 286191"/>
                      <a:gd name="csX3" fmla="*/ 29725 w 137930"/>
                      <a:gd name="csY3" fmla="*/ 2647 h 286191"/>
                      <a:gd name="csX4" fmla="*/ 25170 w 137930"/>
                      <a:gd name="csY4" fmla="*/ 41703 h 286191"/>
                      <a:gd name="csX5" fmla="*/ 12624 w 137930"/>
                      <a:gd name="csY5" fmla="*/ 82028 h 286191"/>
                      <a:gd name="csX6" fmla="*/ 4 w 137930"/>
                      <a:gd name="csY6" fmla="*/ 133554 h 286191"/>
                      <a:gd name="csX7" fmla="*/ 1796 w 137930"/>
                      <a:gd name="csY7" fmla="*/ 215698 h 286191"/>
                      <a:gd name="csX8" fmla="*/ 100817 w 137930"/>
                      <a:gd name="csY8" fmla="*/ 286192 h 286191"/>
                      <a:gd name="csX9" fmla="*/ 112690 w 137930"/>
                      <a:gd name="csY9" fmla="*/ 210246 h 286191"/>
                      <a:gd name="csX10" fmla="*/ 137931 w 137930"/>
                      <a:gd name="csY10" fmla="*/ 161707 h 28619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</a:cxnLst>
                    <a:rect l="l" t="t" r="r" b="b"/>
                    <a:pathLst>
                      <a:path w="137930" h="286191">
                        <a:moveTo>
                          <a:pt x="137931" y="161707"/>
                        </a:moveTo>
                        <a:cubicBezTo>
                          <a:pt x="137931" y="161707"/>
                          <a:pt x="102161" y="115781"/>
                          <a:pt x="88868" y="96067"/>
                        </a:cubicBezTo>
                        <a:cubicBezTo>
                          <a:pt x="75576" y="76352"/>
                          <a:pt x="63553" y="58729"/>
                          <a:pt x="63255" y="41852"/>
                        </a:cubicBezTo>
                        <a:cubicBezTo>
                          <a:pt x="62732" y="18329"/>
                          <a:pt x="46229" y="-8629"/>
                          <a:pt x="29725" y="2647"/>
                        </a:cubicBezTo>
                        <a:cubicBezTo>
                          <a:pt x="25170" y="11160"/>
                          <a:pt x="26738" y="24378"/>
                          <a:pt x="25170" y="41703"/>
                        </a:cubicBezTo>
                        <a:cubicBezTo>
                          <a:pt x="22519" y="55573"/>
                          <a:pt x="18310" y="69101"/>
                          <a:pt x="12624" y="82028"/>
                        </a:cubicBezTo>
                        <a:cubicBezTo>
                          <a:pt x="3813" y="107044"/>
                          <a:pt x="-145" y="109434"/>
                          <a:pt x="4" y="133554"/>
                        </a:cubicBezTo>
                        <a:cubicBezTo>
                          <a:pt x="153" y="157674"/>
                          <a:pt x="5605" y="167382"/>
                          <a:pt x="1796" y="215698"/>
                        </a:cubicBezTo>
                        <a:lnTo>
                          <a:pt x="100817" y="286192"/>
                        </a:lnTo>
                        <a:cubicBezTo>
                          <a:pt x="99099" y="233919"/>
                          <a:pt x="97083" y="231828"/>
                          <a:pt x="112690" y="210246"/>
                        </a:cubicBezTo>
                        <a:cubicBezTo>
                          <a:pt x="122139" y="194627"/>
                          <a:pt x="130571" y="178413"/>
                          <a:pt x="137931" y="161707"/>
                        </a:cubicBezTo>
                        <a:close/>
                      </a:path>
                    </a:pathLst>
                  </a:custGeom>
                  <a:solidFill>
                    <a:srgbClr val="FFA8A7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grpSp>
                <p:nvGrpSpPr>
                  <p:cNvPr id="418" name="Graphic 4">
                    <a:extLst>
                      <a:ext uri="{FF2B5EF4-FFF2-40B4-BE49-F238E27FC236}">
                        <a16:creationId xmlns:a16="http://schemas.microsoft.com/office/drawing/2014/main" id="{B4F30E1D-8D8F-2AC9-99CB-45EBC3111138}"/>
                      </a:ext>
                    </a:extLst>
                  </p:cNvPr>
                  <p:cNvGrpSpPr/>
                  <p:nvPr/>
                </p:nvGrpSpPr>
                <p:grpSpPr>
                  <a:xfrm>
                    <a:off x="6844716" y="1072406"/>
                    <a:ext cx="429433" cy="641952"/>
                    <a:chOff x="6844716" y="1072406"/>
                    <a:chExt cx="429433" cy="641952"/>
                  </a:xfrm>
                </p:grpSpPr>
                <p:sp>
                  <p:nvSpPr>
                    <p:cNvPr id="419" name="Freeform: Shape 418">
                      <a:extLst>
                        <a:ext uri="{FF2B5EF4-FFF2-40B4-BE49-F238E27FC236}">
                          <a16:creationId xmlns:a16="http://schemas.microsoft.com/office/drawing/2014/main" id="{63B70A22-F57D-C2F7-F7D1-342B94B78C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62808" y="1076998"/>
                      <a:ext cx="111342" cy="281453"/>
                    </a:xfrm>
                    <a:custGeom>
                      <a:avLst/>
                      <a:gdLst>
                        <a:gd name="csX0" fmla="*/ 9334 w 111342"/>
                        <a:gd name="csY0" fmla="*/ 276301 h 281453"/>
                        <a:gd name="csX1" fmla="*/ 27182 w 111342"/>
                        <a:gd name="csY1" fmla="*/ 281454 h 281453"/>
                        <a:gd name="csX2" fmla="*/ 107459 w 111342"/>
                        <a:gd name="csY2" fmla="*/ 5153 h 281453"/>
                        <a:gd name="csX3" fmla="*/ 89611 w 111342"/>
                        <a:gd name="csY3" fmla="*/ 0 h 281453"/>
                        <a:gd name="csX4" fmla="*/ 0 w 111342"/>
                        <a:gd name="csY4" fmla="*/ 86176 h 281453"/>
                        <a:gd name="csX5" fmla="*/ 4182 w 111342"/>
                        <a:gd name="csY5" fmla="*/ 106712 h 281453"/>
                        <a:gd name="csX6" fmla="*/ 18296 w 111342"/>
                        <a:gd name="csY6" fmla="*/ 93196 h 281453"/>
                        <a:gd name="csX7" fmla="*/ 22030 w 111342"/>
                        <a:gd name="csY7" fmla="*/ 111865 h 281453"/>
                        <a:gd name="csX8" fmla="*/ 80725 w 111342"/>
                        <a:gd name="csY8" fmla="*/ 55559 h 281453"/>
                        <a:gd name="csX9" fmla="*/ 74452 w 111342"/>
                        <a:gd name="csY9" fmla="*/ 111043 h 281453"/>
                        <a:gd name="csX10" fmla="*/ 41744 w 111342"/>
                        <a:gd name="csY10" fmla="*/ 206628 h 281453"/>
                        <a:gd name="csX11" fmla="*/ 24568 w 111342"/>
                        <a:gd name="csY11" fmla="*/ 235005 h 281453"/>
                        <a:gd name="csX12" fmla="*/ 11500 w 111342"/>
                        <a:gd name="csY12" fmla="*/ 250986 h 281453"/>
                        <a:gd name="csX13" fmla="*/ 9334 w 111342"/>
                        <a:gd name="csY13" fmla="*/ 276301 h 281453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  <a:cxn ang="0">
                          <a:pos x="csX12" y="csY12"/>
                        </a:cxn>
                        <a:cxn ang="0">
                          <a:pos x="csX13" y="csY13"/>
                        </a:cxn>
                      </a:cxnLst>
                      <a:rect l="l" t="t" r="r" b="b"/>
                      <a:pathLst>
                        <a:path w="111342" h="281453">
                          <a:moveTo>
                            <a:pt x="9334" y="276301"/>
                          </a:moveTo>
                          <a:lnTo>
                            <a:pt x="27182" y="281454"/>
                          </a:lnTo>
                          <a:cubicBezTo>
                            <a:pt x="80426" y="230301"/>
                            <a:pt x="125008" y="76842"/>
                            <a:pt x="107459" y="5153"/>
                          </a:cubicBezTo>
                          <a:lnTo>
                            <a:pt x="89611" y="0"/>
                          </a:lnTo>
                          <a:lnTo>
                            <a:pt x="0" y="86176"/>
                          </a:lnTo>
                          <a:cubicBezTo>
                            <a:pt x="0" y="86176"/>
                            <a:pt x="1867" y="93644"/>
                            <a:pt x="4182" y="106712"/>
                          </a:cubicBezTo>
                          <a:lnTo>
                            <a:pt x="18296" y="93196"/>
                          </a:lnTo>
                          <a:cubicBezTo>
                            <a:pt x="18968" y="96108"/>
                            <a:pt x="20387" y="102455"/>
                            <a:pt x="22030" y="111865"/>
                          </a:cubicBezTo>
                          <a:lnTo>
                            <a:pt x="80725" y="55559"/>
                          </a:lnTo>
                          <a:cubicBezTo>
                            <a:pt x="80418" y="74212"/>
                            <a:pt x="78318" y="92792"/>
                            <a:pt x="74452" y="111043"/>
                          </a:cubicBezTo>
                          <a:cubicBezTo>
                            <a:pt x="67758" y="144193"/>
                            <a:pt x="56762" y="176327"/>
                            <a:pt x="41744" y="206628"/>
                          </a:cubicBezTo>
                          <a:cubicBezTo>
                            <a:pt x="36791" y="216534"/>
                            <a:pt x="31047" y="226023"/>
                            <a:pt x="24568" y="235005"/>
                          </a:cubicBezTo>
                          <a:cubicBezTo>
                            <a:pt x="19042" y="242473"/>
                            <a:pt x="14263" y="247850"/>
                            <a:pt x="11500" y="250986"/>
                          </a:cubicBezTo>
                          <a:cubicBezTo>
                            <a:pt x="10753" y="259126"/>
                            <a:pt x="10081" y="267639"/>
                            <a:pt x="9334" y="276301"/>
                          </a:cubicBezTo>
                          <a:close/>
                        </a:path>
                      </a:pathLst>
                    </a:custGeom>
                    <a:solidFill>
                      <a:srgbClr val="30261C"/>
                    </a:solidFill>
                    <a:ln w="7449" cap="flat">
                      <a:noFill/>
                      <a:prstDash val="solid"/>
                      <a:miter/>
                    </a:ln>
                  </p:spPr>
                </p:sp>
                <p:sp>
                  <p:nvSpPr>
                    <p:cNvPr id="420" name="Freeform: Shape 419">
                      <a:extLst>
                        <a:ext uri="{FF2B5EF4-FFF2-40B4-BE49-F238E27FC236}">
                          <a16:creationId xmlns:a16="http://schemas.microsoft.com/office/drawing/2014/main" id="{863738D1-DD2B-8431-2F68-F68E4ADF57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80357" y="1082150"/>
                      <a:ext cx="93793" cy="276301"/>
                    </a:xfrm>
                    <a:custGeom>
                      <a:avLst/>
                      <a:gdLst>
                        <a:gd name="csX0" fmla="*/ 0 w 93793"/>
                        <a:gd name="csY0" fmla="*/ 86176 h 276301"/>
                        <a:gd name="csX1" fmla="*/ 4182 w 93793"/>
                        <a:gd name="csY1" fmla="*/ 106712 h 276301"/>
                        <a:gd name="csX2" fmla="*/ 79530 w 93793"/>
                        <a:gd name="csY2" fmla="*/ 34426 h 276301"/>
                        <a:gd name="csX3" fmla="*/ 74452 w 93793"/>
                        <a:gd name="csY3" fmla="*/ 111043 h 276301"/>
                        <a:gd name="csX4" fmla="*/ 41744 w 93793"/>
                        <a:gd name="csY4" fmla="*/ 206628 h 276301"/>
                        <a:gd name="csX5" fmla="*/ 24568 w 93793"/>
                        <a:gd name="csY5" fmla="*/ 235005 h 276301"/>
                        <a:gd name="csX6" fmla="*/ 11500 w 93793"/>
                        <a:gd name="csY6" fmla="*/ 250986 h 276301"/>
                        <a:gd name="csX7" fmla="*/ 9633 w 93793"/>
                        <a:gd name="csY7" fmla="*/ 276301 h 276301"/>
                        <a:gd name="csX8" fmla="*/ 89910 w 93793"/>
                        <a:gd name="csY8" fmla="*/ 0 h 276301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</a:cxnLst>
                      <a:rect l="l" t="t" r="r" b="b"/>
                      <a:pathLst>
                        <a:path w="93793" h="276301">
                          <a:moveTo>
                            <a:pt x="0" y="86176"/>
                          </a:moveTo>
                          <a:cubicBezTo>
                            <a:pt x="0" y="86176"/>
                            <a:pt x="1867" y="93644"/>
                            <a:pt x="4182" y="106712"/>
                          </a:cubicBezTo>
                          <a:lnTo>
                            <a:pt x="79530" y="34426"/>
                          </a:lnTo>
                          <a:cubicBezTo>
                            <a:pt x="81924" y="60072"/>
                            <a:pt x="80210" y="85937"/>
                            <a:pt x="74452" y="111043"/>
                          </a:cubicBezTo>
                          <a:cubicBezTo>
                            <a:pt x="67758" y="144193"/>
                            <a:pt x="56762" y="176327"/>
                            <a:pt x="41744" y="206628"/>
                          </a:cubicBezTo>
                          <a:cubicBezTo>
                            <a:pt x="36791" y="216534"/>
                            <a:pt x="31047" y="226023"/>
                            <a:pt x="24568" y="235005"/>
                          </a:cubicBezTo>
                          <a:cubicBezTo>
                            <a:pt x="19042" y="242473"/>
                            <a:pt x="14263" y="247850"/>
                            <a:pt x="11500" y="250986"/>
                          </a:cubicBezTo>
                          <a:cubicBezTo>
                            <a:pt x="11052" y="259126"/>
                            <a:pt x="10380" y="267639"/>
                            <a:pt x="9633" y="276301"/>
                          </a:cubicBezTo>
                          <a:cubicBezTo>
                            <a:pt x="62877" y="225148"/>
                            <a:pt x="107459" y="71689"/>
                            <a:pt x="89910" y="0"/>
                          </a:cubicBezTo>
                          <a:close/>
                        </a:path>
                      </a:pathLst>
                    </a:custGeom>
                    <a:solidFill>
                      <a:srgbClr val="30261C"/>
                    </a:solidFill>
                    <a:ln w="7449" cap="flat">
                      <a:noFill/>
                      <a:prstDash val="solid"/>
                      <a:miter/>
                    </a:ln>
                  </p:spPr>
                </p:sp>
                <p:sp>
                  <p:nvSpPr>
                    <p:cNvPr id="421" name="Freeform: Shape 420">
                      <a:extLst>
                        <a:ext uri="{FF2B5EF4-FFF2-40B4-BE49-F238E27FC236}">
                          <a16:creationId xmlns:a16="http://schemas.microsoft.com/office/drawing/2014/main" id="{E182990B-A1D0-8158-097F-A2C45FEA134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80357" y="1082150"/>
                      <a:ext cx="93793" cy="276301"/>
                    </a:xfrm>
                    <a:custGeom>
                      <a:avLst/>
                      <a:gdLst>
                        <a:gd name="csX0" fmla="*/ 0 w 93793"/>
                        <a:gd name="csY0" fmla="*/ 86176 h 276301"/>
                        <a:gd name="csX1" fmla="*/ 4182 w 93793"/>
                        <a:gd name="csY1" fmla="*/ 106712 h 276301"/>
                        <a:gd name="csX2" fmla="*/ 79530 w 93793"/>
                        <a:gd name="csY2" fmla="*/ 34426 h 276301"/>
                        <a:gd name="csX3" fmla="*/ 74452 w 93793"/>
                        <a:gd name="csY3" fmla="*/ 111043 h 276301"/>
                        <a:gd name="csX4" fmla="*/ 41744 w 93793"/>
                        <a:gd name="csY4" fmla="*/ 206628 h 276301"/>
                        <a:gd name="csX5" fmla="*/ 24568 w 93793"/>
                        <a:gd name="csY5" fmla="*/ 235005 h 276301"/>
                        <a:gd name="csX6" fmla="*/ 11500 w 93793"/>
                        <a:gd name="csY6" fmla="*/ 250986 h 276301"/>
                        <a:gd name="csX7" fmla="*/ 9633 w 93793"/>
                        <a:gd name="csY7" fmla="*/ 276301 h 276301"/>
                        <a:gd name="csX8" fmla="*/ 89910 w 93793"/>
                        <a:gd name="csY8" fmla="*/ 0 h 276301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</a:cxnLst>
                      <a:rect l="l" t="t" r="r" b="b"/>
                      <a:pathLst>
                        <a:path w="93793" h="276301">
                          <a:moveTo>
                            <a:pt x="0" y="86176"/>
                          </a:moveTo>
                          <a:cubicBezTo>
                            <a:pt x="0" y="86176"/>
                            <a:pt x="1867" y="93644"/>
                            <a:pt x="4182" y="106712"/>
                          </a:cubicBezTo>
                          <a:lnTo>
                            <a:pt x="79530" y="34426"/>
                          </a:lnTo>
                          <a:cubicBezTo>
                            <a:pt x="81924" y="60072"/>
                            <a:pt x="80210" y="85937"/>
                            <a:pt x="74452" y="111043"/>
                          </a:cubicBezTo>
                          <a:cubicBezTo>
                            <a:pt x="67758" y="144193"/>
                            <a:pt x="56762" y="176327"/>
                            <a:pt x="41744" y="206628"/>
                          </a:cubicBezTo>
                          <a:cubicBezTo>
                            <a:pt x="36791" y="216534"/>
                            <a:pt x="31047" y="226023"/>
                            <a:pt x="24568" y="235005"/>
                          </a:cubicBezTo>
                          <a:cubicBezTo>
                            <a:pt x="19042" y="242473"/>
                            <a:pt x="14263" y="247850"/>
                            <a:pt x="11500" y="250986"/>
                          </a:cubicBezTo>
                          <a:cubicBezTo>
                            <a:pt x="11052" y="259126"/>
                            <a:pt x="10380" y="267639"/>
                            <a:pt x="9633" y="276301"/>
                          </a:cubicBezTo>
                          <a:cubicBezTo>
                            <a:pt x="62877" y="225148"/>
                            <a:pt x="107459" y="71689"/>
                            <a:pt x="89910" y="0"/>
                          </a:cubicBezTo>
                          <a:close/>
                        </a:path>
                      </a:pathLst>
                    </a:custGeom>
                    <a:solidFill>
                      <a:srgbClr val="FFFFFF">
                        <a:alpha val="40000"/>
                      </a:srgbClr>
                    </a:solidFill>
                    <a:ln w="7449" cap="flat">
                      <a:noFill/>
                      <a:prstDash val="solid"/>
                      <a:miter/>
                    </a:ln>
                  </p:spPr>
                </p:sp>
                <p:sp>
                  <p:nvSpPr>
                    <p:cNvPr id="422" name="Freeform: Shape 421">
                      <a:extLst>
                        <a:ext uri="{FF2B5EF4-FFF2-40B4-BE49-F238E27FC236}">
                          <a16:creationId xmlns:a16="http://schemas.microsoft.com/office/drawing/2014/main" id="{E86310A9-1CCB-3BE6-C256-CAD9A99BA3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62435" y="1076998"/>
                      <a:ext cx="107831" cy="91403"/>
                    </a:xfrm>
                    <a:custGeom>
                      <a:avLst/>
                      <a:gdLst>
                        <a:gd name="csX0" fmla="*/ 107832 w 107831"/>
                        <a:gd name="csY0" fmla="*/ 5153 h 91403"/>
                        <a:gd name="csX1" fmla="*/ 17847 w 107831"/>
                        <a:gd name="csY1" fmla="*/ 91403 h 91403"/>
                        <a:gd name="csX2" fmla="*/ 0 w 107831"/>
                        <a:gd name="csY2" fmla="*/ 86176 h 91403"/>
                        <a:gd name="csX3" fmla="*/ 89984 w 107831"/>
                        <a:gd name="csY3" fmla="*/ 0 h 91403"/>
                        <a:gd name="csX4" fmla="*/ 107832 w 107831"/>
                        <a:gd name="csY4" fmla="*/ 5153 h 91403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</a:cxnLst>
                      <a:rect l="l" t="t" r="r" b="b"/>
                      <a:pathLst>
                        <a:path w="107831" h="91403">
                          <a:moveTo>
                            <a:pt x="107832" y="5153"/>
                          </a:moveTo>
                          <a:lnTo>
                            <a:pt x="17847" y="91403"/>
                          </a:lnTo>
                          <a:lnTo>
                            <a:pt x="0" y="86176"/>
                          </a:lnTo>
                          <a:lnTo>
                            <a:pt x="89984" y="0"/>
                          </a:lnTo>
                          <a:lnTo>
                            <a:pt x="107832" y="5153"/>
                          </a:lnTo>
                          <a:close/>
                        </a:path>
                      </a:pathLst>
                    </a:custGeom>
                    <a:solidFill>
                      <a:srgbClr val="30261C"/>
                    </a:solidFill>
                    <a:ln w="7449" cap="flat">
                      <a:noFill/>
                      <a:prstDash val="solid"/>
                      <a:miter/>
                    </a:ln>
                  </p:spPr>
                </p:sp>
                <p:sp>
                  <p:nvSpPr>
                    <p:cNvPr id="423" name="Freeform: Shape 422">
                      <a:extLst>
                        <a:ext uri="{FF2B5EF4-FFF2-40B4-BE49-F238E27FC236}">
                          <a16:creationId xmlns:a16="http://schemas.microsoft.com/office/drawing/2014/main" id="{600BAE06-A4CD-9F08-285B-6C88C680C0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62435" y="1076998"/>
                      <a:ext cx="107831" cy="91403"/>
                    </a:xfrm>
                    <a:custGeom>
                      <a:avLst/>
                      <a:gdLst>
                        <a:gd name="csX0" fmla="*/ 107832 w 107831"/>
                        <a:gd name="csY0" fmla="*/ 5153 h 91403"/>
                        <a:gd name="csX1" fmla="*/ 17847 w 107831"/>
                        <a:gd name="csY1" fmla="*/ 91403 h 91403"/>
                        <a:gd name="csX2" fmla="*/ 0 w 107831"/>
                        <a:gd name="csY2" fmla="*/ 86176 h 91403"/>
                        <a:gd name="csX3" fmla="*/ 89984 w 107831"/>
                        <a:gd name="csY3" fmla="*/ 0 h 91403"/>
                        <a:gd name="csX4" fmla="*/ 107832 w 107831"/>
                        <a:gd name="csY4" fmla="*/ 5153 h 91403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</a:cxnLst>
                      <a:rect l="l" t="t" r="r" b="b"/>
                      <a:pathLst>
                        <a:path w="107831" h="91403">
                          <a:moveTo>
                            <a:pt x="107832" y="5153"/>
                          </a:moveTo>
                          <a:lnTo>
                            <a:pt x="17847" y="91403"/>
                          </a:lnTo>
                          <a:lnTo>
                            <a:pt x="0" y="86176"/>
                          </a:lnTo>
                          <a:lnTo>
                            <a:pt x="89984" y="0"/>
                          </a:lnTo>
                          <a:lnTo>
                            <a:pt x="107832" y="5153"/>
                          </a:lnTo>
                          <a:close/>
                        </a:path>
                      </a:pathLst>
                    </a:custGeom>
                    <a:solidFill>
                      <a:srgbClr val="FFFFFF">
                        <a:alpha val="60000"/>
                      </a:srgbClr>
                    </a:solidFill>
                    <a:ln w="7449" cap="flat">
                      <a:noFill/>
                      <a:prstDash val="solid"/>
                      <a:miter/>
                    </a:ln>
                  </p:spPr>
                </p:sp>
                <p:sp>
                  <p:nvSpPr>
                    <p:cNvPr id="424" name="Freeform: Shape 423">
                      <a:extLst>
                        <a:ext uri="{FF2B5EF4-FFF2-40B4-BE49-F238E27FC236}">
                          <a16:creationId xmlns:a16="http://schemas.microsoft.com/office/drawing/2014/main" id="{DD3F3AF6-072F-5A73-65C9-844D235CE5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56882" y="1578969"/>
                      <a:ext cx="192831" cy="135389"/>
                    </a:xfrm>
                    <a:custGeom>
                      <a:avLst/>
                      <a:gdLst>
                        <a:gd name="csX0" fmla="*/ 931 w 192831"/>
                        <a:gd name="csY0" fmla="*/ 81622 h 135389"/>
                        <a:gd name="csX1" fmla="*/ 18928 w 192831"/>
                        <a:gd name="csY1" fmla="*/ 36816 h 135389"/>
                        <a:gd name="csX2" fmla="*/ 151104 w 192831"/>
                        <a:gd name="csY2" fmla="*/ 4332 h 135389"/>
                        <a:gd name="csX3" fmla="*/ 187098 w 192831"/>
                        <a:gd name="csY3" fmla="*/ 33232 h 135389"/>
                        <a:gd name="csX4" fmla="*/ 187098 w 192831"/>
                        <a:gd name="csY4" fmla="*/ 33978 h 135389"/>
                        <a:gd name="csX5" fmla="*/ 187621 w 192831"/>
                        <a:gd name="csY5" fmla="*/ 35845 h 135389"/>
                        <a:gd name="csX6" fmla="*/ 192027 w 192831"/>
                        <a:gd name="csY6" fmla="*/ 53693 h 135389"/>
                        <a:gd name="csX7" fmla="*/ 192400 w 192831"/>
                        <a:gd name="csY7" fmla="*/ 55560 h 135389"/>
                        <a:gd name="csX8" fmla="*/ 192400 w 192831"/>
                        <a:gd name="csY8" fmla="*/ 56306 h 135389"/>
                        <a:gd name="csX9" fmla="*/ 173881 w 192831"/>
                        <a:gd name="csY9" fmla="*/ 98573 h 135389"/>
                        <a:gd name="csX10" fmla="*/ 41704 w 192831"/>
                        <a:gd name="csY10" fmla="*/ 131057 h 135389"/>
                        <a:gd name="csX11" fmla="*/ 4964 w 192831"/>
                        <a:gd name="csY11" fmla="*/ 99619 h 135389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</a:cxnLst>
                      <a:rect l="l" t="t" r="r" b="b"/>
                      <a:pathLst>
                        <a:path w="192831" h="135389">
                          <a:moveTo>
                            <a:pt x="931" y="81622"/>
                          </a:moveTo>
                          <a:cubicBezTo>
                            <a:pt x="-2429" y="67807"/>
                            <a:pt x="3246" y="51751"/>
                            <a:pt x="18928" y="36816"/>
                          </a:cubicBezTo>
                          <a:cubicBezTo>
                            <a:pt x="50292" y="6946"/>
                            <a:pt x="109435" y="-7990"/>
                            <a:pt x="151104" y="4332"/>
                          </a:cubicBezTo>
                          <a:cubicBezTo>
                            <a:pt x="170670" y="10082"/>
                            <a:pt x="182917" y="20537"/>
                            <a:pt x="187098" y="33232"/>
                          </a:cubicBezTo>
                          <a:cubicBezTo>
                            <a:pt x="187142" y="33479"/>
                            <a:pt x="187142" y="33731"/>
                            <a:pt x="187098" y="33978"/>
                          </a:cubicBezTo>
                          <a:cubicBezTo>
                            <a:pt x="187317" y="34587"/>
                            <a:pt x="187491" y="35211"/>
                            <a:pt x="187621" y="35845"/>
                          </a:cubicBezTo>
                          <a:lnTo>
                            <a:pt x="192027" y="53693"/>
                          </a:lnTo>
                          <a:cubicBezTo>
                            <a:pt x="192027" y="54365"/>
                            <a:pt x="192027" y="54962"/>
                            <a:pt x="192400" y="55560"/>
                          </a:cubicBezTo>
                          <a:cubicBezTo>
                            <a:pt x="192429" y="55808"/>
                            <a:pt x="192429" y="56058"/>
                            <a:pt x="192400" y="56306"/>
                          </a:cubicBezTo>
                          <a:cubicBezTo>
                            <a:pt x="194566" y="69524"/>
                            <a:pt x="188592" y="84459"/>
                            <a:pt x="173881" y="98573"/>
                          </a:cubicBezTo>
                          <a:cubicBezTo>
                            <a:pt x="142592" y="128443"/>
                            <a:pt x="83374" y="143379"/>
                            <a:pt x="41704" y="131057"/>
                          </a:cubicBezTo>
                          <a:cubicBezTo>
                            <a:pt x="20870" y="124934"/>
                            <a:pt x="8399" y="113359"/>
                            <a:pt x="4964" y="99619"/>
                          </a:cubicBezTo>
                          <a:close/>
                        </a:path>
                      </a:pathLst>
                    </a:custGeom>
                    <a:solidFill>
                      <a:srgbClr val="30261C"/>
                    </a:solidFill>
                    <a:ln w="7449" cap="flat">
                      <a:noFill/>
                      <a:prstDash val="solid"/>
                      <a:miter/>
                    </a:ln>
                  </p:spPr>
                </p:sp>
                <p:sp>
                  <p:nvSpPr>
                    <p:cNvPr id="425" name="Freeform: Shape 424">
                      <a:extLst>
                        <a:ext uri="{FF2B5EF4-FFF2-40B4-BE49-F238E27FC236}">
                          <a16:creationId xmlns:a16="http://schemas.microsoft.com/office/drawing/2014/main" id="{FBEBDD4D-FE26-196C-466B-9772FA4ED0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56882" y="1578969"/>
                      <a:ext cx="192831" cy="135389"/>
                    </a:xfrm>
                    <a:custGeom>
                      <a:avLst/>
                      <a:gdLst>
                        <a:gd name="csX0" fmla="*/ 931 w 192831"/>
                        <a:gd name="csY0" fmla="*/ 81622 h 135389"/>
                        <a:gd name="csX1" fmla="*/ 18928 w 192831"/>
                        <a:gd name="csY1" fmla="*/ 36816 h 135389"/>
                        <a:gd name="csX2" fmla="*/ 151104 w 192831"/>
                        <a:gd name="csY2" fmla="*/ 4332 h 135389"/>
                        <a:gd name="csX3" fmla="*/ 187098 w 192831"/>
                        <a:gd name="csY3" fmla="*/ 33232 h 135389"/>
                        <a:gd name="csX4" fmla="*/ 187098 w 192831"/>
                        <a:gd name="csY4" fmla="*/ 33978 h 135389"/>
                        <a:gd name="csX5" fmla="*/ 187621 w 192831"/>
                        <a:gd name="csY5" fmla="*/ 35845 h 135389"/>
                        <a:gd name="csX6" fmla="*/ 192027 w 192831"/>
                        <a:gd name="csY6" fmla="*/ 53693 h 135389"/>
                        <a:gd name="csX7" fmla="*/ 192400 w 192831"/>
                        <a:gd name="csY7" fmla="*/ 55560 h 135389"/>
                        <a:gd name="csX8" fmla="*/ 192400 w 192831"/>
                        <a:gd name="csY8" fmla="*/ 56306 h 135389"/>
                        <a:gd name="csX9" fmla="*/ 173881 w 192831"/>
                        <a:gd name="csY9" fmla="*/ 98573 h 135389"/>
                        <a:gd name="csX10" fmla="*/ 41704 w 192831"/>
                        <a:gd name="csY10" fmla="*/ 131057 h 135389"/>
                        <a:gd name="csX11" fmla="*/ 4964 w 192831"/>
                        <a:gd name="csY11" fmla="*/ 99619 h 135389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</a:cxnLst>
                      <a:rect l="l" t="t" r="r" b="b"/>
                      <a:pathLst>
                        <a:path w="192831" h="135389">
                          <a:moveTo>
                            <a:pt x="931" y="81622"/>
                          </a:moveTo>
                          <a:cubicBezTo>
                            <a:pt x="-2429" y="67807"/>
                            <a:pt x="3246" y="51751"/>
                            <a:pt x="18928" y="36816"/>
                          </a:cubicBezTo>
                          <a:cubicBezTo>
                            <a:pt x="50292" y="6946"/>
                            <a:pt x="109435" y="-7990"/>
                            <a:pt x="151104" y="4332"/>
                          </a:cubicBezTo>
                          <a:cubicBezTo>
                            <a:pt x="170670" y="10082"/>
                            <a:pt x="182917" y="20537"/>
                            <a:pt x="187098" y="33232"/>
                          </a:cubicBezTo>
                          <a:cubicBezTo>
                            <a:pt x="187142" y="33479"/>
                            <a:pt x="187142" y="33731"/>
                            <a:pt x="187098" y="33978"/>
                          </a:cubicBezTo>
                          <a:cubicBezTo>
                            <a:pt x="187317" y="34587"/>
                            <a:pt x="187491" y="35211"/>
                            <a:pt x="187621" y="35845"/>
                          </a:cubicBezTo>
                          <a:lnTo>
                            <a:pt x="192027" y="53693"/>
                          </a:lnTo>
                          <a:cubicBezTo>
                            <a:pt x="192027" y="54365"/>
                            <a:pt x="192027" y="54962"/>
                            <a:pt x="192400" y="55560"/>
                          </a:cubicBezTo>
                          <a:cubicBezTo>
                            <a:pt x="192429" y="55808"/>
                            <a:pt x="192429" y="56058"/>
                            <a:pt x="192400" y="56306"/>
                          </a:cubicBezTo>
                          <a:cubicBezTo>
                            <a:pt x="194566" y="69524"/>
                            <a:pt x="188592" y="84459"/>
                            <a:pt x="173881" y="98573"/>
                          </a:cubicBezTo>
                          <a:cubicBezTo>
                            <a:pt x="142592" y="128443"/>
                            <a:pt x="83374" y="143379"/>
                            <a:pt x="41704" y="131057"/>
                          </a:cubicBezTo>
                          <a:cubicBezTo>
                            <a:pt x="20870" y="124934"/>
                            <a:pt x="8399" y="113359"/>
                            <a:pt x="4964" y="99619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30000"/>
                      </a:srgbClr>
                    </a:solidFill>
                    <a:ln w="7449" cap="flat">
                      <a:noFill/>
                      <a:prstDash val="solid"/>
                      <a:miter/>
                    </a:ln>
                  </p:spPr>
                </p:sp>
                <p:sp>
                  <p:nvSpPr>
                    <p:cNvPr id="426" name="Freeform: Shape 425">
                      <a:extLst>
                        <a:ext uri="{FF2B5EF4-FFF2-40B4-BE49-F238E27FC236}">
                          <a16:creationId xmlns:a16="http://schemas.microsoft.com/office/drawing/2014/main" id="{515686D3-FC9A-AD37-94B1-F8035F18D5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63489" y="1587109"/>
                      <a:ext cx="93195" cy="127102"/>
                    </a:xfrm>
                    <a:custGeom>
                      <a:avLst/>
                      <a:gdLst>
                        <a:gd name="csX0" fmla="*/ 93195 w 93195"/>
                        <a:gd name="csY0" fmla="*/ 124858 h 127102"/>
                        <a:gd name="csX1" fmla="*/ 35471 w 93195"/>
                        <a:gd name="csY1" fmla="*/ 122842 h 127102"/>
                        <a:gd name="csX2" fmla="*/ 17399 w 93195"/>
                        <a:gd name="csY2" fmla="*/ 114926 h 127102"/>
                        <a:gd name="csX3" fmla="*/ 0 w 93195"/>
                        <a:gd name="csY3" fmla="*/ 43984 h 127102"/>
                        <a:gd name="csX4" fmla="*/ 12321 w 93195"/>
                        <a:gd name="csY4" fmla="*/ 28601 h 127102"/>
                        <a:gd name="csX5" fmla="*/ 62429 w 93195"/>
                        <a:gd name="csY5" fmla="*/ 0 h 127102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</a:cxnLst>
                      <a:rect l="l" t="t" r="r" b="b"/>
                      <a:pathLst>
                        <a:path w="93195" h="127102">
                          <a:moveTo>
                            <a:pt x="93195" y="124858"/>
                          </a:moveTo>
                          <a:cubicBezTo>
                            <a:pt x="74039" y="128423"/>
                            <a:pt x="54332" y="127735"/>
                            <a:pt x="35471" y="122842"/>
                          </a:cubicBezTo>
                          <a:cubicBezTo>
                            <a:pt x="29123" y="121014"/>
                            <a:pt x="23047" y="118353"/>
                            <a:pt x="17399" y="114926"/>
                          </a:cubicBezTo>
                          <a:lnTo>
                            <a:pt x="0" y="43984"/>
                          </a:lnTo>
                          <a:cubicBezTo>
                            <a:pt x="3410" y="38335"/>
                            <a:pt x="7553" y="33162"/>
                            <a:pt x="12321" y="28601"/>
                          </a:cubicBezTo>
                          <a:cubicBezTo>
                            <a:pt x="26723" y="15506"/>
                            <a:pt x="43830" y="5741"/>
                            <a:pt x="62429" y="0"/>
                          </a:cubicBezTo>
                          <a:close/>
                        </a:path>
                      </a:pathLst>
                    </a:custGeom>
                    <a:solidFill>
                      <a:srgbClr val="30261C">
                        <a:alpha val="70000"/>
                      </a:srgbClr>
                    </a:solidFill>
                    <a:ln w="7449" cap="flat">
                      <a:noFill/>
                      <a:prstDash val="solid"/>
                      <a:miter/>
                    </a:ln>
                  </p:spPr>
                </p:sp>
                <p:sp>
                  <p:nvSpPr>
                    <p:cNvPr id="427" name="Freeform: Shape 426">
                      <a:extLst>
                        <a:ext uri="{FF2B5EF4-FFF2-40B4-BE49-F238E27FC236}">
                          <a16:creationId xmlns:a16="http://schemas.microsoft.com/office/drawing/2014/main" id="{511888C2-FEF1-02C7-4DCD-ED9698676C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93126" y="1580164"/>
                      <a:ext cx="56661" cy="106861"/>
                    </a:xfrm>
                    <a:custGeom>
                      <a:avLst/>
                      <a:gdLst>
                        <a:gd name="csX0" fmla="*/ 0 w 56661"/>
                        <a:gd name="csY0" fmla="*/ 0 h 106861"/>
                        <a:gd name="csX1" fmla="*/ 14935 w 56661"/>
                        <a:gd name="csY1" fmla="*/ 3062 h 106861"/>
                        <a:gd name="csX2" fmla="*/ 50929 w 56661"/>
                        <a:gd name="csY2" fmla="*/ 31961 h 106861"/>
                        <a:gd name="csX3" fmla="*/ 50929 w 56661"/>
                        <a:gd name="csY3" fmla="*/ 32708 h 106861"/>
                        <a:gd name="csX4" fmla="*/ 51452 w 56661"/>
                        <a:gd name="csY4" fmla="*/ 34575 h 106861"/>
                        <a:gd name="csX5" fmla="*/ 55858 w 56661"/>
                        <a:gd name="csY5" fmla="*/ 52423 h 106861"/>
                        <a:gd name="csX6" fmla="*/ 56231 w 56661"/>
                        <a:gd name="csY6" fmla="*/ 54289 h 106861"/>
                        <a:gd name="csX7" fmla="*/ 56231 w 56661"/>
                        <a:gd name="csY7" fmla="*/ 55036 h 106861"/>
                        <a:gd name="csX8" fmla="*/ 37711 w 56661"/>
                        <a:gd name="csY8" fmla="*/ 97303 h 106861"/>
                        <a:gd name="csX9" fmla="*/ 26062 w 56661"/>
                        <a:gd name="csY9" fmla="*/ 106861 h 106861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</a:cxnLst>
                      <a:rect l="l" t="t" r="r" b="b"/>
                      <a:pathLst>
                        <a:path w="56661" h="106861">
                          <a:moveTo>
                            <a:pt x="0" y="0"/>
                          </a:moveTo>
                          <a:cubicBezTo>
                            <a:pt x="5041" y="686"/>
                            <a:pt x="10031" y="1709"/>
                            <a:pt x="14935" y="3062"/>
                          </a:cubicBezTo>
                          <a:cubicBezTo>
                            <a:pt x="34500" y="8812"/>
                            <a:pt x="46747" y="19266"/>
                            <a:pt x="50929" y="31961"/>
                          </a:cubicBezTo>
                          <a:cubicBezTo>
                            <a:pt x="50972" y="32208"/>
                            <a:pt x="50972" y="32461"/>
                            <a:pt x="50929" y="32708"/>
                          </a:cubicBezTo>
                          <a:cubicBezTo>
                            <a:pt x="51148" y="33317"/>
                            <a:pt x="51322" y="33941"/>
                            <a:pt x="51452" y="34575"/>
                          </a:cubicBezTo>
                          <a:lnTo>
                            <a:pt x="55858" y="52423"/>
                          </a:lnTo>
                          <a:cubicBezTo>
                            <a:pt x="55858" y="53095"/>
                            <a:pt x="55858" y="53692"/>
                            <a:pt x="56231" y="54289"/>
                          </a:cubicBezTo>
                          <a:cubicBezTo>
                            <a:pt x="56259" y="54538"/>
                            <a:pt x="56259" y="54788"/>
                            <a:pt x="56231" y="55036"/>
                          </a:cubicBezTo>
                          <a:cubicBezTo>
                            <a:pt x="58397" y="68254"/>
                            <a:pt x="52422" y="83189"/>
                            <a:pt x="37711" y="97303"/>
                          </a:cubicBezTo>
                          <a:cubicBezTo>
                            <a:pt x="34079" y="100783"/>
                            <a:pt x="30184" y="103978"/>
                            <a:pt x="26062" y="106861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20000"/>
                      </a:srgbClr>
                    </a:solidFill>
                    <a:ln w="7449" cap="flat">
                      <a:noFill/>
                      <a:prstDash val="solid"/>
                      <a:miter/>
                    </a:ln>
                  </p:spPr>
                </p:sp>
                <p:sp>
                  <p:nvSpPr>
                    <p:cNvPr id="428" name="Freeform: Shape 427">
                      <a:extLst>
                        <a:ext uri="{FF2B5EF4-FFF2-40B4-BE49-F238E27FC236}">
                          <a16:creationId xmlns:a16="http://schemas.microsoft.com/office/drawing/2014/main" id="{D91DBF45-F4A8-64A3-74A8-00EC2A83C1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56787" y="1574033"/>
                      <a:ext cx="187828" cy="119502"/>
                    </a:xfrm>
                    <a:custGeom>
                      <a:avLst/>
                      <a:gdLst>
                        <a:gd name="csX0" fmla="*/ 185626 w 187828"/>
                        <a:gd name="csY0" fmla="*/ 59823 h 119502"/>
                        <a:gd name="csX1" fmla="*/ 187120 w 187828"/>
                        <a:gd name="csY1" fmla="*/ 55044 h 119502"/>
                        <a:gd name="csX2" fmla="*/ 187119 w 187828"/>
                        <a:gd name="csY2" fmla="*/ 53775 h 119502"/>
                        <a:gd name="csX3" fmla="*/ 187717 w 187828"/>
                        <a:gd name="csY3" fmla="*/ 49742 h 119502"/>
                        <a:gd name="csX4" fmla="*/ 187717 w 187828"/>
                        <a:gd name="csY4" fmla="*/ 48473 h 119502"/>
                        <a:gd name="csX5" fmla="*/ 187717 w 187828"/>
                        <a:gd name="csY5" fmla="*/ 43544 h 119502"/>
                        <a:gd name="csX6" fmla="*/ 187717 w 187828"/>
                        <a:gd name="csY6" fmla="*/ 43544 h 119502"/>
                        <a:gd name="csX7" fmla="*/ 186970 w 187828"/>
                        <a:gd name="csY7" fmla="*/ 38690 h 119502"/>
                        <a:gd name="csX8" fmla="*/ 186970 w 187828"/>
                        <a:gd name="csY8" fmla="*/ 37271 h 119502"/>
                        <a:gd name="csX9" fmla="*/ 185850 w 187828"/>
                        <a:gd name="csY9" fmla="*/ 34060 h 119502"/>
                        <a:gd name="csX10" fmla="*/ 185178 w 187828"/>
                        <a:gd name="csY10" fmla="*/ 32417 h 119502"/>
                        <a:gd name="csX11" fmla="*/ 183610 w 187828"/>
                        <a:gd name="csY11" fmla="*/ 29430 h 119502"/>
                        <a:gd name="csX12" fmla="*/ 182788 w 187828"/>
                        <a:gd name="csY12" fmla="*/ 28011 h 119502"/>
                        <a:gd name="csX13" fmla="*/ 179801 w 187828"/>
                        <a:gd name="csY13" fmla="*/ 24054 h 119502"/>
                        <a:gd name="csX14" fmla="*/ 178681 w 187828"/>
                        <a:gd name="csY14" fmla="*/ 22859 h 119502"/>
                        <a:gd name="csX15" fmla="*/ 176067 w 187828"/>
                        <a:gd name="csY15" fmla="*/ 20245 h 119502"/>
                        <a:gd name="csX16" fmla="*/ 174275 w 187828"/>
                        <a:gd name="csY16" fmla="*/ 18752 h 119502"/>
                        <a:gd name="csX17" fmla="*/ 173006 w 187828"/>
                        <a:gd name="csY17" fmla="*/ 17631 h 119502"/>
                        <a:gd name="csX18" fmla="*/ 170989 w 187828"/>
                        <a:gd name="csY18" fmla="*/ 16213 h 119502"/>
                        <a:gd name="csX19" fmla="*/ 169869 w 187828"/>
                        <a:gd name="csY19" fmla="*/ 15466 h 119502"/>
                        <a:gd name="csX20" fmla="*/ 80258 w 187828"/>
                        <a:gd name="csY20" fmla="*/ 5011 h 119502"/>
                        <a:gd name="csX21" fmla="*/ 5582 w 187828"/>
                        <a:gd name="csY21" fmla="*/ 56015 h 119502"/>
                        <a:gd name="csX22" fmla="*/ 5059 w 187828"/>
                        <a:gd name="csY22" fmla="*/ 56911 h 119502"/>
                        <a:gd name="csX23" fmla="*/ 3864 w 187828"/>
                        <a:gd name="csY23" fmla="*/ 59226 h 119502"/>
                        <a:gd name="csX24" fmla="*/ 3193 w 187828"/>
                        <a:gd name="csY24" fmla="*/ 60944 h 119502"/>
                        <a:gd name="csX25" fmla="*/ 2371 w 187828"/>
                        <a:gd name="csY25" fmla="*/ 62885 h 119502"/>
                        <a:gd name="csX26" fmla="*/ 1176 w 187828"/>
                        <a:gd name="csY26" fmla="*/ 66768 h 119502"/>
                        <a:gd name="csX27" fmla="*/ 803 w 187828"/>
                        <a:gd name="csY27" fmla="*/ 68038 h 119502"/>
                        <a:gd name="csX28" fmla="*/ 56 w 187828"/>
                        <a:gd name="csY28" fmla="*/ 73041 h 119502"/>
                        <a:gd name="csX29" fmla="*/ 56 w 187828"/>
                        <a:gd name="csY29" fmla="*/ 74534 h 119502"/>
                        <a:gd name="csX30" fmla="*/ 56 w 187828"/>
                        <a:gd name="csY30" fmla="*/ 78044 h 119502"/>
                        <a:gd name="csX31" fmla="*/ 56 w 187828"/>
                        <a:gd name="csY31" fmla="*/ 79687 h 119502"/>
                        <a:gd name="csX32" fmla="*/ 653 w 187828"/>
                        <a:gd name="csY32" fmla="*/ 83272 h 119502"/>
                        <a:gd name="csX33" fmla="*/ 653 w 187828"/>
                        <a:gd name="csY33" fmla="*/ 84466 h 119502"/>
                        <a:gd name="csX34" fmla="*/ 4611 w 187828"/>
                        <a:gd name="csY34" fmla="*/ 93652 h 119502"/>
                        <a:gd name="csX35" fmla="*/ 5209 w 187828"/>
                        <a:gd name="csY35" fmla="*/ 94622 h 119502"/>
                        <a:gd name="csX36" fmla="*/ 7822 w 187828"/>
                        <a:gd name="csY36" fmla="*/ 98057 h 119502"/>
                        <a:gd name="csX37" fmla="*/ 8569 w 187828"/>
                        <a:gd name="csY37" fmla="*/ 98879 h 119502"/>
                        <a:gd name="csX38" fmla="*/ 12303 w 187828"/>
                        <a:gd name="csY38" fmla="*/ 102613 h 119502"/>
                        <a:gd name="csX39" fmla="*/ 12303 w 187828"/>
                        <a:gd name="csY39" fmla="*/ 102613 h 119502"/>
                        <a:gd name="csX40" fmla="*/ 17232 w 187828"/>
                        <a:gd name="csY40" fmla="*/ 106421 h 119502"/>
                        <a:gd name="csX41" fmla="*/ 17231 w 187828"/>
                        <a:gd name="csY41" fmla="*/ 106421 h 119502"/>
                        <a:gd name="csX42" fmla="*/ 22310 w 187828"/>
                        <a:gd name="csY42" fmla="*/ 109408 h 119502"/>
                        <a:gd name="csX43" fmla="*/ 23504 w 187828"/>
                        <a:gd name="csY43" fmla="*/ 110006 h 119502"/>
                        <a:gd name="csX44" fmla="*/ 28582 w 187828"/>
                        <a:gd name="csY44" fmla="*/ 112321 h 119502"/>
                        <a:gd name="csX45" fmla="*/ 29926 w 187828"/>
                        <a:gd name="csY45" fmla="*/ 112843 h 119502"/>
                        <a:gd name="csX46" fmla="*/ 36871 w 187828"/>
                        <a:gd name="csY46" fmla="*/ 115233 h 119502"/>
                        <a:gd name="csX47" fmla="*/ 169048 w 187828"/>
                        <a:gd name="csY47" fmla="*/ 82824 h 119502"/>
                        <a:gd name="csX48" fmla="*/ 174051 w 187828"/>
                        <a:gd name="csY48" fmla="*/ 77522 h 119502"/>
                        <a:gd name="csX49" fmla="*/ 175097 w 187828"/>
                        <a:gd name="csY49" fmla="*/ 76252 h 119502"/>
                        <a:gd name="csX50" fmla="*/ 178382 w 187828"/>
                        <a:gd name="csY50" fmla="*/ 72070 h 119502"/>
                        <a:gd name="csX51" fmla="*/ 179278 w 187828"/>
                        <a:gd name="csY51" fmla="*/ 70801 h 119502"/>
                        <a:gd name="csX52" fmla="*/ 182265 w 187828"/>
                        <a:gd name="csY52" fmla="*/ 66021 h 119502"/>
                        <a:gd name="csX53" fmla="*/ 182265 w 187828"/>
                        <a:gd name="csY53" fmla="*/ 65499 h 119502"/>
                        <a:gd name="csX54" fmla="*/ 184879 w 187828"/>
                        <a:gd name="csY54" fmla="*/ 59973 h 119502"/>
                        <a:gd name="csX55" fmla="*/ 185626 w 187828"/>
                        <a:gd name="csY55" fmla="*/ 59823 h 119502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  <a:cxn ang="0">
                          <a:pos x="csX12" y="csY12"/>
                        </a:cxn>
                        <a:cxn ang="0">
                          <a:pos x="csX13" y="csY13"/>
                        </a:cxn>
                        <a:cxn ang="0">
                          <a:pos x="csX14" y="csY14"/>
                        </a:cxn>
                        <a:cxn ang="0">
                          <a:pos x="csX15" y="csY15"/>
                        </a:cxn>
                        <a:cxn ang="0">
                          <a:pos x="csX16" y="csY16"/>
                        </a:cxn>
                        <a:cxn ang="0">
                          <a:pos x="csX17" y="csY17"/>
                        </a:cxn>
                        <a:cxn ang="0">
                          <a:pos x="csX18" y="csY18"/>
                        </a:cxn>
                        <a:cxn ang="0">
                          <a:pos x="csX19" y="csY19"/>
                        </a:cxn>
                        <a:cxn ang="0">
                          <a:pos x="csX20" y="csY20"/>
                        </a:cxn>
                        <a:cxn ang="0">
                          <a:pos x="csX21" y="csY21"/>
                        </a:cxn>
                        <a:cxn ang="0">
                          <a:pos x="csX22" y="csY22"/>
                        </a:cxn>
                        <a:cxn ang="0">
                          <a:pos x="csX23" y="csY23"/>
                        </a:cxn>
                        <a:cxn ang="0">
                          <a:pos x="csX24" y="csY24"/>
                        </a:cxn>
                        <a:cxn ang="0">
                          <a:pos x="csX25" y="csY25"/>
                        </a:cxn>
                        <a:cxn ang="0">
                          <a:pos x="csX26" y="csY26"/>
                        </a:cxn>
                        <a:cxn ang="0">
                          <a:pos x="csX27" y="csY27"/>
                        </a:cxn>
                        <a:cxn ang="0">
                          <a:pos x="csX28" y="csY28"/>
                        </a:cxn>
                        <a:cxn ang="0">
                          <a:pos x="csX29" y="csY29"/>
                        </a:cxn>
                        <a:cxn ang="0">
                          <a:pos x="csX30" y="csY30"/>
                        </a:cxn>
                        <a:cxn ang="0">
                          <a:pos x="csX31" y="csY31"/>
                        </a:cxn>
                        <a:cxn ang="0">
                          <a:pos x="csX32" y="csY32"/>
                        </a:cxn>
                        <a:cxn ang="0">
                          <a:pos x="csX33" y="csY33"/>
                        </a:cxn>
                        <a:cxn ang="0">
                          <a:pos x="csX34" y="csY34"/>
                        </a:cxn>
                        <a:cxn ang="0">
                          <a:pos x="csX35" y="csY35"/>
                        </a:cxn>
                        <a:cxn ang="0">
                          <a:pos x="csX36" y="csY36"/>
                        </a:cxn>
                        <a:cxn ang="0">
                          <a:pos x="csX37" y="csY37"/>
                        </a:cxn>
                        <a:cxn ang="0">
                          <a:pos x="csX38" y="csY38"/>
                        </a:cxn>
                        <a:cxn ang="0">
                          <a:pos x="csX39" y="csY39"/>
                        </a:cxn>
                        <a:cxn ang="0">
                          <a:pos x="csX40" y="csY40"/>
                        </a:cxn>
                        <a:cxn ang="0">
                          <a:pos x="csX41" y="csY41"/>
                        </a:cxn>
                        <a:cxn ang="0">
                          <a:pos x="csX42" y="csY42"/>
                        </a:cxn>
                        <a:cxn ang="0">
                          <a:pos x="csX43" y="csY43"/>
                        </a:cxn>
                        <a:cxn ang="0">
                          <a:pos x="csX44" y="csY44"/>
                        </a:cxn>
                        <a:cxn ang="0">
                          <a:pos x="csX45" y="csY45"/>
                        </a:cxn>
                        <a:cxn ang="0">
                          <a:pos x="csX46" y="csY46"/>
                        </a:cxn>
                        <a:cxn ang="0">
                          <a:pos x="csX47" y="csY47"/>
                        </a:cxn>
                        <a:cxn ang="0">
                          <a:pos x="csX48" y="csY48"/>
                        </a:cxn>
                        <a:cxn ang="0">
                          <a:pos x="csX49" y="csY49"/>
                        </a:cxn>
                        <a:cxn ang="0">
                          <a:pos x="csX50" y="csY50"/>
                        </a:cxn>
                        <a:cxn ang="0">
                          <a:pos x="csX51" y="csY51"/>
                        </a:cxn>
                        <a:cxn ang="0">
                          <a:pos x="csX52" y="csY52"/>
                        </a:cxn>
                        <a:cxn ang="0">
                          <a:pos x="csX53" y="csY53"/>
                        </a:cxn>
                        <a:cxn ang="0">
                          <a:pos x="csX54" y="csY54"/>
                        </a:cxn>
                        <a:cxn ang="0">
                          <a:pos x="csX55" y="csY55"/>
                        </a:cxn>
                      </a:cxnLst>
                      <a:rect l="l" t="t" r="r" b="b"/>
                      <a:pathLst>
                        <a:path w="187828" h="119502">
                          <a:moveTo>
                            <a:pt x="185626" y="59823"/>
                          </a:moveTo>
                          <a:cubicBezTo>
                            <a:pt x="186225" y="58264"/>
                            <a:pt x="186724" y="56667"/>
                            <a:pt x="187120" y="55044"/>
                          </a:cubicBezTo>
                          <a:cubicBezTo>
                            <a:pt x="187119" y="54596"/>
                            <a:pt x="187119" y="54223"/>
                            <a:pt x="187119" y="53775"/>
                          </a:cubicBezTo>
                          <a:cubicBezTo>
                            <a:pt x="187428" y="52449"/>
                            <a:pt x="187628" y="51100"/>
                            <a:pt x="187717" y="49742"/>
                          </a:cubicBezTo>
                          <a:cubicBezTo>
                            <a:pt x="187753" y="49320"/>
                            <a:pt x="187753" y="48895"/>
                            <a:pt x="187717" y="48473"/>
                          </a:cubicBezTo>
                          <a:cubicBezTo>
                            <a:pt x="187866" y="46833"/>
                            <a:pt x="187866" y="45184"/>
                            <a:pt x="187717" y="43544"/>
                          </a:cubicBezTo>
                          <a:lnTo>
                            <a:pt x="187717" y="43544"/>
                          </a:lnTo>
                          <a:cubicBezTo>
                            <a:pt x="187620" y="41906"/>
                            <a:pt x="187370" y="40281"/>
                            <a:pt x="186970" y="38690"/>
                          </a:cubicBezTo>
                          <a:cubicBezTo>
                            <a:pt x="187004" y="38218"/>
                            <a:pt x="187004" y="37744"/>
                            <a:pt x="186970" y="37271"/>
                          </a:cubicBezTo>
                          <a:cubicBezTo>
                            <a:pt x="186664" y="36179"/>
                            <a:pt x="186290" y="35106"/>
                            <a:pt x="185850" y="34060"/>
                          </a:cubicBezTo>
                          <a:lnTo>
                            <a:pt x="185178" y="32417"/>
                          </a:lnTo>
                          <a:cubicBezTo>
                            <a:pt x="184714" y="31392"/>
                            <a:pt x="184191" y="30394"/>
                            <a:pt x="183610" y="29430"/>
                          </a:cubicBezTo>
                          <a:lnTo>
                            <a:pt x="182788" y="28011"/>
                          </a:lnTo>
                          <a:cubicBezTo>
                            <a:pt x="181883" y="26626"/>
                            <a:pt x="180885" y="25304"/>
                            <a:pt x="179801" y="24054"/>
                          </a:cubicBezTo>
                          <a:lnTo>
                            <a:pt x="178681" y="22859"/>
                          </a:lnTo>
                          <a:cubicBezTo>
                            <a:pt x="177867" y="21932"/>
                            <a:pt x="176994" y="21059"/>
                            <a:pt x="176067" y="20245"/>
                          </a:cubicBezTo>
                          <a:lnTo>
                            <a:pt x="174275" y="18752"/>
                          </a:lnTo>
                          <a:lnTo>
                            <a:pt x="173006" y="17631"/>
                          </a:lnTo>
                          <a:lnTo>
                            <a:pt x="170989" y="16213"/>
                          </a:lnTo>
                          <a:lnTo>
                            <a:pt x="169869" y="15466"/>
                          </a:lnTo>
                          <a:cubicBezTo>
                            <a:pt x="144255" y="-2606"/>
                            <a:pt x="112891" y="-3054"/>
                            <a:pt x="80258" y="5011"/>
                          </a:cubicBezTo>
                          <a:cubicBezTo>
                            <a:pt x="47625" y="13076"/>
                            <a:pt x="19696" y="28011"/>
                            <a:pt x="5582" y="56015"/>
                          </a:cubicBezTo>
                          <a:cubicBezTo>
                            <a:pt x="5436" y="56329"/>
                            <a:pt x="5261" y="56629"/>
                            <a:pt x="5059" y="56911"/>
                          </a:cubicBezTo>
                          <a:cubicBezTo>
                            <a:pt x="4721" y="57712"/>
                            <a:pt x="4322" y="58486"/>
                            <a:pt x="3864" y="59226"/>
                          </a:cubicBezTo>
                          <a:lnTo>
                            <a:pt x="3193" y="60944"/>
                          </a:lnTo>
                          <a:cubicBezTo>
                            <a:pt x="2965" y="61609"/>
                            <a:pt x="2690" y="62258"/>
                            <a:pt x="2371" y="62885"/>
                          </a:cubicBezTo>
                          <a:cubicBezTo>
                            <a:pt x="1923" y="64229"/>
                            <a:pt x="1550" y="65499"/>
                            <a:pt x="1176" y="66768"/>
                          </a:cubicBezTo>
                          <a:cubicBezTo>
                            <a:pt x="1086" y="67201"/>
                            <a:pt x="961" y="67625"/>
                            <a:pt x="803" y="68038"/>
                          </a:cubicBezTo>
                          <a:cubicBezTo>
                            <a:pt x="445" y="69687"/>
                            <a:pt x="195" y="71359"/>
                            <a:pt x="56" y="73041"/>
                          </a:cubicBezTo>
                          <a:cubicBezTo>
                            <a:pt x="17" y="73538"/>
                            <a:pt x="17" y="74037"/>
                            <a:pt x="56" y="74534"/>
                          </a:cubicBezTo>
                          <a:cubicBezTo>
                            <a:pt x="-19" y="75703"/>
                            <a:pt x="-19" y="76876"/>
                            <a:pt x="56" y="78044"/>
                          </a:cubicBezTo>
                          <a:cubicBezTo>
                            <a:pt x="56" y="78642"/>
                            <a:pt x="56" y="79164"/>
                            <a:pt x="56" y="79687"/>
                          </a:cubicBezTo>
                          <a:cubicBezTo>
                            <a:pt x="56" y="80210"/>
                            <a:pt x="429" y="82077"/>
                            <a:pt x="653" y="83272"/>
                          </a:cubicBezTo>
                          <a:lnTo>
                            <a:pt x="653" y="84466"/>
                          </a:lnTo>
                          <a:cubicBezTo>
                            <a:pt x="1502" y="87710"/>
                            <a:pt x="2836" y="90807"/>
                            <a:pt x="4611" y="93652"/>
                          </a:cubicBezTo>
                          <a:lnTo>
                            <a:pt x="5209" y="94622"/>
                          </a:lnTo>
                          <a:cubicBezTo>
                            <a:pt x="6030" y="95743"/>
                            <a:pt x="6852" y="96937"/>
                            <a:pt x="7822" y="98057"/>
                          </a:cubicBezTo>
                          <a:cubicBezTo>
                            <a:pt x="8031" y="98366"/>
                            <a:pt x="8282" y="98642"/>
                            <a:pt x="8569" y="98879"/>
                          </a:cubicBezTo>
                          <a:cubicBezTo>
                            <a:pt x="9699" y="100233"/>
                            <a:pt x="10949" y="101483"/>
                            <a:pt x="12303" y="102613"/>
                          </a:cubicBezTo>
                          <a:lnTo>
                            <a:pt x="12303" y="102613"/>
                          </a:lnTo>
                          <a:cubicBezTo>
                            <a:pt x="13852" y="104000"/>
                            <a:pt x="15499" y="105272"/>
                            <a:pt x="17232" y="106421"/>
                          </a:cubicBezTo>
                          <a:lnTo>
                            <a:pt x="17231" y="106421"/>
                          </a:lnTo>
                          <a:cubicBezTo>
                            <a:pt x="18800" y="107467"/>
                            <a:pt x="20517" y="108437"/>
                            <a:pt x="22310" y="109408"/>
                          </a:cubicBezTo>
                          <a:lnTo>
                            <a:pt x="23504" y="110006"/>
                          </a:lnTo>
                          <a:lnTo>
                            <a:pt x="28582" y="112321"/>
                          </a:lnTo>
                          <a:lnTo>
                            <a:pt x="29926" y="112843"/>
                          </a:lnTo>
                          <a:cubicBezTo>
                            <a:pt x="32092" y="113739"/>
                            <a:pt x="34407" y="114486"/>
                            <a:pt x="36871" y="115233"/>
                          </a:cubicBezTo>
                          <a:cubicBezTo>
                            <a:pt x="78541" y="127330"/>
                            <a:pt x="137759" y="112843"/>
                            <a:pt x="169048" y="82824"/>
                          </a:cubicBezTo>
                          <a:cubicBezTo>
                            <a:pt x="170840" y="81031"/>
                            <a:pt x="172483" y="79239"/>
                            <a:pt x="174051" y="77522"/>
                          </a:cubicBezTo>
                          <a:lnTo>
                            <a:pt x="175097" y="76252"/>
                          </a:lnTo>
                          <a:cubicBezTo>
                            <a:pt x="176278" y="74928"/>
                            <a:pt x="177376" y="73532"/>
                            <a:pt x="178382" y="72070"/>
                          </a:cubicBezTo>
                          <a:lnTo>
                            <a:pt x="179278" y="70801"/>
                          </a:lnTo>
                          <a:cubicBezTo>
                            <a:pt x="180354" y="69259"/>
                            <a:pt x="181351" y="67664"/>
                            <a:pt x="182265" y="66021"/>
                          </a:cubicBezTo>
                          <a:lnTo>
                            <a:pt x="182265" y="65499"/>
                          </a:lnTo>
                          <a:cubicBezTo>
                            <a:pt x="183244" y="63709"/>
                            <a:pt x="184116" y="61864"/>
                            <a:pt x="184879" y="59973"/>
                          </a:cubicBezTo>
                          <a:cubicBezTo>
                            <a:pt x="185100" y="59831"/>
                            <a:pt x="185367" y="59777"/>
                            <a:pt x="185626" y="59823"/>
                          </a:cubicBezTo>
                          <a:close/>
                        </a:path>
                      </a:pathLst>
                    </a:custGeom>
                    <a:solidFill>
                      <a:srgbClr val="30261C"/>
                    </a:solidFill>
                    <a:ln w="7449" cap="flat">
                      <a:noFill/>
                      <a:prstDash val="solid"/>
                      <a:miter/>
                    </a:ln>
                  </p:spPr>
                </p:sp>
                <p:sp>
                  <p:nvSpPr>
                    <p:cNvPr id="429" name="Freeform: Shape 428">
                      <a:extLst>
                        <a:ext uri="{FF2B5EF4-FFF2-40B4-BE49-F238E27FC236}">
                          <a16:creationId xmlns:a16="http://schemas.microsoft.com/office/drawing/2014/main" id="{834415D1-2794-0DB9-8533-8B47A68F15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56787" y="1574033"/>
                      <a:ext cx="187828" cy="119502"/>
                    </a:xfrm>
                    <a:custGeom>
                      <a:avLst/>
                      <a:gdLst>
                        <a:gd name="csX0" fmla="*/ 185626 w 187828"/>
                        <a:gd name="csY0" fmla="*/ 59823 h 119502"/>
                        <a:gd name="csX1" fmla="*/ 187120 w 187828"/>
                        <a:gd name="csY1" fmla="*/ 55044 h 119502"/>
                        <a:gd name="csX2" fmla="*/ 187119 w 187828"/>
                        <a:gd name="csY2" fmla="*/ 53775 h 119502"/>
                        <a:gd name="csX3" fmla="*/ 187717 w 187828"/>
                        <a:gd name="csY3" fmla="*/ 49742 h 119502"/>
                        <a:gd name="csX4" fmla="*/ 187717 w 187828"/>
                        <a:gd name="csY4" fmla="*/ 48473 h 119502"/>
                        <a:gd name="csX5" fmla="*/ 187717 w 187828"/>
                        <a:gd name="csY5" fmla="*/ 43544 h 119502"/>
                        <a:gd name="csX6" fmla="*/ 187717 w 187828"/>
                        <a:gd name="csY6" fmla="*/ 43544 h 119502"/>
                        <a:gd name="csX7" fmla="*/ 186970 w 187828"/>
                        <a:gd name="csY7" fmla="*/ 38690 h 119502"/>
                        <a:gd name="csX8" fmla="*/ 186970 w 187828"/>
                        <a:gd name="csY8" fmla="*/ 37271 h 119502"/>
                        <a:gd name="csX9" fmla="*/ 185850 w 187828"/>
                        <a:gd name="csY9" fmla="*/ 34060 h 119502"/>
                        <a:gd name="csX10" fmla="*/ 185178 w 187828"/>
                        <a:gd name="csY10" fmla="*/ 32417 h 119502"/>
                        <a:gd name="csX11" fmla="*/ 183610 w 187828"/>
                        <a:gd name="csY11" fmla="*/ 29430 h 119502"/>
                        <a:gd name="csX12" fmla="*/ 182788 w 187828"/>
                        <a:gd name="csY12" fmla="*/ 28011 h 119502"/>
                        <a:gd name="csX13" fmla="*/ 179801 w 187828"/>
                        <a:gd name="csY13" fmla="*/ 24054 h 119502"/>
                        <a:gd name="csX14" fmla="*/ 178681 w 187828"/>
                        <a:gd name="csY14" fmla="*/ 22859 h 119502"/>
                        <a:gd name="csX15" fmla="*/ 176067 w 187828"/>
                        <a:gd name="csY15" fmla="*/ 20245 h 119502"/>
                        <a:gd name="csX16" fmla="*/ 174275 w 187828"/>
                        <a:gd name="csY16" fmla="*/ 18752 h 119502"/>
                        <a:gd name="csX17" fmla="*/ 173006 w 187828"/>
                        <a:gd name="csY17" fmla="*/ 17631 h 119502"/>
                        <a:gd name="csX18" fmla="*/ 170989 w 187828"/>
                        <a:gd name="csY18" fmla="*/ 16213 h 119502"/>
                        <a:gd name="csX19" fmla="*/ 169869 w 187828"/>
                        <a:gd name="csY19" fmla="*/ 15466 h 119502"/>
                        <a:gd name="csX20" fmla="*/ 80258 w 187828"/>
                        <a:gd name="csY20" fmla="*/ 5011 h 119502"/>
                        <a:gd name="csX21" fmla="*/ 5582 w 187828"/>
                        <a:gd name="csY21" fmla="*/ 56015 h 119502"/>
                        <a:gd name="csX22" fmla="*/ 5059 w 187828"/>
                        <a:gd name="csY22" fmla="*/ 56911 h 119502"/>
                        <a:gd name="csX23" fmla="*/ 3864 w 187828"/>
                        <a:gd name="csY23" fmla="*/ 59226 h 119502"/>
                        <a:gd name="csX24" fmla="*/ 3193 w 187828"/>
                        <a:gd name="csY24" fmla="*/ 60944 h 119502"/>
                        <a:gd name="csX25" fmla="*/ 2371 w 187828"/>
                        <a:gd name="csY25" fmla="*/ 62885 h 119502"/>
                        <a:gd name="csX26" fmla="*/ 1176 w 187828"/>
                        <a:gd name="csY26" fmla="*/ 66768 h 119502"/>
                        <a:gd name="csX27" fmla="*/ 803 w 187828"/>
                        <a:gd name="csY27" fmla="*/ 68038 h 119502"/>
                        <a:gd name="csX28" fmla="*/ 56 w 187828"/>
                        <a:gd name="csY28" fmla="*/ 73041 h 119502"/>
                        <a:gd name="csX29" fmla="*/ 56 w 187828"/>
                        <a:gd name="csY29" fmla="*/ 74534 h 119502"/>
                        <a:gd name="csX30" fmla="*/ 56 w 187828"/>
                        <a:gd name="csY30" fmla="*/ 78044 h 119502"/>
                        <a:gd name="csX31" fmla="*/ 56 w 187828"/>
                        <a:gd name="csY31" fmla="*/ 79687 h 119502"/>
                        <a:gd name="csX32" fmla="*/ 653 w 187828"/>
                        <a:gd name="csY32" fmla="*/ 83272 h 119502"/>
                        <a:gd name="csX33" fmla="*/ 653 w 187828"/>
                        <a:gd name="csY33" fmla="*/ 84466 h 119502"/>
                        <a:gd name="csX34" fmla="*/ 4611 w 187828"/>
                        <a:gd name="csY34" fmla="*/ 93652 h 119502"/>
                        <a:gd name="csX35" fmla="*/ 5209 w 187828"/>
                        <a:gd name="csY35" fmla="*/ 94622 h 119502"/>
                        <a:gd name="csX36" fmla="*/ 7822 w 187828"/>
                        <a:gd name="csY36" fmla="*/ 98057 h 119502"/>
                        <a:gd name="csX37" fmla="*/ 8569 w 187828"/>
                        <a:gd name="csY37" fmla="*/ 98879 h 119502"/>
                        <a:gd name="csX38" fmla="*/ 12303 w 187828"/>
                        <a:gd name="csY38" fmla="*/ 102613 h 119502"/>
                        <a:gd name="csX39" fmla="*/ 12303 w 187828"/>
                        <a:gd name="csY39" fmla="*/ 102613 h 119502"/>
                        <a:gd name="csX40" fmla="*/ 17232 w 187828"/>
                        <a:gd name="csY40" fmla="*/ 106421 h 119502"/>
                        <a:gd name="csX41" fmla="*/ 17231 w 187828"/>
                        <a:gd name="csY41" fmla="*/ 106421 h 119502"/>
                        <a:gd name="csX42" fmla="*/ 22310 w 187828"/>
                        <a:gd name="csY42" fmla="*/ 109408 h 119502"/>
                        <a:gd name="csX43" fmla="*/ 23504 w 187828"/>
                        <a:gd name="csY43" fmla="*/ 110006 h 119502"/>
                        <a:gd name="csX44" fmla="*/ 28582 w 187828"/>
                        <a:gd name="csY44" fmla="*/ 112321 h 119502"/>
                        <a:gd name="csX45" fmla="*/ 29926 w 187828"/>
                        <a:gd name="csY45" fmla="*/ 112843 h 119502"/>
                        <a:gd name="csX46" fmla="*/ 36871 w 187828"/>
                        <a:gd name="csY46" fmla="*/ 115233 h 119502"/>
                        <a:gd name="csX47" fmla="*/ 169048 w 187828"/>
                        <a:gd name="csY47" fmla="*/ 82824 h 119502"/>
                        <a:gd name="csX48" fmla="*/ 174051 w 187828"/>
                        <a:gd name="csY48" fmla="*/ 77522 h 119502"/>
                        <a:gd name="csX49" fmla="*/ 175097 w 187828"/>
                        <a:gd name="csY49" fmla="*/ 76252 h 119502"/>
                        <a:gd name="csX50" fmla="*/ 178382 w 187828"/>
                        <a:gd name="csY50" fmla="*/ 72070 h 119502"/>
                        <a:gd name="csX51" fmla="*/ 179278 w 187828"/>
                        <a:gd name="csY51" fmla="*/ 70801 h 119502"/>
                        <a:gd name="csX52" fmla="*/ 182265 w 187828"/>
                        <a:gd name="csY52" fmla="*/ 66021 h 119502"/>
                        <a:gd name="csX53" fmla="*/ 182265 w 187828"/>
                        <a:gd name="csY53" fmla="*/ 65499 h 119502"/>
                        <a:gd name="csX54" fmla="*/ 184879 w 187828"/>
                        <a:gd name="csY54" fmla="*/ 59973 h 119502"/>
                        <a:gd name="csX55" fmla="*/ 185626 w 187828"/>
                        <a:gd name="csY55" fmla="*/ 59823 h 119502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  <a:cxn ang="0">
                          <a:pos x="csX12" y="csY12"/>
                        </a:cxn>
                        <a:cxn ang="0">
                          <a:pos x="csX13" y="csY13"/>
                        </a:cxn>
                        <a:cxn ang="0">
                          <a:pos x="csX14" y="csY14"/>
                        </a:cxn>
                        <a:cxn ang="0">
                          <a:pos x="csX15" y="csY15"/>
                        </a:cxn>
                        <a:cxn ang="0">
                          <a:pos x="csX16" y="csY16"/>
                        </a:cxn>
                        <a:cxn ang="0">
                          <a:pos x="csX17" y="csY17"/>
                        </a:cxn>
                        <a:cxn ang="0">
                          <a:pos x="csX18" y="csY18"/>
                        </a:cxn>
                        <a:cxn ang="0">
                          <a:pos x="csX19" y="csY19"/>
                        </a:cxn>
                        <a:cxn ang="0">
                          <a:pos x="csX20" y="csY20"/>
                        </a:cxn>
                        <a:cxn ang="0">
                          <a:pos x="csX21" y="csY21"/>
                        </a:cxn>
                        <a:cxn ang="0">
                          <a:pos x="csX22" y="csY22"/>
                        </a:cxn>
                        <a:cxn ang="0">
                          <a:pos x="csX23" y="csY23"/>
                        </a:cxn>
                        <a:cxn ang="0">
                          <a:pos x="csX24" y="csY24"/>
                        </a:cxn>
                        <a:cxn ang="0">
                          <a:pos x="csX25" y="csY25"/>
                        </a:cxn>
                        <a:cxn ang="0">
                          <a:pos x="csX26" y="csY26"/>
                        </a:cxn>
                        <a:cxn ang="0">
                          <a:pos x="csX27" y="csY27"/>
                        </a:cxn>
                        <a:cxn ang="0">
                          <a:pos x="csX28" y="csY28"/>
                        </a:cxn>
                        <a:cxn ang="0">
                          <a:pos x="csX29" y="csY29"/>
                        </a:cxn>
                        <a:cxn ang="0">
                          <a:pos x="csX30" y="csY30"/>
                        </a:cxn>
                        <a:cxn ang="0">
                          <a:pos x="csX31" y="csY31"/>
                        </a:cxn>
                        <a:cxn ang="0">
                          <a:pos x="csX32" y="csY32"/>
                        </a:cxn>
                        <a:cxn ang="0">
                          <a:pos x="csX33" y="csY33"/>
                        </a:cxn>
                        <a:cxn ang="0">
                          <a:pos x="csX34" y="csY34"/>
                        </a:cxn>
                        <a:cxn ang="0">
                          <a:pos x="csX35" y="csY35"/>
                        </a:cxn>
                        <a:cxn ang="0">
                          <a:pos x="csX36" y="csY36"/>
                        </a:cxn>
                        <a:cxn ang="0">
                          <a:pos x="csX37" y="csY37"/>
                        </a:cxn>
                        <a:cxn ang="0">
                          <a:pos x="csX38" y="csY38"/>
                        </a:cxn>
                        <a:cxn ang="0">
                          <a:pos x="csX39" y="csY39"/>
                        </a:cxn>
                        <a:cxn ang="0">
                          <a:pos x="csX40" y="csY40"/>
                        </a:cxn>
                        <a:cxn ang="0">
                          <a:pos x="csX41" y="csY41"/>
                        </a:cxn>
                        <a:cxn ang="0">
                          <a:pos x="csX42" y="csY42"/>
                        </a:cxn>
                        <a:cxn ang="0">
                          <a:pos x="csX43" y="csY43"/>
                        </a:cxn>
                        <a:cxn ang="0">
                          <a:pos x="csX44" y="csY44"/>
                        </a:cxn>
                        <a:cxn ang="0">
                          <a:pos x="csX45" y="csY45"/>
                        </a:cxn>
                        <a:cxn ang="0">
                          <a:pos x="csX46" y="csY46"/>
                        </a:cxn>
                        <a:cxn ang="0">
                          <a:pos x="csX47" y="csY47"/>
                        </a:cxn>
                        <a:cxn ang="0">
                          <a:pos x="csX48" y="csY48"/>
                        </a:cxn>
                        <a:cxn ang="0">
                          <a:pos x="csX49" y="csY49"/>
                        </a:cxn>
                        <a:cxn ang="0">
                          <a:pos x="csX50" y="csY50"/>
                        </a:cxn>
                        <a:cxn ang="0">
                          <a:pos x="csX51" y="csY51"/>
                        </a:cxn>
                        <a:cxn ang="0">
                          <a:pos x="csX52" y="csY52"/>
                        </a:cxn>
                        <a:cxn ang="0">
                          <a:pos x="csX53" y="csY53"/>
                        </a:cxn>
                        <a:cxn ang="0">
                          <a:pos x="csX54" y="csY54"/>
                        </a:cxn>
                        <a:cxn ang="0">
                          <a:pos x="csX55" y="csY55"/>
                        </a:cxn>
                      </a:cxnLst>
                      <a:rect l="l" t="t" r="r" b="b"/>
                      <a:pathLst>
                        <a:path w="187828" h="119502">
                          <a:moveTo>
                            <a:pt x="185626" y="59823"/>
                          </a:moveTo>
                          <a:cubicBezTo>
                            <a:pt x="186225" y="58264"/>
                            <a:pt x="186724" y="56667"/>
                            <a:pt x="187120" y="55044"/>
                          </a:cubicBezTo>
                          <a:cubicBezTo>
                            <a:pt x="187119" y="54596"/>
                            <a:pt x="187119" y="54223"/>
                            <a:pt x="187119" y="53775"/>
                          </a:cubicBezTo>
                          <a:cubicBezTo>
                            <a:pt x="187428" y="52449"/>
                            <a:pt x="187628" y="51100"/>
                            <a:pt x="187717" y="49742"/>
                          </a:cubicBezTo>
                          <a:cubicBezTo>
                            <a:pt x="187753" y="49320"/>
                            <a:pt x="187753" y="48895"/>
                            <a:pt x="187717" y="48473"/>
                          </a:cubicBezTo>
                          <a:cubicBezTo>
                            <a:pt x="187866" y="46833"/>
                            <a:pt x="187866" y="45184"/>
                            <a:pt x="187717" y="43544"/>
                          </a:cubicBezTo>
                          <a:lnTo>
                            <a:pt x="187717" y="43544"/>
                          </a:lnTo>
                          <a:cubicBezTo>
                            <a:pt x="187620" y="41906"/>
                            <a:pt x="187370" y="40281"/>
                            <a:pt x="186970" y="38690"/>
                          </a:cubicBezTo>
                          <a:cubicBezTo>
                            <a:pt x="187004" y="38218"/>
                            <a:pt x="187004" y="37744"/>
                            <a:pt x="186970" y="37271"/>
                          </a:cubicBezTo>
                          <a:cubicBezTo>
                            <a:pt x="186664" y="36179"/>
                            <a:pt x="186290" y="35106"/>
                            <a:pt x="185850" y="34060"/>
                          </a:cubicBezTo>
                          <a:lnTo>
                            <a:pt x="185178" y="32417"/>
                          </a:lnTo>
                          <a:cubicBezTo>
                            <a:pt x="184714" y="31392"/>
                            <a:pt x="184191" y="30394"/>
                            <a:pt x="183610" y="29430"/>
                          </a:cubicBezTo>
                          <a:lnTo>
                            <a:pt x="182788" y="28011"/>
                          </a:lnTo>
                          <a:cubicBezTo>
                            <a:pt x="181883" y="26626"/>
                            <a:pt x="180885" y="25304"/>
                            <a:pt x="179801" y="24054"/>
                          </a:cubicBezTo>
                          <a:lnTo>
                            <a:pt x="178681" y="22859"/>
                          </a:lnTo>
                          <a:cubicBezTo>
                            <a:pt x="177867" y="21932"/>
                            <a:pt x="176994" y="21059"/>
                            <a:pt x="176067" y="20245"/>
                          </a:cubicBezTo>
                          <a:lnTo>
                            <a:pt x="174275" y="18752"/>
                          </a:lnTo>
                          <a:lnTo>
                            <a:pt x="173006" y="17631"/>
                          </a:lnTo>
                          <a:lnTo>
                            <a:pt x="170989" y="16213"/>
                          </a:lnTo>
                          <a:lnTo>
                            <a:pt x="169869" y="15466"/>
                          </a:lnTo>
                          <a:cubicBezTo>
                            <a:pt x="144255" y="-2606"/>
                            <a:pt x="112891" y="-3054"/>
                            <a:pt x="80258" y="5011"/>
                          </a:cubicBezTo>
                          <a:cubicBezTo>
                            <a:pt x="47625" y="13076"/>
                            <a:pt x="19696" y="28011"/>
                            <a:pt x="5582" y="56015"/>
                          </a:cubicBezTo>
                          <a:cubicBezTo>
                            <a:pt x="5436" y="56329"/>
                            <a:pt x="5261" y="56629"/>
                            <a:pt x="5059" y="56911"/>
                          </a:cubicBezTo>
                          <a:cubicBezTo>
                            <a:pt x="4721" y="57712"/>
                            <a:pt x="4322" y="58486"/>
                            <a:pt x="3864" y="59226"/>
                          </a:cubicBezTo>
                          <a:lnTo>
                            <a:pt x="3193" y="60944"/>
                          </a:lnTo>
                          <a:cubicBezTo>
                            <a:pt x="2965" y="61609"/>
                            <a:pt x="2690" y="62258"/>
                            <a:pt x="2371" y="62885"/>
                          </a:cubicBezTo>
                          <a:cubicBezTo>
                            <a:pt x="1923" y="64229"/>
                            <a:pt x="1550" y="65499"/>
                            <a:pt x="1176" y="66768"/>
                          </a:cubicBezTo>
                          <a:cubicBezTo>
                            <a:pt x="1086" y="67201"/>
                            <a:pt x="961" y="67625"/>
                            <a:pt x="803" y="68038"/>
                          </a:cubicBezTo>
                          <a:cubicBezTo>
                            <a:pt x="445" y="69687"/>
                            <a:pt x="195" y="71359"/>
                            <a:pt x="56" y="73041"/>
                          </a:cubicBezTo>
                          <a:cubicBezTo>
                            <a:pt x="17" y="73538"/>
                            <a:pt x="17" y="74037"/>
                            <a:pt x="56" y="74534"/>
                          </a:cubicBezTo>
                          <a:cubicBezTo>
                            <a:pt x="-19" y="75703"/>
                            <a:pt x="-19" y="76876"/>
                            <a:pt x="56" y="78044"/>
                          </a:cubicBezTo>
                          <a:cubicBezTo>
                            <a:pt x="56" y="78642"/>
                            <a:pt x="56" y="79164"/>
                            <a:pt x="56" y="79687"/>
                          </a:cubicBezTo>
                          <a:cubicBezTo>
                            <a:pt x="56" y="80210"/>
                            <a:pt x="429" y="82077"/>
                            <a:pt x="653" y="83272"/>
                          </a:cubicBezTo>
                          <a:lnTo>
                            <a:pt x="653" y="84466"/>
                          </a:lnTo>
                          <a:cubicBezTo>
                            <a:pt x="1502" y="87710"/>
                            <a:pt x="2836" y="90807"/>
                            <a:pt x="4611" y="93652"/>
                          </a:cubicBezTo>
                          <a:lnTo>
                            <a:pt x="5209" y="94622"/>
                          </a:lnTo>
                          <a:cubicBezTo>
                            <a:pt x="6030" y="95743"/>
                            <a:pt x="6852" y="96937"/>
                            <a:pt x="7822" y="98057"/>
                          </a:cubicBezTo>
                          <a:cubicBezTo>
                            <a:pt x="8031" y="98366"/>
                            <a:pt x="8282" y="98642"/>
                            <a:pt x="8569" y="98879"/>
                          </a:cubicBezTo>
                          <a:cubicBezTo>
                            <a:pt x="9699" y="100233"/>
                            <a:pt x="10949" y="101483"/>
                            <a:pt x="12303" y="102613"/>
                          </a:cubicBezTo>
                          <a:lnTo>
                            <a:pt x="12303" y="102613"/>
                          </a:lnTo>
                          <a:cubicBezTo>
                            <a:pt x="13852" y="104000"/>
                            <a:pt x="15499" y="105272"/>
                            <a:pt x="17232" y="106421"/>
                          </a:cubicBezTo>
                          <a:lnTo>
                            <a:pt x="17231" y="106421"/>
                          </a:lnTo>
                          <a:cubicBezTo>
                            <a:pt x="18800" y="107467"/>
                            <a:pt x="20517" y="108437"/>
                            <a:pt x="22310" y="109408"/>
                          </a:cubicBezTo>
                          <a:lnTo>
                            <a:pt x="23504" y="110006"/>
                          </a:lnTo>
                          <a:lnTo>
                            <a:pt x="28582" y="112321"/>
                          </a:lnTo>
                          <a:lnTo>
                            <a:pt x="29926" y="112843"/>
                          </a:lnTo>
                          <a:cubicBezTo>
                            <a:pt x="32092" y="113739"/>
                            <a:pt x="34407" y="114486"/>
                            <a:pt x="36871" y="115233"/>
                          </a:cubicBezTo>
                          <a:cubicBezTo>
                            <a:pt x="78541" y="127330"/>
                            <a:pt x="137759" y="112843"/>
                            <a:pt x="169048" y="82824"/>
                          </a:cubicBezTo>
                          <a:cubicBezTo>
                            <a:pt x="170840" y="81031"/>
                            <a:pt x="172483" y="79239"/>
                            <a:pt x="174051" y="77522"/>
                          </a:cubicBezTo>
                          <a:lnTo>
                            <a:pt x="175097" y="76252"/>
                          </a:lnTo>
                          <a:cubicBezTo>
                            <a:pt x="176278" y="74928"/>
                            <a:pt x="177376" y="73532"/>
                            <a:pt x="178382" y="72070"/>
                          </a:cubicBezTo>
                          <a:lnTo>
                            <a:pt x="179278" y="70801"/>
                          </a:lnTo>
                          <a:cubicBezTo>
                            <a:pt x="180354" y="69259"/>
                            <a:pt x="181351" y="67664"/>
                            <a:pt x="182265" y="66021"/>
                          </a:cubicBezTo>
                          <a:lnTo>
                            <a:pt x="182265" y="65499"/>
                          </a:lnTo>
                          <a:cubicBezTo>
                            <a:pt x="183244" y="63709"/>
                            <a:pt x="184116" y="61864"/>
                            <a:pt x="184879" y="59973"/>
                          </a:cubicBezTo>
                          <a:cubicBezTo>
                            <a:pt x="185100" y="59831"/>
                            <a:pt x="185367" y="59777"/>
                            <a:pt x="185626" y="59823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7449" cap="flat">
                      <a:noFill/>
                      <a:prstDash val="solid"/>
                      <a:miter/>
                    </a:ln>
                  </p:spPr>
                </p:sp>
                <p:sp>
                  <p:nvSpPr>
                    <p:cNvPr id="430" name="Freeform: Shape 429">
                      <a:extLst>
                        <a:ext uri="{FF2B5EF4-FFF2-40B4-BE49-F238E27FC236}">
                          <a16:creationId xmlns:a16="http://schemas.microsoft.com/office/drawing/2014/main" id="{F458FF94-CAAB-4405-A4BF-565FDB4C882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76184" y="1580613"/>
                      <a:ext cx="75870" cy="113213"/>
                    </a:xfrm>
                    <a:custGeom>
                      <a:avLst/>
                      <a:gdLst>
                        <a:gd name="csX0" fmla="*/ 27331 w 75870"/>
                        <a:gd name="csY0" fmla="*/ 41371 h 113213"/>
                        <a:gd name="csX1" fmla="*/ 20611 w 75870"/>
                        <a:gd name="csY1" fmla="*/ 13964 h 113213"/>
                        <a:gd name="csX2" fmla="*/ 54812 w 75870"/>
                        <a:gd name="csY2" fmla="*/ 0 h 113213"/>
                        <a:gd name="csX3" fmla="*/ 66238 w 75870"/>
                        <a:gd name="csY3" fmla="*/ 46448 h 113213"/>
                        <a:gd name="csX4" fmla="*/ 75871 w 75870"/>
                        <a:gd name="csY4" fmla="*/ 110969 h 113213"/>
                        <a:gd name="csX5" fmla="*/ 18072 w 75870"/>
                        <a:gd name="csY5" fmla="*/ 108952 h 113213"/>
                        <a:gd name="csX6" fmla="*/ 11127 w 75870"/>
                        <a:gd name="csY6" fmla="*/ 106563 h 113213"/>
                        <a:gd name="csX7" fmla="*/ 9783 w 75870"/>
                        <a:gd name="csY7" fmla="*/ 106040 h 113213"/>
                        <a:gd name="csX8" fmla="*/ 4705 w 75870"/>
                        <a:gd name="csY8" fmla="*/ 103725 h 113213"/>
                        <a:gd name="csX9" fmla="*/ 3510 w 75870"/>
                        <a:gd name="csY9" fmla="*/ 103128 h 113213"/>
                        <a:gd name="csX10" fmla="*/ 0 w 75870"/>
                        <a:gd name="csY10" fmla="*/ 101111 h 113213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</a:cxnLst>
                      <a:rect l="l" t="t" r="r" b="b"/>
                      <a:pathLst>
                        <a:path w="75870" h="113213">
                          <a:moveTo>
                            <a:pt x="27331" y="41371"/>
                          </a:moveTo>
                          <a:lnTo>
                            <a:pt x="20611" y="13964"/>
                          </a:lnTo>
                          <a:cubicBezTo>
                            <a:pt x="31358" y="7848"/>
                            <a:pt x="42855" y="3154"/>
                            <a:pt x="54812" y="0"/>
                          </a:cubicBezTo>
                          <a:lnTo>
                            <a:pt x="66238" y="46448"/>
                          </a:lnTo>
                          <a:lnTo>
                            <a:pt x="75871" y="110969"/>
                          </a:lnTo>
                          <a:cubicBezTo>
                            <a:pt x="56689" y="114535"/>
                            <a:pt x="36958" y="113846"/>
                            <a:pt x="18072" y="108952"/>
                          </a:cubicBezTo>
                          <a:cubicBezTo>
                            <a:pt x="15607" y="108205"/>
                            <a:pt x="13292" y="107459"/>
                            <a:pt x="11127" y="106563"/>
                          </a:cubicBezTo>
                          <a:lnTo>
                            <a:pt x="9783" y="106040"/>
                          </a:lnTo>
                          <a:lnTo>
                            <a:pt x="4705" y="103725"/>
                          </a:lnTo>
                          <a:lnTo>
                            <a:pt x="3510" y="103128"/>
                          </a:lnTo>
                          <a:lnTo>
                            <a:pt x="0" y="101111"/>
                          </a:lnTo>
                          <a:close/>
                        </a:path>
                      </a:pathLst>
                    </a:custGeom>
                    <a:solidFill>
                      <a:srgbClr val="FFFFFF">
                        <a:alpha val="30000"/>
                      </a:srgbClr>
                    </a:solidFill>
                    <a:ln w="7449" cap="flat">
                      <a:noFill/>
                      <a:prstDash val="solid"/>
                      <a:miter/>
                    </a:ln>
                  </p:spPr>
                </p:sp>
                <p:sp>
                  <p:nvSpPr>
                    <p:cNvPr id="431" name="Freeform: Shape 430">
                      <a:extLst>
                        <a:ext uri="{FF2B5EF4-FFF2-40B4-BE49-F238E27FC236}">
                          <a16:creationId xmlns:a16="http://schemas.microsoft.com/office/drawing/2014/main" id="{DAB97380-886A-8CC1-0445-DD826A5F60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64526" y="1573402"/>
                      <a:ext cx="80164" cy="92714"/>
                    </a:xfrm>
                    <a:custGeom>
                      <a:avLst/>
                      <a:gdLst>
                        <a:gd name="csX0" fmla="*/ 9783 w 80164"/>
                        <a:gd name="csY0" fmla="*/ 40591 h 92714"/>
                        <a:gd name="csX1" fmla="*/ 0 w 80164"/>
                        <a:gd name="csY1" fmla="*/ 639 h 92714"/>
                        <a:gd name="csX2" fmla="*/ 62205 w 80164"/>
                        <a:gd name="csY2" fmla="*/ 15575 h 92714"/>
                        <a:gd name="csX3" fmla="*/ 63325 w 80164"/>
                        <a:gd name="csY3" fmla="*/ 16321 h 92714"/>
                        <a:gd name="csX4" fmla="*/ 65341 w 80164"/>
                        <a:gd name="csY4" fmla="*/ 17740 h 92714"/>
                        <a:gd name="csX5" fmla="*/ 66611 w 80164"/>
                        <a:gd name="csY5" fmla="*/ 18860 h 92714"/>
                        <a:gd name="csX6" fmla="*/ 68403 w 80164"/>
                        <a:gd name="csY6" fmla="*/ 20354 h 92714"/>
                        <a:gd name="csX7" fmla="*/ 71017 w 80164"/>
                        <a:gd name="csY7" fmla="*/ 22967 h 92714"/>
                        <a:gd name="csX8" fmla="*/ 72137 w 80164"/>
                        <a:gd name="csY8" fmla="*/ 24162 h 92714"/>
                        <a:gd name="csX9" fmla="*/ 75124 w 80164"/>
                        <a:gd name="csY9" fmla="*/ 28120 h 92714"/>
                        <a:gd name="csX10" fmla="*/ 75945 w 80164"/>
                        <a:gd name="csY10" fmla="*/ 29539 h 92714"/>
                        <a:gd name="csX11" fmla="*/ 77513 w 80164"/>
                        <a:gd name="csY11" fmla="*/ 32526 h 92714"/>
                        <a:gd name="csX12" fmla="*/ 78186 w 80164"/>
                        <a:gd name="csY12" fmla="*/ 34169 h 92714"/>
                        <a:gd name="csX13" fmla="*/ 79306 w 80164"/>
                        <a:gd name="csY13" fmla="*/ 37380 h 92714"/>
                        <a:gd name="csX14" fmla="*/ 79306 w 80164"/>
                        <a:gd name="csY14" fmla="*/ 38799 h 92714"/>
                        <a:gd name="csX15" fmla="*/ 80053 w 80164"/>
                        <a:gd name="csY15" fmla="*/ 43653 h 92714"/>
                        <a:gd name="csX16" fmla="*/ 80053 w 80164"/>
                        <a:gd name="csY16" fmla="*/ 43653 h 92714"/>
                        <a:gd name="csX17" fmla="*/ 80053 w 80164"/>
                        <a:gd name="csY17" fmla="*/ 48581 h 92714"/>
                        <a:gd name="csX18" fmla="*/ 80053 w 80164"/>
                        <a:gd name="csY18" fmla="*/ 49851 h 92714"/>
                        <a:gd name="csX19" fmla="*/ 79455 w 80164"/>
                        <a:gd name="csY19" fmla="*/ 53883 h 92714"/>
                        <a:gd name="csX20" fmla="*/ 79455 w 80164"/>
                        <a:gd name="csY20" fmla="*/ 55153 h 92714"/>
                        <a:gd name="csX21" fmla="*/ 77962 w 80164"/>
                        <a:gd name="csY21" fmla="*/ 59932 h 92714"/>
                        <a:gd name="csX22" fmla="*/ 77962 w 80164"/>
                        <a:gd name="csY22" fmla="*/ 60380 h 92714"/>
                        <a:gd name="csX23" fmla="*/ 75348 w 80164"/>
                        <a:gd name="csY23" fmla="*/ 65906 h 92714"/>
                        <a:gd name="csX24" fmla="*/ 75348 w 80164"/>
                        <a:gd name="csY24" fmla="*/ 66429 h 92714"/>
                        <a:gd name="csX25" fmla="*/ 72361 w 80164"/>
                        <a:gd name="csY25" fmla="*/ 71208 h 92714"/>
                        <a:gd name="csX26" fmla="*/ 71465 w 80164"/>
                        <a:gd name="csY26" fmla="*/ 72478 h 92714"/>
                        <a:gd name="csX27" fmla="*/ 68179 w 80164"/>
                        <a:gd name="csY27" fmla="*/ 76659 h 92714"/>
                        <a:gd name="csX28" fmla="*/ 67134 w 80164"/>
                        <a:gd name="csY28" fmla="*/ 77929 h 92714"/>
                        <a:gd name="csX29" fmla="*/ 62130 w 80164"/>
                        <a:gd name="csY29" fmla="*/ 83231 h 92714"/>
                        <a:gd name="csX30" fmla="*/ 50481 w 80164"/>
                        <a:gd name="csY30" fmla="*/ 92715 h 92714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  <a:cxn ang="0">
                          <a:pos x="csX12" y="csY12"/>
                        </a:cxn>
                        <a:cxn ang="0">
                          <a:pos x="csX13" y="csY13"/>
                        </a:cxn>
                        <a:cxn ang="0">
                          <a:pos x="csX14" y="csY14"/>
                        </a:cxn>
                        <a:cxn ang="0">
                          <a:pos x="csX15" y="csY15"/>
                        </a:cxn>
                        <a:cxn ang="0">
                          <a:pos x="csX16" y="csY16"/>
                        </a:cxn>
                        <a:cxn ang="0">
                          <a:pos x="csX17" y="csY17"/>
                        </a:cxn>
                        <a:cxn ang="0">
                          <a:pos x="csX18" y="csY18"/>
                        </a:cxn>
                        <a:cxn ang="0">
                          <a:pos x="csX19" y="csY19"/>
                        </a:cxn>
                        <a:cxn ang="0">
                          <a:pos x="csX20" y="csY20"/>
                        </a:cxn>
                        <a:cxn ang="0">
                          <a:pos x="csX21" y="csY21"/>
                        </a:cxn>
                        <a:cxn ang="0">
                          <a:pos x="csX22" y="csY22"/>
                        </a:cxn>
                        <a:cxn ang="0">
                          <a:pos x="csX23" y="csY23"/>
                        </a:cxn>
                        <a:cxn ang="0">
                          <a:pos x="csX24" y="csY24"/>
                        </a:cxn>
                        <a:cxn ang="0">
                          <a:pos x="csX25" y="csY25"/>
                        </a:cxn>
                        <a:cxn ang="0">
                          <a:pos x="csX26" y="csY26"/>
                        </a:cxn>
                        <a:cxn ang="0">
                          <a:pos x="csX27" y="csY27"/>
                        </a:cxn>
                        <a:cxn ang="0">
                          <a:pos x="csX28" y="csY28"/>
                        </a:cxn>
                        <a:cxn ang="0">
                          <a:pos x="csX29" y="csY29"/>
                        </a:cxn>
                        <a:cxn ang="0">
                          <a:pos x="csX30" y="csY30"/>
                        </a:cxn>
                      </a:cxnLst>
                      <a:rect l="l" t="t" r="r" b="b"/>
                      <a:pathLst>
                        <a:path w="80164" h="92714">
                          <a:moveTo>
                            <a:pt x="9783" y="40591"/>
                          </a:moveTo>
                          <a:lnTo>
                            <a:pt x="0" y="639"/>
                          </a:lnTo>
                          <a:cubicBezTo>
                            <a:pt x="21852" y="-1944"/>
                            <a:pt x="43908" y="3352"/>
                            <a:pt x="62205" y="15575"/>
                          </a:cubicBezTo>
                          <a:lnTo>
                            <a:pt x="63325" y="16321"/>
                          </a:lnTo>
                          <a:lnTo>
                            <a:pt x="65341" y="17740"/>
                          </a:lnTo>
                          <a:lnTo>
                            <a:pt x="66611" y="18860"/>
                          </a:lnTo>
                          <a:cubicBezTo>
                            <a:pt x="67208" y="19383"/>
                            <a:pt x="67880" y="19831"/>
                            <a:pt x="68403" y="20354"/>
                          </a:cubicBezTo>
                          <a:cubicBezTo>
                            <a:pt x="69329" y="21168"/>
                            <a:pt x="70202" y="22041"/>
                            <a:pt x="71017" y="22967"/>
                          </a:cubicBezTo>
                          <a:lnTo>
                            <a:pt x="72137" y="24162"/>
                          </a:lnTo>
                          <a:cubicBezTo>
                            <a:pt x="73221" y="25413"/>
                            <a:pt x="74219" y="26735"/>
                            <a:pt x="75124" y="28120"/>
                          </a:cubicBezTo>
                          <a:lnTo>
                            <a:pt x="75945" y="29539"/>
                          </a:lnTo>
                          <a:cubicBezTo>
                            <a:pt x="76526" y="30503"/>
                            <a:pt x="77050" y="31500"/>
                            <a:pt x="77513" y="32526"/>
                          </a:cubicBezTo>
                          <a:lnTo>
                            <a:pt x="78186" y="34169"/>
                          </a:lnTo>
                          <a:cubicBezTo>
                            <a:pt x="78625" y="35215"/>
                            <a:pt x="79000" y="36287"/>
                            <a:pt x="79306" y="37380"/>
                          </a:cubicBezTo>
                          <a:cubicBezTo>
                            <a:pt x="79340" y="37852"/>
                            <a:pt x="79340" y="38326"/>
                            <a:pt x="79306" y="38799"/>
                          </a:cubicBezTo>
                          <a:cubicBezTo>
                            <a:pt x="79706" y="40390"/>
                            <a:pt x="79956" y="42015"/>
                            <a:pt x="80053" y="43653"/>
                          </a:cubicBezTo>
                          <a:lnTo>
                            <a:pt x="80053" y="43653"/>
                          </a:lnTo>
                          <a:cubicBezTo>
                            <a:pt x="80202" y="45292"/>
                            <a:pt x="80202" y="46942"/>
                            <a:pt x="80053" y="48581"/>
                          </a:cubicBezTo>
                          <a:cubicBezTo>
                            <a:pt x="80089" y="49004"/>
                            <a:pt x="80089" y="49428"/>
                            <a:pt x="80053" y="49851"/>
                          </a:cubicBezTo>
                          <a:cubicBezTo>
                            <a:pt x="79964" y="51209"/>
                            <a:pt x="79764" y="52558"/>
                            <a:pt x="79455" y="53883"/>
                          </a:cubicBezTo>
                          <a:cubicBezTo>
                            <a:pt x="79455" y="54331"/>
                            <a:pt x="79455" y="54705"/>
                            <a:pt x="79455" y="55153"/>
                          </a:cubicBezTo>
                          <a:cubicBezTo>
                            <a:pt x="79060" y="56776"/>
                            <a:pt x="78561" y="58372"/>
                            <a:pt x="77962" y="59932"/>
                          </a:cubicBezTo>
                          <a:cubicBezTo>
                            <a:pt x="77929" y="60080"/>
                            <a:pt x="77929" y="60233"/>
                            <a:pt x="77962" y="60380"/>
                          </a:cubicBezTo>
                          <a:cubicBezTo>
                            <a:pt x="77199" y="62272"/>
                            <a:pt x="76326" y="64117"/>
                            <a:pt x="75348" y="65906"/>
                          </a:cubicBezTo>
                          <a:lnTo>
                            <a:pt x="75348" y="66429"/>
                          </a:lnTo>
                          <a:cubicBezTo>
                            <a:pt x="74434" y="68071"/>
                            <a:pt x="73436" y="69666"/>
                            <a:pt x="72361" y="71208"/>
                          </a:cubicBezTo>
                          <a:lnTo>
                            <a:pt x="71465" y="72478"/>
                          </a:lnTo>
                          <a:cubicBezTo>
                            <a:pt x="70458" y="73939"/>
                            <a:pt x="69361" y="75336"/>
                            <a:pt x="68179" y="76659"/>
                          </a:cubicBezTo>
                          <a:lnTo>
                            <a:pt x="67134" y="77929"/>
                          </a:lnTo>
                          <a:cubicBezTo>
                            <a:pt x="65566" y="79647"/>
                            <a:pt x="63923" y="81439"/>
                            <a:pt x="62130" y="83231"/>
                          </a:cubicBezTo>
                          <a:cubicBezTo>
                            <a:pt x="58462" y="86647"/>
                            <a:pt x="54570" y="89816"/>
                            <a:pt x="50481" y="92715"/>
                          </a:cubicBezTo>
                          <a:close/>
                        </a:path>
                      </a:pathLst>
                    </a:custGeom>
                    <a:solidFill>
                      <a:srgbClr val="30261C">
                        <a:alpha val="15000"/>
                      </a:srgbClr>
                    </a:solidFill>
                    <a:ln w="7449" cap="flat">
                      <a:noFill/>
                      <a:prstDash val="solid"/>
                      <a:miter/>
                    </a:ln>
                  </p:spPr>
                </p:sp>
                <p:sp>
                  <p:nvSpPr>
                    <p:cNvPr id="432" name="Freeform: Shape 431">
                      <a:extLst>
                        <a:ext uri="{FF2B5EF4-FFF2-40B4-BE49-F238E27FC236}">
                          <a16:creationId xmlns:a16="http://schemas.microsoft.com/office/drawing/2014/main" id="{BF3184CB-A890-690F-E81C-8313AA097A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86206" y="1553751"/>
                      <a:ext cx="108042" cy="80491"/>
                    </a:xfrm>
                    <a:custGeom>
                      <a:avLst/>
                      <a:gdLst>
                        <a:gd name="csX0" fmla="*/ 284 w 108042"/>
                        <a:gd name="csY0" fmla="*/ 45306 h 80491"/>
                        <a:gd name="csX1" fmla="*/ 10365 w 108042"/>
                        <a:gd name="csY1" fmla="*/ 20290 h 80491"/>
                        <a:gd name="csX2" fmla="*/ 83995 w 108042"/>
                        <a:gd name="csY2" fmla="*/ 2218 h 80491"/>
                        <a:gd name="csX3" fmla="*/ 104083 w 108042"/>
                        <a:gd name="csY3" fmla="*/ 18274 h 80491"/>
                        <a:gd name="csX4" fmla="*/ 104083 w 108042"/>
                        <a:gd name="csY4" fmla="*/ 18722 h 80491"/>
                        <a:gd name="csX5" fmla="*/ 104083 w 108042"/>
                        <a:gd name="csY5" fmla="*/ 19692 h 80491"/>
                        <a:gd name="csX6" fmla="*/ 107892 w 108042"/>
                        <a:gd name="csY6" fmla="*/ 35225 h 80491"/>
                        <a:gd name="csX7" fmla="*/ 107892 w 108042"/>
                        <a:gd name="csY7" fmla="*/ 36271 h 80491"/>
                        <a:gd name="csX8" fmla="*/ 98258 w 108042"/>
                        <a:gd name="csY8" fmla="*/ 60242 h 80491"/>
                        <a:gd name="csX9" fmla="*/ 24553 w 108042"/>
                        <a:gd name="csY9" fmla="*/ 78313 h 80491"/>
                        <a:gd name="csX10" fmla="*/ 4092 w 108042"/>
                        <a:gd name="csY10" fmla="*/ 60242 h 80491"/>
                        <a:gd name="csX11" fmla="*/ 284 w 108042"/>
                        <a:gd name="csY11" fmla="*/ 45306 h 80491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</a:cxnLst>
                      <a:rect l="l" t="t" r="r" b="b"/>
                      <a:pathLst>
                        <a:path w="108042" h="80491">
                          <a:moveTo>
                            <a:pt x="284" y="45306"/>
                          </a:moveTo>
                          <a:cubicBezTo>
                            <a:pt x="-1117" y="35759"/>
                            <a:pt x="2736" y="26198"/>
                            <a:pt x="10365" y="20290"/>
                          </a:cubicBezTo>
                          <a:cubicBezTo>
                            <a:pt x="30595" y="2816"/>
                            <a:pt x="57974" y="-3904"/>
                            <a:pt x="83995" y="2218"/>
                          </a:cubicBezTo>
                          <a:cubicBezTo>
                            <a:pt x="92926" y="3938"/>
                            <a:pt x="100438" y="9942"/>
                            <a:pt x="104083" y="18274"/>
                          </a:cubicBezTo>
                          <a:cubicBezTo>
                            <a:pt x="104083" y="18274"/>
                            <a:pt x="104083" y="18274"/>
                            <a:pt x="104083" y="18722"/>
                          </a:cubicBezTo>
                          <a:cubicBezTo>
                            <a:pt x="104116" y="19045"/>
                            <a:pt x="104116" y="19370"/>
                            <a:pt x="104083" y="19692"/>
                          </a:cubicBezTo>
                          <a:lnTo>
                            <a:pt x="107892" y="35225"/>
                          </a:lnTo>
                          <a:lnTo>
                            <a:pt x="107892" y="36271"/>
                          </a:lnTo>
                          <a:cubicBezTo>
                            <a:pt x="108844" y="45363"/>
                            <a:pt x="105237" y="54337"/>
                            <a:pt x="98258" y="60242"/>
                          </a:cubicBezTo>
                          <a:cubicBezTo>
                            <a:pt x="77966" y="77651"/>
                            <a:pt x="50598" y="84361"/>
                            <a:pt x="24553" y="78313"/>
                          </a:cubicBezTo>
                          <a:cubicBezTo>
                            <a:pt x="14947" y="76473"/>
                            <a:pt x="7105" y="69547"/>
                            <a:pt x="4092" y="60242"/>
                          </a:cubicBezTo>
                          <a:cubicBezTo>
                            <a:pt x="3719" y="58823"/>
                            <a:pt x="732" y="46651"/>
                            <a:pt x="284" y="45306"/>
                          </a:cubicBezTo>
                          <a:close/>
                        </a:path>
                      </a:pathLst>
                    </a:custGeom>
                    <a:solidFill>
                      <a:srgbClr val="30261C"/>
                    </a:solidFill>
                    <a:ln w="7449" cap="flat">
                      <a:noFill/>
                      <a:prstDash val="solid"/>
                      <a:miter/>
                    </a:ln>
                  </p:spPr>
                </p:sp>
                <p:sp>
                  <p:nvSpPr>
                    <p:cNvPr id="433" name="Freeform: Shape 432">
                      <a:extLst>
                        <a:ext uri="{FF2B5EF4-FFF2-40B4-BE49-F238E27FC236}">
                          <a16:creationId xmlns:a16="http://schemas.microsoft.com/office/drawing/2014/main" id="{CE2DA294-62A9-85D6-C9A5-762B858A69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86206" y="1553751"/>
                      <a:ext cx="108042" cy="80491"/>
                    </a:xfrm>
                    <a:custGeom>
                      <a:avLst/>
                      <a:gdLst>
                        <a:gd name="csX0" fmla="*/ 284 w 108042"/>
                        <a:gd name="csY0" fmla="*/ 45306 h 80491"/>
                        <a:gd name="csX1" fmla="*/ 10365 w 108042"/>
                        <a:gd name="csY1" fmla="*/ 20290 h 80491"/>
                        <a:gd name="csX2" fmla="*/ 83995 w 108042"/>
                        <a:gd name="csY2" fmla="*/ 2218 h 80491"/>
                        <a:gd name="csX3" fmla="*/ 104083 w 108042"/>
                        <a:gd name="csY3" fmla="*/ 18274 h 80491"/>
                        <a:gd name="csX4" fmla="*/ 104083 w 108042"/>
                        <a:gd name="csY4" fmla="*/ 18722 h 80491"/>
                        <a:gd name="csX5" fmla="*/ 104083 w 108042"/>
                        <a:gd name="csY5" fmla="*/ 19692 h 80491"/>
                        <a:gd name="csX6" fmla="*/ 107892 w 108042"/>
                        <a:gd name="csY6" fmla="*/ 35225 h 80491"/>
                        <a:gd name="csX7" fmla="*/ 107892 w 108042"/>
                        <a:gd name="csY7" fmla="*/ 36271 h 80491"/>
                        <a:gd name="csX8" fmla="*/ 98258 w 108042"/>
                        <a:gd name="csY8" fmla="*/ 60242 h 80491"/>
                        <a:gd name="csX9" fmla="*/ 24553 w 108042"/>
                        <a:gd name="csY9" fmla="*/ 78313 h 80491"/>
                        <a:gd name="csX10" fmla="*/ 4092 w 108042"/>
                        <a:gd name="csY10" fmla="*/ 60242 h 80491"/>
                        <a:gd name="csX11" fmla="*/ 284 w 108042"/>
                        <a:gd name="csY11" fmla="*/ 45306 h 80491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</a:cxnLst>
                      <a:rect l="l" t="t" r="r" b="b"/>
                      <a:pathLst>
                        <a:path w="108042" h="80491">
                          <a:moveTo>
                            <a:pt x="284" y="45306"/>
                          </a:moveTo>
                          <a:cubicBezTo>
                            <a:pt x="-1117" y="35759"/>
                            <a:pt x="2736" y="26198"/>
                            <a:pt x="10365" y="20290"/>
                          </a:cubicBezTo>
                          <a:cubicBezTo>
                            <a:pt x="30595" y="2816"/>
                            <a:pt x="57974" y="-3904"/>
                            <a:pt x="83995" y="2218"/>
                          </a:cubicBezTo>
                          <a:cubicBezTo>
                            <a:pt x="92926" y="3938"/>
                            <a:pt x="100438" y="9942"/>
                            <a:pt x="104083" y="18274"/>
                          </a:cubicBezTo>
                          <a:cubicBezTo>
                            <a:pt x="104083" y="18274"/>
                            <a:pt x="104083" y="18274"/>
                            <a:pt x="104083" y="18722"/>
                          </a:cubicBezTo>
                          <a:cubicBezTo>
                            <a:pt x="104116" y="19045"/>
                            <a:pt x="104116" y="19370"/>
                            <a:pt x="104083" y="19692"/>
                          </a:cubicBezTo>
                          <a:lnTo>
                            <a:pt x="107892" y="35225"/>
                          </a:lnTo>
                          <a:lnTo>
                            <a:pt x="107892" y="36271"/>
                          </a:lnTo>
                          <a:cubicBezTo>
                            <a:pt x="108844" y="45363"/>
                            <a:pt x="105237" y="54337"/>
                            <a:pt x="98258" y="60242"/>
                          </a:cubicBezTo>
                          <a:cubicBezTo>
                            <a:pt x="77966" y="77651"/>
                            <a:pt x="50598" y="84361"/>
                            <a:pt x="24553" y="78313"/>
                          </a:cubicBezTo>
                          <a:cubicBezTo>
                            <a:pt x="14947" y="76473"/>
                            <a:pt x="7105" y="69547"/>
                            <a:pt x="4092" y="60242"/>
                          </a:cubicBezTo>
                          <a:cubicBezTo>
                            <a:pt x="3719" y="58823"/>
                            <a:pt x="732" y="46651"/>
                            <a:pt x="284" y="45306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30000"/>
                      </a:srgbClr>
                    </a:solidFill>
                    <a:ln w="7449" cap="flat">
                      <a:noFill/>
                      <a:prstDash val="solid"/>
                      <a:miter/>
                    </a:ln>
                  </p:spPr>
                </p:sp>
                <p:sp>
                  <p:nvSpPr>
                    <p:cNvPr id="434" name="Freeform: Shape 433">
                      <a:extLst>
                        <a:ext uri="{FF2B5EF4-FFF2-40B4-BE49-F238E27FC236}">
                          <a16:creationId xmlns:a16="http://schemas.microsoft.com/office/drawing/2014/main" id="{4B55959F-97FC-C431-AB73-EE3B131C9B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89626" y="1558135"/>
                      <a:ext cx="53318" cy="75991"/>
                    </a:xfrm>
                    <a:custGeom>
                      <a:avLst/>
                      <a:gdLst>
                        <a:gd name="csX0" fmla="*/ 53319 w 53318"/>
                        <a:gd name="csY0" fmla="*/ 74751 h 75991"/>
                        <a:gd name="csX1" fmla="*/ 21133 w 53318"/>
                        <a:gd name="csY1" fmla="*/ 73630 h 75991"/>
                        <a:gd name="csX2" fmla="*/ 11127 w 53318"/>
                        <a:gd name="csY2" fmla="*/ 69299 h 75991"/>
                        <a:gd name="csX3" fmla="*/ 0 w 53318"/>
                        <a:gd name="csY3" fmla="*/ 24494 h 75991"/>
                        <a:gd name="csX4" fmla="*/ 6945 w 53318"/>
                        <a:gd name="csY4" fmla="*/ 15906 h 75991"/>
                        <a:gd name="csX5" fmla="*/ 34874 w 53318"/>
                        <a:gd name="csY5" fmla="*/ 0 h 75991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</a:cxnLst>
                      <a:rect l="l" t="t" r="r" b="b"/>
                      <a:pathLst>
                        <a:path w="53318" h="75991">
                          <a:moveTo>
                            <a:pt x="53319" y="74751"/>
                          </a:moveTo>
                          <a:cubicBezTo>
                            <a:pt x="42636" y="76723"/>
                            <a:pt x="31653" y="76340"/>
                            <a:pt x="21133" y="73630"/>
                          </a:cubicBezTo>
                          <a:cubicBezTo>
                            <a:pt x="17621" y="72636"/>
                            <a:pt x="14256" y="71180"/>
                            <a:pt x="11127" y="69299"/>
                          </a:cubicBezTo>
                          <a:lnTo>
                            <a:pt x="0" y="24494"/>
                          </a:lnTo>
                          <a:cubicBezTo>
                            <a:pt x="1881" y="21306"/>
                            <a:pt x="4221" y="18412"/>
                            <a:pt x="6945" y="15906"/>
                          </a:cubicBezTo>
                          <a:cubicBezTo>
                            <a:pt x="14971" y="8614"/>
                            <a:pt x="24507" y="3183"/>
                            <a:pt x="34874" y="0"/>
                          </a:cubicBezTo>
                          <a:close/>
                        </a:path>
                      </a:pathLst>
                    </a:custGeom>
                    <a:solidFill>
                      <a:srgbClr val="30261C">
                        <a:alpha val="70000"/>
                      </a:srgbClr>
                    </a:solidFill>
                    <a:ln w="7449" cap="flat">
                      <a:noFill/>
                      <a:prstDash val="solid"/>
                      <a:miter/>
                    </a:ln>
                  </p:spPr>
                </p:sp>
                <p:sp>
                  <p:nvSpPr>
                    <p:cNvPr id="435" name="Freeform: Shape 434">
                      <a:extLst>
                        <a:ext uri="{FF2B5EF4-FFF2-40B4-BE49-F238E27FC236}">
                          <a16:creationId xmlns:a16="http://schemas.microsoft.com/office/drawing/2014/main" id="{79A8E82C-326B-C1F8-4A12-F1688CC52D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61986" y="1554252"/>
                      <a:ext cx="32261" cy="65042"/>
                    </a:xfrm>
                    <a:custGeom>
                      <a:avLst/>
                      <a:gdLst>
                        <a:gd name="csX0" fmla="*/ 0 w 32261"/>
                        <a:gd name="csY0" fmla="*/ 0 h 65042"/>
                        <a:gd name="csX1" fmla="*/ 8214 w 32261"/>
                        <a:gd name="csY1" fmla="*/ 1718 h 65042"/>
                        <a:gd name="csX2" fmla="*/ 28302 w 32261"/>
                        <a:gd name="csY2" fmla="*/ 17773 h 65042"/>
                        <a:gd name="csX3" fmla="*/ 28302 w 32261"/>
                        <a:gd name="csY3" fmla="*/ 18221 h 65042"/>
                        <a:gd name="csX4" fmla="*/ 28302 w 32261"/>
                        <a:gd name="csY4" fmla="*/ 19192 h 65042"/>
                        <a:gd name="csX5" fmla="*/ 32111 w 32261"/>
                        <a:gd name="csY5" fmla="*/ 34724 h 65042"/>
                        <a:gd name="csX6" fmla="*/ 32111 w 32261"/>
                        <a:gd name="csY6" fmla="*/ 35770 h 65042"/>
                        <a:gd name="csX7" fmla="*/ 22478 w 32261"/>
                        <a:gd name="csY7" fmla="*/ 59741 h 65042"/>
                        <a:gd name="csX8" fmla="*/ 15981 w 32261"/>
                        <a:gd name="csY8" fmla="*/ 65043 h 65042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</a:cxnLst>
                      <a:rect l="l" t="t" r="r" b="b"/>
                      <a:pathLst>
                        <a:path w="32261" h="65042">
                          <a:moveTo>
                            <a:pt x="0" y="0"/>
                          </a:moveTo>
                          <a:cubicBezTo>
                            <a:pt x="2783" y="334"/>
                            <a:pt x="5531" y="909"/>
                            <a:pt x="8214" y="1718"/>
                          </a:cubicBezTo>
                          <a:cubicBezTo>
                            <a:pt x="17145" y="3437"/>
                            <a:pt x="24657" y="9441"/>
                            <a:pt x="28302" y="17773"/>
                          </a:cubicBezTo>
                          <a:cubicBezTo>
                            <a:pt x="28302" y="17773"/>
                            <a:pt x="28302" y="17773"/>
                            <a:pt x="28302" y="18221"/>
                          </a:cubicBezTo>
                          <a:cubicBezTo>
                            <a:pt x="28335" y="18544"/>
                            <a:pt x="28335" y="18869"/>
                            <a:pt x="28302" y="19192"/>
                          </a:cubicBezTo>
                          <a:lnTo>
                            <a:pt x="32111" y="34724"/>
                          </a:lnTo>
                          <a:lnTo>
                            <a:pt x="32111" y="35770"/>
                          </a:lnTo>
                          <a:cubicBezTo>
                            <a:pt x="33063" y="44862"/>
                            <a:pt x="29457" y="53836"/>
                            <a:pt x="22478" y="59741"/>
                          </a:cubicBezTo>
                          <a:cubicBezTo>
                            <a:pt x="20429" y="61647"/>
                            <a:pt x="18259" y="63418"/>
                            <a:pt x="15981" y="65043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20000"/>
                      </a:srgbClr>
                    </a:solidFill>
                    <a:ln w="7449" cap="flat">
                      <a:noFill/>
                      <a:prstDash val="solid"/>
                      <a:miter/>
                    </a:ln>
                  </p:spPr>
                </p:sp>
                <p:sp>
                  <p:nvSpPr>
                    <p:cNvPr id="436" name="Freeform: Shape 435">
                      <a:extLst>
                        <a:ext uri="{FF2B5EF4-FFF2-40B4-BE49-F238E27FC236}">
                          <a16:creationId xmlns:a16="http://schemas.microsoft.com/office/drawing/2014/main" id="{1E0470A5-B1FC-01F7-D9C3-26EF53B8ED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85957" y="1529609"/>
                      <a:ext cx="105000" cy="88822"/>
                    </a:xfrm>
                    <a:custGeom>
                      <a:avLst/>
                      <a:gdLst>
                        <a:gd name="csX0" fmla="*/ 234 w 105000"/>
                        <a:gd name="csY0" fmla="*/ 67656 h 88822"/>
                        <a:gd name="csX1" fmla="*/ 234 w 105000"/>
                        <a:gd name="csY1" fmla="*/ 67656 h 88822"/>
                        <a:gd name="csX2" fmla="*/ 38766 w 105000"/>
                        <a:gd name="csY2" fmla="*/ 0 h 88822"/>
                        <a:gd name="csX3" fmla="*/ 104332 w 105000"/>
                        <a:gd name="csY3" fmla="*/ 42117 h 88822"/>
                        <a:gd name="csX4" fmla="*/ 104332 w 105000"/>
                        <a:gd name="csY4" fmla="*/ 42117 h 88822"/>
                        <a:gd name="csX5" fmla="*/ 104929 w 105000"/>
                        <a:gd name="csY5" fmla="*/ 44582 h 88822"/>
                        <a:gd name="csX6" fmla="*/ 104929 w 105000"/>
                        <a:gd name="csY6" fmla="*/ 45030 h 88822"/>
                        <a:gd name="csX7" fmla="*/ 94624 w 105000"/>
                        <a:gd name="csY7" fmla="*/ 68553 h 88822"/>
                        <a:gd name="csX8" fmla="*/ 20919 w 105000"/>
                        <a:gd name="csY8" fmla="*/ 86624 h 88822"/>
                        <a:gd name="csX9" fmla="*/ 906 w 105000"/>
                        <a:gd name="csY9" fmla="*/ 70569 h 88822"/>
                        <a:gd name="csX10" fmla="*/ 906 w 105000"/>
                        <a:gd name="csY10" fmla="*/ 70121 h 88822"/>
                        <a:gd name="csX11" fmla="*/ 234 w 105000"/>
                        <a:gd name="csY11" fmla="*/ 67656 h 88822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</a:cxnLst>
                      <a:rect l="l" t="t" r="r" b="b"/>
                      <a:pathLst>
                        <a:path w="105000" h="88822">
                          <a:moveTo>
                            <a:pt x="234" y="67656"/>
                          </a:moveTo>
                          <a:lnTo>
                            <a:pt x="234" y="67656"/>
                          </a:lnTo>
                          <a:cubicBezTo>
                            <a:pt x="-3500" y="47643"/>
                            <a:pt x="38766" y="0"/>
                            <a:pt x="38766" y="0"/>
                          </a:cubicBezTo>
                          <a:cubicBezTo>
                            <a:pt x="38766" y="0"/>
                            <a:pt x="98507" y="22403"/>
                            <a:pt x="104332" y="42117"/>
                          </a:cubicBezTo>
                          <a:lnTo>
                            <a:pt x="104332" y="42117"/>
                          </a:lnTo>
                          <a:cubicBezTo>
                            <a:pt x="104332" y="42939"/>
                            <a:pt x="104780" y="43760"/>
                            <a:pt x="104929" y="44582"/>
                          </a:cubicBezTo>
                          <a:cubicBezTo>
                            <a:pt x="104964" y="44729"/>
                            <a:pt x="104964" y="44882"/>
                            <a:pt x="104929" y="45030"/>
                          </a:cubicBezTo>
                          <a:cubicBezTo>
                            <a:pt x="105581" y="54090"/>
                            <a:pt x="101726" y="62889"/>
                            <a:pt x="94624" y="68553"/>
                          </a:cubicBezTo>
                          <a:cubicBezTo>
                            <a:pt x="74348" y="85995"/>
                            <a:pt x="46963" y="92709"/>
                            <a:pt x="20919" y="86624"/>
                          </a:cubicBezTo>
                          <a:cubicBezTo>
                            <a:pt x="12006" y="84906"/>
                            <a:pt x="4516" y="78897"/>
                            <a:pt x="906" y="70569"/>
                          </a:cubicBezTo>
                          <a:cubicBezTo>
                            <a:pt x="906" y="70569"/>
                            <a:pt x="906" y="70569"/>
                            <a:pt x="906" y="70121"/>
                          </a:cubicBezTo>
                          <a:cubicBezTo>
                            <a:pt x="906" y="69673"/>
                            <a:pt x="383" y="68478"/>
                            <a:pt x="234" y="67656"/>
                          </a:cubicBezTo>
                          <a:close/>
                        </a:path>
                      </a:pathLst>
                    </a:custGeom>
                    <a:solidFill>
                      <a:srgbClr val="30261C"/>
                    </a:solidFill>
                    <a:ln w="7449" cap="flat">
                      <a:noFill/>
                      <a:prstDash val="solid"/>
                      <a:miter/>
                    </a:ln>
                  </p:spPr>
                </p:sp>
                <p:sp>
                  <p:nvSpPr>
                    <p:cNvPr id="437" name="Freeform: Shape 436">
                      <a:extLst>
                        <a:ext uri="{FF2B5EF4-FFF2-40B4-BE49-F238E27FC236}">
                          <a16:creationId xmlns:a16="http://schemas.microsoft.com/office/drawing/2014/main" id="{7749F8B2-192D-F0C5-EAAC-AE7828EAD0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85957" y="1529609"/>
                      <a:ext cx="105000" cy="88822"/>
                    </a:xfrm>
                    <a:custGeom>
                      <a:avLst/>
                      <a:gdLst>
                        <a:gd name="csX0" fmla="*/ 234 w 105000"/>
                        <a:gd name="csY0" fmla="*/ 67656 h 88822"/>
                        <a:gd name="csX1" fmla="*/ 234 w 105000"/>
                        <a:gd name="csY1" fmla="*/ 67656 h 88822"/>
                        <a:gd name="csX2" fmla="*/ 38766 w 105000"/>
                        <a:gd name="csY2" fmla="*/ 0 h 88822"/>
                        <a:gd name="csX3" fmla="*/ 104332 w 105000"/>
                        <a:gd name="csY3" fmla="*/ 42117 h 88822"/>
                        <a:gd name="csX4" fmla="*/ 104332 w 105000"/>
                        <a:gd name="csY4" fmla="*/ 42117 h 88822"/>
                        <a:gd name="csX5" fmla="*/ 104929 w 105000"/>
                        <a:gd name="csY5" fmla="*/ 44582 h 88822"/>
                        <a:gd name="csX6" fmla="*/ 104929 w 105000"/>
                        <a:gd name="csY6" fmla="*/ 45030 h 88822"/>
                        <a:gd name="csX7" fmla="*/ 94624 w 105000"/>
                        <a:gd name="csY7" fmla="*/ 68553 h 88822"/>
                        <a:gd name="csX8" fmla="*/ 20919 w 105000"/>
                        <a:gd name="csY8" fmla="*/ 86624 h 88822"/>
                        <a:gd name="csX9" fmla="*/ 906 w 105000"/>
                        <a:gd name="csY9" fmla="*/ 70569 h 88822"/>
                        <a:gd name="csX10" fmla="*/ 906 w 105000"/>
                        <a:gd name="csY10" fmla="*/ 70121 h 88822"/>
                        <a:gd name="csX11" fmla="*/ 234 w 105000"/>
                        <a:gd name="csY11" fmla="*/ 67656 h 88822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</a:cxnLst>
                      <a:rect l="l" t="t" r="r" b="b"/>
                      <a:pathLst>
                        <a:path w="105000" h="88822">
                          <a:moveTo>
                            <a:pt x="234" y="67656"/>
                          </a:moveTo>
                          <a:lnTo>
                            <a:pt x="234" y="67656"/>
                          </a:lnTo>
                          <a:cubicBezTo>
                            <a:pt x="-3500" y="47643"/>
                            <a:pt x="38766" y="0"/>
                            <a:pt x="38766" y="0"/>
                          </a:cubicBezTo>
                          <a:cubicBezTo>
                            <a:pt x="38766" y="0"/>
                            <a:pt x="98507" y="22403"/>
                            <a:pt x="104332" y="42117"/>
                          </a:cubicBezTo>
                          <a:lnTo>
                            <a:pt x="104332" y="42117"/>
                          </a:lnTo>
                          <a:cubicBezTo>
                            <a:pt x="104332" y="42939"/>
                            <a:pt x="104780" y="43760"/>
                            <a:pt x="104929" y="44582"/>
                          </a:cubicBezTo>
                          <a:cubicBezTo>
                            <a:pt x="104964" y="44729"/>
                            <a:pt x="104964" y="44882"/>
                            <a:pt x="104929" y="45030"/>
                          </a:cubicBezTo>
                          <a:cubicBezTo>
                            <a:pt x="105581" y="54090"/>
                            <a:pt x="101726" y="62889"/>
                            <a:pt x="94624" y="68553"/>
                          </a:cubicBezTo>
                          <a:cubicBezTo>
                            <a:pt x="74348" y="85995"/>
                            <a:pt x="46963" y="92709"/>
                            <a:pt x="20919" y="86624"/>
                          </a:cubicBezTo>
                          <a:cubicBezTo>
                            <a:pt x="12006" y="84906"/>
                            <a:pt x="4516" y="78897"/>
                            <a:pt x="906" y="70569"/>
                          </a:cubicBezTo>
                          <a:cubicBezTo>
                            <a:pt x="906" y="70569"/>
                            <a:pt x="906" y="70569"/>
                            <a:pt x="906" y="70121"/>
                          </a:cubicBezTo>
                          <a:cubicBezTo>
                            <a:pt x="906" y="69673"/>
                            <a:pt x="383" y="68478"/>
                            <a:pt x="234" y="67656"/>
                          </a:cubicBezTo>
                          <a:close/>
                        </a:path>
                      </a:pathLst>
                    </a:custGeom>
                    <a:solidFill>
                      <a:srgbClr val="FFFFFF">
                        <a:alpha val="80000"/>
                      </a:srgbClr>
                    </a:solidFill>
                    <a:ln w="7449" cap="flat">
                      <a:noFill/>
                      <a:prstDash val="solid"/>
                      <a:miter/>
                    </a:ln>
                  </p:spPr>
                </p:sp>
                <p:sp>
                  <p:nvSpPr>
                    <p:cNvPr id="438" name="Freeform: Shape 437">
                      <a:extLst>
                        <a:ext uri="{FF2B5EF4-FFF2-40B4-BE49-F238E27FC236}">
                          <a16:creationId xmlns:a16="http://schemas.microsoft.com/office/drawing/2014/main" id="{32D35F5E-2DD5-6C8A-CFD0-0A2D4F971E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97203" y="1529534"/>
                      <a:ext cx="41932" cy="89131"/>
                    </a:xfrm>
                    <a:custGeom>
                      <a:avLst/>
                      <a:gdLst>
                        <a:gd name="csX0" fmla="*/ 9748 w 41932"/>
                        <a:gd name="csY0" fmla="*/ 86699 h 89131"/>
                        <a:gd name="csX1" fmla="*/ 712 w 41932"/>
                        <a:gd name="csY1" fmla="*/ 82965 h 89131"/>
                        <a:gd name="csX2" fmla="*/ 27520 w 41932"/>
                        <a:gd name="csY2" fmla="*/ 0 h 89131"/>
                        <a:gd name="csX3" fmla="*/ 41933 w 41932"/>
                        <a:gd name="csY3" fmla="*/ 87894 h 89131"/>
                        <a:gd name="csX4" fmla="*/ 9748 w 41932"/>
                        <a:gd name="csY4" fmla="*/ 86699 h 89131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</a:cxnLst>
                      <a:rect l="l" t="t" r="r" b="b"/>
                      <a:pathLst>
                        <a:path w="41932" h="89131">
                          <a:moveTo>
                            <a:pt x="9748" y="86699"/>
                          </a:moveTo>
                          <a:cubicBezTo>
                            <a:pt x="6594" y="85828"/>
                            <a:pt x="3560" y="84574"/>
                            <a:pt x="712" y="82965"/>
                          </a:cubicBezTo>
                          <a:cubicBezTo>
                            <a:pt x="-5188" y="58397"/>
                            <a:pt x="27520" y="0"/>
                            <a:pt x="27520" y="0"/>
                          </a:cubicBezTo>
                          <a:cubicBezTo>
                            <a:pt x="27520" y="0"/>
                            <a:pt x="37378" y="69225"/>
                            <a:pt x="41933" y="87894"/>
                          </a:cubicBezTo>
                          <a:cubicBezTo>
                            <a:pt x="31248" y="89880"/>
                            <a:pt x="20256" y="89472"/>
                            <a:pt x="9748" y="86699"/>
                          </a:cubicBezTo>
                          <a:close/>
                        </a:path>
                      </a:pathLst>
                    </a:custGeom>
                    <a:solidFill>
                      <a:srgbClr val="FFFFFF">
                        <a:alpha val="30000"/>
                      </a:srgbClr>
                    </a:solidFill>
                    <a:ln w="7449" cap="flat">
                      <a:noFill/>
                      <a:prstDash val="solid"/>
                      <a:miter/>
                    </a:ln>
                  </p:spPr>
                </p:sp>
                <p:sp>
                  <p:nvSpPr>
                    <p:cNvPr id="439" name="Freeform: Shape 438">
                      <a:extLst>
                        <a:ext uri="{FF2B5EF4-FFF2-40B4-BE49-F238E27FC236}">
                          <a16:creationId xmlns:a16="http://schemas.microsoft.com/office/drawing/2014/main" id="{B5D9F2C3-700E-7AA0-9FA7-9941B808D1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24350" y="1529235"/>
                      <a:ext cx="66607" cy="74675"/>
                    </a:xfrm>
                    <a:custGeom>
                      <a:avLst/>
                      <a:gdLst>
                        <a:gd name="csX0" fmla="*/ 65939 w 66607"/>
                        <a:gd name="csY0" fmla="*/ 42416 h 74675"/>
                        <a:gd name="csX1" fmla="*/ 65939 w 66607"/>
                        <a:gd name="csY1" fmla="*/ 42416 h 74675"/>
                        <a:gd name="csX2" fmla="*/ 66536 w 66607"/>
                        <a:gd name="csY2" fmla="*/ 44880 h 74675"/>
                        <a:gd name="csX3" fmla="*/ 66536 w 66607"/>
                        <a:gd name="csY3" fmla="*/ 45328 h 74675"/>
                        <a:gd name="csX4" fmla="*/ 56231 w 66607"/>
                        <a:gd name="csY4" fmla="*/ 68851 h 74675"/>
                        <a:gd name="csX5" fmla="*/ 48763 w 66607"/>
                        <a:gd name="csY5" fmla="*/ 74676 h 74675"/>
                        <a:gd name="csX6" fmla="*/ 0 w 66607"/>
                        <a:gd name="csY6" fmla="*/ 0 h 74675"/>
                        <a:gd name="csX7" fmla="*/ 65939 w 66607"/>
                        <a:gd name="csY7" fmla="*/ 42416 h 74675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</a:cxnLst>
                      <a:rect l="l" t="t" r="r" b="b"/>
                      <a:pathLst>
                        <a:path w="66607" h="74675">
                          <a:moveTo>
                            <a:pt x="65939" y="42416"/>
                          </a:moveTo>
                          <a:lnTo>
                            <a:pt x="65939" y="42416"/>
                          </a:lnTo>
                          <a:cubicBezTo>
                            <a:pt x="65939" y="43237"/>
                            <a:pt x="66387" y="44059"/>
                            <a:pt x="66536" y="44880"/>
                          </a:cubicBezTo>
                          <a:cubicBezTo>
                            <a:pt x="66571" y="45028"/>
                            <a:pt x="66571" y="45181"/>
                            <a:pt x="66536" y="45328"/>
                          </a:cubicBezTo>
                          <a:cubicBezTo>
                            <a:pt x="67188" y="54389"/>
                            <a:pt x="63333" y="63188"/>
                            <a:pt x="56231" y="68851"/>
                          </a:cubicBezTo>
                          <a:cubicBezTo>
                            <a:pt x="53897" y="70984"/>
                            <a:pt x="51400" y="72931"/>
                            <a:pt x="48763" y="74676"/>
                          </a:cubicBezTo>
                          <a:cubicBezTo>
                            <a:pt x="44731" y="58247"/>
                            <a:pt x="0" y="0"/>
                            <a:pt x="0" y="0"/>
                          </a:cubicBezTo>
                          <a:cubicBezTo>
                            <a:pt x="0" y="0"/>
                            <a:pt x="59890" y="22926"/>
                            <a:pt x="65939" y="42416"/>
                          </a:cubicBezTo>
                          <a:close/>
                        </a:path>
                      </a:pathLst>
                    </a:custGeom>
                    <a:solidFill>
                      <a:srgbClr val="30261C">
                        <a:alpha val="15000"/>
                      </a:srgbClr>
                    </a:solidFill>
                    <a:ln w="7449" cap="flat">
                      <a:noFill/>
                      <a:prstDash val="solid"/>
                      <a:miter/>
                    </a:ln>
                  </p:spPr>
                </p:sp>
                <p:sp>
                  <p:nvSpPr>
                    <p:cNvPr id="440" name="Freeform: Shape 439">
                      <a:extLst>
                        <a:ext uri="{FF2B5EF4-FFF2-40B4-BE49-F238E27FC236}">
                          <a16:creationId xmlns:a16="http://schemas.microsoft.com/office/drawing/2014/main" id="{632CD366-45BD-3FB3-38D7-B6CD93FB63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68201" y="1107069"/>
                      <a:ext cx="368321" cy="255362"/>
                    </a:xfrm>
                    <a:custGeom>
                      <a:avLst/>
                      <a:gdLst>
                        <a:gd name="csX0" fmla="*/ 1802 w 368321"/>
                        <a:gd name="csY0" fmla="*/ 155946 h 255362"/>
                        <a:gd name="csX1" fmla="*/ 36228 w 368321"/>
                        <a:gd name="csY1" fmla="*/ 70144 h 255362"/>
                        <a:gd name="csX2" fmla="*/ 288857 w 368321"/>
                        <a:gd name="csY2" fmla="*/ 8162 h 255362"/>
                        <a:gd name="csX3" fmla="*/ 359052 w 368321"/>
                        <a:gd name="csY3" fmla="*/ 67903 h 255362"/>
                        <a:gd name="csX4" fmla="*/ 366520 w 368321"/>
                        <a:gd name="csY4" fmla="*/ 99417 h 255362"/>
                        <a:gd name="csX5" fmla="*/ 332094 w 368321"/>
                        <a:gd name="csY5" fmla="*/ 185219 h 255362"/>
                        <a:gd name="csX6" fmla="*/ 79465 w 368321"/>
                        <a:gd name="csY6" fmla="*/ 247200 h 255362"/>
                        <a:gd name="csX7" fmla="*/ 9270 w 368321"/>
                        <a:gd name="csY7" fmla="*/ 187460 h 255362"/>
                        <a:gd name="csX8" fmla="*/ 1802 w 368321"/>
                        <a:gd name="csY8" fmla="*/ 155946 h 255362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</a:cxnLst>
                      <a:rect l="l" t="t" r="r" b="b"/>
                      <a:pathLst>
                        <a:path w="368321" h="255362">
                          <a:moveTo>
                            <a:pt x="1802" y="155946"/>
                          </a:moveTo>
                          <a:cubicBezTo>
                            <a:pt x="-4695" y="129511"/>
                            <a:pt x="6283" y="98894"/>
                            <a:pt x="36228" y="70144"/>
                          </a:cubicBezTo>
                          <a:cubicBezTo>
                            <a:pt x="95969" y="12792"/>
                            <a:pt x="209177" y="-14987"/>
                            <a:pt x="288857" y="8162"/>
                          </a:cubicBezTo>
                          <a:cubicBezTo>
                            <a:pt x="328659" y="19737"/>
                            <a:pt x="352630" y="41841"/>
                            <a:pt x="359052" y="67903"/>
                          </a:cubicBezTo>
                          <a:lnTo>
                            <a:pt x="366520" y="99417"/>
                          </a:lnTo>
                          <a:cubicBezTo>
                            <a:pt x="373016" y="125852"/>
                            <a:pt x="362039" y="156469"/>
                            <a:pt x="332094" y="185219"/>
                          </a:cubicBezTo>
                          <a:cubicBezTo>
                            <a:pt x="272353" y="242570"/>
                            <a:pt x="159144" y="270350"/>
                            <a:pt x="79465" y="247200"/>
                          </a:cubicBezTo>
                          <a:cubicBezTo>
                            <a:pt x="39663" y="235625"/>
                            <a:pt x="15692" y="213521"/>
                            <a:pt x="9270" y="187460"/>
                          </a:cubicBezTo>
                          <a:cubicBezTo>
                            <a:pt x="8224" y="182456"/>
                            <a:pt x="3072" y="161472"/>
                            <a:pt x="1802" y="155946"/>
                          </a:cubicBezTo>
                          <a:close/>
                        </a:path>
                      </a:pathLst>
                    </a:custGeom>
                    <a:solidFill>
                      <a:srgbClr val="30261C"/>
                    </a:solidFill>
                    <a:ln w="7449" cap="flat">
                      <a:noFill/>
                      <a:prstDash val="solid"/>
                      <a:miter/>
                    </a:ln>
                  </p:spPr>
                </p:sp>
                <p:sp>
                  <p:nvSpPr>
                    <p:cNvPr id="441" name="Freeform: Shape 440">
                      <a:extLst>
                        <a:ext uri="{FF2B5EF4-FFF2-40B4-BE49-F238E27FC236}">
                          <a16:creationId xmlns:a16="http://schemas.microsoft.com/office/drawing/2014/main" id="{AA5FAD69-0DFD-821A-0542-BCD1BBC732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68201" y="1107069"/>
                      <a:ext cx="368321" cy="255362"/>
                    </a:xfrm>
                    <a:custGeom>
                      <a:avLst/>
                      <a:gdLst>
                        <a:gd name="csX0" fmla="*/ 1802 w 368321"/>
                        <a:gd name="csY0" fmla="*/ 155946 h 255362"/>
                        <a:gd name="csX1" fmla="*/ 36228 w 368321"/>
                        <a:gd name="csY1" fmla="*/ 70144 h 255362"/>
                        <a:gd name="csX2" fmla="*/ 288857 w 368321"/>
                        <a:gd name="csY2" fmla="*/ 8162 h 255362"/>
                        <a:gd name="csX3" fmla="*/ 359052 w 368321"/>
                        <a:gd name="csY3" fmla="*/ 67903 h 255362"/>
                        <a:gd name="csX4" fmla="*/ 366520 w 368321"/>
                        <a:gd name="csY4" fmla="*/ 99417 h 255362"/>
                        <a:gd name="csX5" fmla="*/ 332094 w 368321"/>
                        <a:gd name="csY5" fmla="*/ 185219 h 255362"/>
                        <a:gd name="csX6" fmla="*/ 79465 w 368321"/>
                        <a:gd name="csY6" fmla="*/ 247200 h 255362"/>
                        <a:gd name="csX7" fmla="*/ 9270 w 368321"/>
                        <a:gd name="csY7" fmla="*/ 187460 h 255362"/>
                        <a:gd name="csX8" fmla="*/ 1802 w 368321"/>
                        <a:gd name="csY8" fmla="*/ 155946 h 255362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</a:cxnLst>
                      <a:rect l="l" t="t" r="r" b="b"/>
                      <a:pathLst>
                        <a:path w="368321" h="255362">
                          <a:moveTo>
                            <a:pt x="1802" y="155946"/>
                          </a:moveTo>
                          <a:cubicBezTo>
                            <a:pt x="-4695" y="129511"/>
                            <a:pt x="6283" y="98894"/>
                            <a:pt x="36228" y="70144"/>
                          </a:cubicBezTo>
                          <a:cubicBezTo>
                            <a:pt x="95969" y="12792"/>
                            <a:pt x="209177" y="-14987"/>
                            <a:pt x="288857" y="8162"/>
                          </a:cubicBezTo>
                          <a:cubicBezTo>
                            <a:pt x="328659" y="19737"/>
                            <a:pt x="352630" y="41841"/>
                            <a:pt x="359052" y="67903"/>
                          </a:cubicBezTo>
                          <a:lnTo>
                            <a:pt x="366520" y="99417"/>
                          </a:lnTo>
                          <a:cubicBezTo>
                            <a:pt x="373016" y="125852"/>
                            <a:pt x="362039" y="156469"/>
                            <a:pt x="332094" y="185219"/>
                          </a:cubicBezTo>
                          <a:cubicBezTo>
                            <a:pt x="272353" y="242570"/>
                            <a:pt x="159144" y="270350"/>
                            <a:pt x="79465" y="247200"/>
                          </a:cubicBezTo>
                          <a:cubicBezTo>
                            <a:pt x="39663" y="235625"/>
                            <a:pt x="15692" y="213521"/>
                            <a:pt x="9270" y="187460"/>
                          </a:cubicBezTo>
                          <a:cubicBezTo>
                            <a:pt x="8224" y="182456"/>
                            <a:pt x="3072" y="161472"/>
                            <a:pt x="1802" y="155946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30000"/>
                      </a:srgbClr>
                    </a:solidFill>
                    <a:ln w="7449" cap="flat">
                      <a:noFill/>
                      <a:prstDash val="solid"/>
                      <a:miter/>
                    </a:ln>
                  </p:spPr>
                </p:sp>
                <p:sp>
                  <p:nvSpPr>
                    <p:cNvPr id="442" name="Freeform: Shape 441">
                      <a:extLst>
                        <a:ext uri="{FF2B5EF4-FFF2-40B4-BE49-F238E27FC236}">
                          <a16:creationId xmlns:a16="http://schemas.microsoft.com/office/drawing/2014/main" id="{8345BA8C-DA2C-7885-6DC5-0FC2537D64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68439" y="1188340"/>
                      <a:ext cx="65188" cy="161598"/>
                    </a:xfrm>
                    <a:custGeom>
                      <a:avLst/>
                      <a:gdLst>
                        <a:gd name="csX0" fmla="*/ 25536 w 65188"/>
                        <a:gd name="csY0" fmla="*/ 0 h 161598"/>
                        <a:gd name="csX1" fmla="*/ 65188 w 65188"/>
                        <a:gd name="csY1" fmla="*/ 161599 h 161598"/>
                        <a:gd name="csX2" fmla="*/ 9331 w 65188"/>
                        <a:gd name="csY2" fmla="*/ 106339 h 161598"/>
                        <a:gd name="csX3" fmla="*/ 1863 w 65188"/>
                        <a:gd name="csY3" fmla="*/ 74825 h 161598"/>
                        <a:gd name="csX4" fmla="*/ 25536 w 65188"/>
                        <a:gd name="csY4" fmla="*/ 0 h 161598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</a:cxnLst>
                      <a:rect l="l" t="t" r="r" b="b"/>
                      <a:pathLst>
                        <a:path w="65188" h="161598">
                          <a:moveTo>
                            <a:pt x="25536" y="0"/>
                          </a:moveTo>
                          <a:lnTo>
                            <a:pt x="65188" y="161599"/>
                          </a:lnTo>
                          <a:cubicBezTo>
                            <a:pt x="33974" y="149203"/>
                            <a:pt x="15006" y="129413"/>
                            <a:pt x="9331" y="106339"/>
                          </a:cubicBezTo>
                          <a:cubicBezTo>
                            <a:pt x="7987" y="101111"/>
                            <a:pt x="2834" y="80127"/>
                            <a:pt x="1863" y="74825"/>
                          </a:cubicBezTo>
                          <a:cubicBezTo>
                            <a:pt x="-3887" y="51825"/>
                            <a:pt x="3581" y="25539"/>
                            <a:pt x="25536" y="0"/>
                          </a:cubicBezTo>
                          <a:close/>
                        </a:path>
                      </a:pathLst>
                    </a:custGeom>
                    <a:solidFill>
                      <a:srgbClr val="30261C">
                        <a:alpha val="70000"/>
                      </a:srgbClr>
                    </a:solidFill>
                    <a:ln w="7449" cap="flat">
                      <a:noFill/>
                      <a:prstDash val="solid"/>
                      <a:miter/>
                    </a:ln>
                  </p:spPr>
                </p:sp>
                <p:sp>
                  <p:nvSpPr>
                    <p:cNvPr id="443" name="Freeform: Shape 442">
                      <a:extLst>
                        <a:ext uri="{FF2B5EF4-FFF2-40B4-BE49-F238E27FC236}">
                          <a16:creationId xmlns:a16="http://schemas.microsoft.com/office/drawing/2014/main" id="{995BF7AE-8F87-8741-F99D-83B09FEB21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26235" y="1116277"/>
                      <a:ext cx="155475" cy="246623"/>
                    </a:xfrm>
                    <a:custGeom>
                      <a:avLst/>
                      <a:gdLst>
                        <a:gd name="csX0" fmla="*/ 155475 w 155475"/>
                        <a:gd name="csY0" fmla="*/ 237768 h 246623"/>
                        <a:gd name="csX1" fmla="*/ 49361 w 155475"/>
                        <a:gd name="csY1" fmla="*/ 244415 h 246623"/>
                        <a:gd name="csX2" fmla="*/ 0 w 155475"/>
                        <a:gd name="csY2" fmla="*/ 43237 h 246623"/>
                        <a:gd name="csX3" fmla="*/ 97079 w 155475"/>
                        <a:gd name="csY3" fmla="*/ 0 h 246623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</a:cxnLst>
                      <a:rect l="l" t="t" r="r" b="b"/>
                      <a:pathLst>
                        <a:path w="155475" h="246623">
                          <a:moveTo>
                            <a:pt x="155475" y="237768"/>
                          </a:moveTo>
                          <a:cubicBezTo>
                            <a:pt x="120830" y="246595"/>
                            <a:pt x="84837" y="248849"/>
                            <a:pt x="49361" y="244415"/>
                          </a:cubicBezTo>
                          <a:lnTo>
                            <a:pt x="0" y="43237"/>
                          </a:lnTo>
                          <a:cubicBezTo>
                            <a:pt x="29366" y="22871"/>
                            <a:pt x="62297" y="8204"/>
                            <a:pt x="97079" y="0"/>
                          </a:cubicBezTo>
                          <a:close/>
                        </a:path>
                      </a:pathLst>
                    </a:custGeom>
                    <a:solidFill>
                      <a:srgbClr val="30261C">
                        <a:alpha val="70000"/>
                      </a:srgbClr>
                    </a:solidFill>
                    <a:ln w="7449" cap="flat">
                      <a:noFill/>
                      <a:prstDash val="solid"/>
                      <a:miter/>
                    </a:ln>
                  </p:spPr>
                </p:sp>
                <p:sp>
                  <p:nvSpPr>
                    <p:cNvPr id="444" name="Freeform: Shape 443">
                      <a:extLst>
                        <a:ext uri="{FF2B5EF4-FFF2-40B4-BE49-F238E27FC236}">
                          <a16:creationId xmlns:a16="http://schemas.microsoft.com/office/drawing/2014/main" id="{E7BF89B5-ACC9-AF8A-94AE-F67D0888A2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45259" y="1112469"/>
                      <a:ext cx="91264" cy="188108"/>
                    </a:xfrm>
                    <a:custGeom>
                      <a:avLst/>
                      <a:gdLst>
                        <a:gd name="csX0" fmla="*/ 0 w 91264"/>
                        <a:gd name="csY0" fmla="*/ 0 h 188108"/>
                        <a:gd name="csX1" fmla="*/ 11799 w 91264"/>
                        <a:gd name="csY1" fmla="*/ 2987 h 188108"/>
                        <a:gd name="csX2" fmla="*/ 81994 w 91264"/>
                        <a:gd name="csY2" fmla="*/ 62728 h 188108"/>
                        <a:gd name="csX3" fmla="*/ 89462 w 91264"/>
                        <a:gd name="csY3" fmla="*/ 94241 h 188108"/>
                        <a:gd name="csX4" fmla="*/ 55036 w 91264"/>
                        <a:gd name="csY4" fmla="*/ 180044 h 188108"/>
                        <a:gd name="csX5" fmla="*/ 45926 w 91264"/>
                        <a:gd name="csY5" fmla="*/ 188109 h 188108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</a:cxnLst>
                      <a:rect l="l" t="t" r="r" b="b"/>
                      <a:pathLst>
                        <a:path w="91264" h="188108">
                          <a:moveTo>
                            <a:pt x="0" y="0"/>
                          </a:moveTo>
                          <a:cubicBezTo>
                            <a:pt x="3958" y="896"/>
                            <a:pt x="7916" y="1867"/>
                            <a:pt x="11799" y="2987"/>
                          </a:cubicBezTo>
                          <a:cubicBezTo>
                            <a:pt x="51601" y="14562"/>
                            <a:pt x="75572" y="36666"/>
                            <a:pt x="81994" y="62728"/>
                          </a:cubicBezTo>
                          <a:lnTo>
                            <a:pt x="89462" y="94241"/>
                          </a:lnTo>
                          <a:cubicBezTo>
                            <a:pt x="95959" y="120676"/>
                            <a:pt x="84981" y="151294"/>
                            <a:pt x="55036" y="180044"/>
                          </a:cubicBezTo>
                          <a:cubicBezTo>
                            <a:pt x="52124" y="182807"/>
                            <a:pt x="49062" y="185495"/>
                            <a:pt x="45926" y="188109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20000"/>
                      </a:srgbClr>
                    </a:solidFill>
                    <a:ln w="7449" cap="flat">
                      <a:noFill/>
                      <a:prstDash val="solid"/>
                      <a:miter/>
                    </a:ln>
                  </p:spPr>
                </p:sp>
                <p:sp>
                  <p:nvSpPr>
                    <p:cNvPr id="445" name="Freeform: Shape 444">
                      <a:extLst>
                        <a:ext uri="{FF2B5EF4-FFF2-40B4-BE49-F238E27FC236}">
                          <a16:creationId xmlns:a16="http://schemas.microsoft.com/office/drawing/2014/main" id="{14DC6127-09C8-4812-CC9D-B2EA7C4D1BAD}"/>
                        </a:ext>
                      </a:extLst>
                    </p:cNvPr>
                    <p:cNvSpPr/>
                    <p:nvPr/>
                  </p:nvSpPr>
                  <p:spPr>
                    <a:xfrm rot="-827400">
                      <a:off x="6864727" y="1113186"/>
                      <a:ext cx="367853" cy="212378"/>
                    </a:xfrm>
                    <a:custGeom>
                      <a:avLst/>
                      <a:gdLst>
                        <a:gd name="csX0" fmla="*/ 367854 w 367853"/>
                        <a:gd name="csY0" fmla="*/ 106189 h 212378"/>
                        <a:gd name="csX1" fmla="*/ 183927 w 367853"/>
                        <a:gd name="csY1" fmla="*/ 212378 h 212378"/>
                        <a:gd name="csX2" fmla="*/ 0 w 367853"/>
                        <a:gd name="csY2" fmla="*/ 106189 h 212378"/>
                        <a:gd name="csX3" fmla="*/ 183927 w 367853"/>
                        <a:gd name="csY3" fmla="*/ 0 h 212378"/>
                        <a:gd name="csX4" fmla="*/ 367854 w 367853"/>
                        <a:gd name="csY4" fmla="*/ 106189 h 212378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</a:cxnLst>
                      <a:rect l="l" t="t" r="r" b="b"/>
                      <a:pathLst>
                        <a:path w="367853" h="212378">
                          <a:moveTo>
                            <a:pt x="367854" y="106189"/>
                          </a:moveTo>
                          <a:cubicBezTo>
                            <a:pt x="367854" y="164836"/>
                            <a:pt x="285507" y="212378"/>
                            <a:pt x="183927" y="212378"/>
                          </a:cubicBezTo>
                          <a:cubicBezTo>
                            <a:pt x="82347" y="212378"/>
                            <a:pt x="0" y="164836"/>
                            <a:pt x="0" y="106189"/>
                          </a:cubicBezTo>
                          <a:cubicBezTo>
                            <a:pt x="0" y="47543"/>
                            <a:pt x="82347" y="0"/>
                            <a:pt x="183927" y="0"/>
                          </a:cubicBezTo>
                          <a:cubicBezTo>
                            <a:pt x="285507" y="0"/>
                            <a:pt x="367854" y="47543"/>
                            <a:pt x="367854" y="106189"/>
                          </a:cubicBezTo>
                          <a:close/>
                        </a:path>
                      </a:pathLst>
                    </a:custGeom>
                    <a:solidFill>
                      <a:srgbClr val="30261C"/>
                    </a:solidFill>
                    <a:ln w="7449" cap="flat">
                      <a:noFill/>
                      <a:prstDash val="solid"/>
                      <a:miter/>
                    </a:ln>
                  </p:spPr>
                </p:sp>
                <p:sp>
                  <p:nvSpPr>
                    <p:cNvPr id="446" name="Freeform: Shape 445">
                      <a:extLst>
                        <a:ext uri="{FF2B5EF4-FFF2-40B4-BE49-F238E27FC236}">
                          <a16:creationId xmlns:a16="http://schemas.microsoft.com/office/drawing/2014/main" id="{3D7EE505-C267-44EA-C7DA-27506E3BEAED}"/>
                        </a:ext>
                      </a:extLst>
                    </p:cNvPr>
                    <p:cNvSpPr/>
                    <p:nvPr/>
                  </p:nvSpPr>
                  <p:spPr>
                    <a:xfrm rot="-827400">
                      <a:off x="6864727" y="1113186"/>
                      <a:ext cx="367853" cy="212378"/>
                    </a:xfrm>
                    <a:custGeom>
                      <a:avLst/>
                      <a:gdLst>
                        <a:gd name="csX0" fmla="*/ 367854 w 367853"/>
                        <a:gd name="csY0" fmla="*/ 106189 h 212378"/>
                        <a:gd name="csX1" fmla="*/ 183927 w 367853"/>
                        <a:gd name="csY1" fmla="*/ 212378 h 212378"/>
                        <a:gd name="csX2" fmla="*/ 0 w 367853"/>
                        <a:gd name="csY2" fmla="*/ 106189 h 212378"/>
                        <a:gd name="csX3" fmla="*/ 183927 w 367853"/>
                        <a:gd name="csY3" fmla="*/ 0 h 212378"/>
                        <a:gd name="csX4" fmla="*/ 367854 w 367853"/>
                        <a:gd name="csY4" fmla="*/ 106189 h 212378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</a:cxnLst>
                      <a:rect l="l" t="t" r="r" b="b"/>
                      <a:pathLst>
                        <a:path w="367853" h="212378">
                          <a:moveTo>
                            <a:pt x="367854" y="106189"/>
                          </a:moveTo>
                          <a:cubicBezTo>
                            <a:pt x="367854" y="164836"/>
                            <a:pt x="285507" y="212378"/>
                            <a:pt x="183927" y="212378"/>
                          </a:cubicBezTo>
                          <a:cubicBezTo>
                            <a:pt x="82347" y="212378"/>
                            <a:pt x="0" y="164836"/>
                            <a:pt x="0" y="106189"/>
                          </a:cubicBezTo>
                          <a:cubicBezTo>
                            <a:pt x="0" y="47543"/>
                            <a:pt x="82347" y="0"/>
                            <a:pt x="183927" y="0"/>
                          </a:cubicBezTo>
                          <a:cubicBezTo>
                            <a:pt x="285507" y="0"/>
                            <a:pt x="367854" y="47543"/>
                            <a:pt x="367854" y="106189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5000"/>
                      </a:srgbClr>
                    </a:solidFill>
                    <a:ln w="7449" cap="flat">
                      <a:noFill/>
                      <a:prstDash val="solid"/>
                      <a:miter/>
                    </a:ln>
                  </p:spPr>
                </p:sp>
                <p:sp>
                  <p:nvSpPr>
                    <p:cNvPr id="447" name="Freeform: Shape 446">
                      <a:extLst>
                        <a:ext uri="{FF2B5EF4-FFF2-40B4-BE49-F238E27FC236}">
                          <a16:creationId xmlns:a16="http://schemas.microsoft.com/office/drawing/2014/main" id="{C4841E28-ECE9-25B2-AC3B-39F2C47971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87039" y="1126646"/>
                      <a:ext cx="323218" cy="147048"/>
                    </a:xfrm>
                    <a:custGeom>
                      <a:avLst/>
                      <a:gdLst>
                        <a:gd name="csX0" fmla="*/ 1260 w 323218"/>
                        <a:gd name="csY0" fmla="*/ 132113 h 147048"/>
                        <a:gd name="csX1" fmla="*/ 8055 w 323218"/>
                        <a:gd name="csY1" fmla="*/ 147048 h 147048"/>
                        <a:gd name="csX2" fmla="*/ 37926 w 323218"/>
                        <a:gd name="csY2" fmla="*/ 95821 h 147048"/>
                        <a:gd name="csX3" fmla="*/ 148521 w 323218"/>
                        <a:gd name="csY3" fmla="*/ 39291 h 147048"/>
                        <a:gd name="csX4" fmla="*/ 272483 w 323218"/>
                        <a:gd name="csY4" fmla="*/ 38320 h 147048"/>
                        <a:gd name="csX5" fmla="*/ 322889 w 323218"/>
                        <a:gd name="csY5" fmla="*/ 69759 h 147048"/>
                        <a:gd name="csX6" fmla="*/ 321918 w 323218"/>
                        <a:gd name="csY6" fmla="*/ 53255 h 147048"/>
                        <a:gd name="csX7" fmla="*/ 264791 w 323218"/>
                        <a:gd name="csY7" fmla="*/ 6732 h 147048"/>
                        <a:gd name="csX8" fmla="*/ 30458 w 323218"/>
                        <a:gd name="csY8" fmla="*/ 64233 h 147048"/>
                        <a:gd name="csX9" fmla="*/ 1260 w 323218"/>
                        <a:gd name="csY9" fmla="*/ 132113 h 147048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</a:cxnLst>
                      <a:rect l="l" t="t" r="r" b="b"/>
                      <a:pathLst>
                        <a:path w="323218" h="147048">
                          <a:moveTo>
                            <a:pt x="1260" y="132113"/>
                          </a:moveTo>
                          <a:cubicBezTo>
                            <a:pt x="2618" y="137457"/>
                            <a:pt x="4919" y="142514"/>
                            <a:pt x="8055" y="147048"/>
                          </a:cubicBezTo>
                          <a:cubicBezTo>
                            <a:pt x="10072" y="130545"/>
                            <a:pt x="20377" y="112847"/>
                            <a:pt x="37926" y="95821"/>
                          </a:cubicBezTo>
                          <a:cubicBezTo>
                            <a:pt x="69325" y="67794"/>
                            <a:pt x="107414" y="48325"/>
                            <a:pt x="148521" y="39291"/>
                          </a:cubicBezTo>
                          <a:cubicBezTo>
                            <a:pt x="193326" y="28388"/>
                            <a:pt x="237161" y="28015"/>
                            <a:pt x="272483" y="38320"/>
                          </a:cubicBezTo>
                          <a:cubicBezTo>
                            <a:pt x="296155" y="45190"/>
                            <a:pt x="313406" y="56093"/>
                            <a:pt x="322889" y="69759"/>
                          </a:cubicBezTo>
                          <a:cubicBezTo>
                            <a:pt x="323547" y="64244"/>
                            <a:pt x="323218" y="58655"/>
                            <a:pt x="321918" y="53255"/>
                          </a:cubicBezTo>
                          <a:cubicBezTo>
                            <a:pt x="316841" y="32495"/>
                            <a:pt x="296529" y="15917"/>
                            <a:pt x="264791" y="6732"/>
                          </a:cubicBezTo>
                          <a:cubicBezTo>
                            <a:pt x="181983" y="-12139"/>
                            <a:pt x="95126" y="9174"/>
                            <a:pt x="30458" y="64233"/>
                          </a:cubicBezTo>
                          <a:cubicBezTo>
                            <a:pt x="6562" y="87308"/>
                            <a:pt x="-3818" y="111353"/>
                            <a:pt x="1260" y="132113"/>
                          </a:cubicBezTo>
                          <a:close/>
                        </a:path>
                      </a:pathLst>
                    </a:custGeom>
                    <a:solidFill>
                      <a:srgbClr val="30261C"/>
                    </a:solidFill>
                    <a:ln w="7449" cap="flat">
                      <a:noFill/>
                      <a:prstDash val="solid"/>
                      <a:miter/>
                    </a:ln>
                  </p:spPr>
                </p:sp>
                <p:sp>
                  <p:nvSpPr>
                    <p:cNvPr id="448" name="Freeform: Shape 447">
                      <a:extLst>
                        <a:ext uri="{FF2B5EF4-FFF2-40B4-BE49-F238E27FC236}">
                          <a16:creationId xmlns:a16="http://schemas.microsoft.com/office/drawing/2014/main" id="{98278167-11FC-81FF-2418-A55726552B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04561" y="1126284"/>
                      <a:ext cx="105697" cy="70494"/>
                    </a:xfrm>
                    <a:custGeom>
                      <a:avLst/>
                      <a:gdLst>
                        <a:gd name="csX0" fmla="*/ 0 w 105697"/>
                        <a:gd name="csY0" fmla="*/ 0 h 70494"/>
                        <a:gd name="csX1" fmla="*/ 47270 w 105697"/>
                        <a:gd name="csY1" fmla="*/ 7468 h 70494"/>
                        <a:gd name="csX2" fmla="*/ 104397 w 105697"/>
                        <a:gd name="csY2" fmla="*/ 53991 h 70494"/>
                        <a:gd name="csX3" fmla="*/ 105368 w 105697"/>
                        <a:gd name="csY3" fmla="*/ 70494 h 70494"/>
                        <a:gd name="csX4" fmla="*/ 54961 w 105697"/>
                        <a:gd name="csY4" fmla="*/ 39056 h 70494"/>
                        <a:gd name="csX5" fmla="*/ 7766 w 105697"/>
                        <a:gd name="csY5" fmla="*/ 31588 h 70494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</a:cxnLst>
                      <a:rect l="l" t="t" r="r" b="b"/>
                      <a:pathLst>
                        <a:path w="105697" h="70494">
                          <a:moveTo>
                            <a:pt x="0" y="0"/>
                          </a:moveTo>
                          <a:cubicBezTo>
                            <a:pt x="15999" y="590"/>
                            <a:pt x="31869" y="3097"/>
                            <a:pt x="47270" y="7468"/>
                          </a:cubicBezTo>
                          <a:cubicBezTo>
                            <a:pt x="79007" y="16727"/>
                            <a:pt x="99543" y="33231"/>
                            <a:pt x="104397" y="53991"/>
                          </a:cubicBezTo>
                          <a:cubicBezTo>
                            <a:pt x="105697" y="59391"/>
                            <a:pt x="106025" y="64979"/>
                            <a:pt x="105368" y="70494"/>
                          </a:cubicBezTo>
                          <a:cubicBezTo>
                            <a:pt x="95884" y="56828"/>
                            <a:pt x="78634" y="45926"/>
                            <a:pt x="54961" y="39056"/>
                          </a:cubicBezTo>
                          <a:cubicBezTo>
                            <a:pt x="39594" y="34648"/>
                            <a:pt x="23744" y="32140"/>
                            <a:pt x="7766" y="31588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"/>
                      </a:srgbClr>
                    </a:solidFill>
                    <a:ln w="7449" cap="flat">
                      <a:noFill/>
                      <a:prstDash val="solid"/>
                      <a:miter/>
                    </a:ln>
                  </p:spPr>
                </p:sp>
                <p:sp>
                  <p:nvSpPr>
                    <p:cNvPr id="449" name="Freeform: Shape 448">
                      <a:extLst>
                        <a:ext uri="{FF2B5EF4-FFF2-40B4-BE49-F238E27FC236}">
                          <a16:creationId xmlns:a16="http://schemas.microsoft.com/office/drawing/2014/main" id="{3E3B85E6-449D-87D4-6ACB-2A0B282037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26832" y="1136066"/>
                      <a:ext cx="104098" cy="78484"/>
                    </a:xfrm>
                    <a:custGeom>
                      <a:avLst/>
                      <a:gdLst>
                        <a:gd name="csX0" fmla="*/ 104098 w 104098"/>
                        <a:gd name="csY0" fmla="*/ 31215 h 78484"/>
                        <a:gd name="csX1" fmla="*/ 7468 w 104098"/>
                        <a:gd name="csY1" fmla="*/ 78484 h 78484"/>
                        <a:gd name="csX2" fmla="*/ 0 w 104098"/>
                        <a:gd name="csY2" fmla="*/ 46897 h 78484"/>
                        <a:gd name="csX3" fmla="*/ 96407 w 104098"/>
                        <a:gd name="csY3" fmla="*/ 0 h 78484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</a:cxnLst>
                      <a:rect l="l" t="t" r="r" b="b"/>
                      <a:pathLst>
                        <a:path w="104098" h="78484">
                          <a:moveTo>
                            <a:pt x="104098" y="31215"/>
                          </a:moveTo>
                          <a:cubicBezTo>
                            <a:pt x="68870" y="39856"/>
                            <a:pt x="35913" y="55977"/>
                            <a:pt x="7468" y="78484"/>
                          </a:cubicBezTo>
                          <a:lnTo>
                            <a:pt x="0" y="46897"/>
                          </a:lnTo>
                          <a:cubicBezTo>
                            <a:pt x="28402" y="24533"/>
                            <a:pt x="61281" y="8540"/>
                            <a:pt x="96407" y="0"/>
                          </a:cubicBezTo>
                          <a:close/>
                        </a:path>
                      </a:pathLst>
                    </a:custGeom>
                    <a:solidFill>
                      <a:srgbClr val="FFFFFF">
                        <a:alpha val="20000"/>
                      </a:srgbClr>
                    </a:solidFill>
                    <a:ln w="7449" cap="flat">
                      <a:noFill/>
                      <a:prstDash val="solid"/>
                      <a:miter/>
                    </a:ln>
                  </p:spPr>
                </p:sp>
                <p:sp>
                  <p:nvSpPr>
                    <p:cNvPr id="450" name="Freeform: Shape 449">
                      <a:extLst>
                        <a:ext uri="{FF2B5EF4-FFF2-40B4-BE49-F238E27FC236}">
                          <a16:creationId xmlns:a16="http://schemas.microsoft.com/office/drawing/2014/main" id="{6C9218DE-0DE7-F2BD-3A7E-B365047E70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77770" y="1207083"/>
                      <a:ext cx="371583" cy="350045"/>
                    </a:xfrm>
                    <a:custGeom>
                      <a:avLst/>
                      <a:gdLst>
                        <a:gd name="csX0" fmla="*/ 357250 w 371583"/>
                        <a:gd name="csY0" fmla="*/ 0 h 350045"/>
                        <a:gd name="csX1" fmla="*/ 322824 w 371583"/>
                        <a:gd name="csY1" fmla="*/ 85803 h 350045"/>
                        <a:gd name="csX2" fmla="*/ 70196 w 371583"/>
                        <a:gd name="csY2" fmla="*/ 147784 h 350045"/>
                        <a:gd name="csX3" fmla="*/ 0 w 371583"/>
                        <a:gd name="csY3" fmla="*/ 88043 h 350045"/>
                        <a:gd name="csX4" fmla="*/ 253002 w 371583"/>
                        <a:gd name="csY4" fmla="*/ 347169 h 350045"/>
                        <a:gd name="csX5" fmla="*/ 357549 w 371583"/>
                        <a:gd name="csY5" fmla="*/ 224 h 350045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</a:cxnLst>
                      <a:rect l="l" t="t" r="r" b="b"/>
                      <a:pathLst>
                        <a:path w="371583" h="350045">
                          <a:moveTo>
                            <a:pt x="357250" y="0"/>
                          </a:moveTo>
                          <a:cubicBezTo>
                            <a:pt x="363747" y="26435"/>
                            <a:pt x="352770" y="57052"/>
                            <a:pt x="322824" y="85803"/>
                          </a:cubicBezTo>
                          <a:cubicBezTo>
                            <a:pt x="263084" y="143154"/>
                            <a:pt x="149875" y="170933"/>
                            <a:pt x="70196" y="147784"/>
                          </a:cubicBezTo>
                          <a:cubicBezTo>
                            <a:pt x="30393" y="136209"/>
                            <a:pt x="6422" y="114105"/>
                            <a:pt x="0" y="88043"/>
                          </a:cubicBezTo>
                          <a:cubicBezTo>
                            <a:pt x="40699" y="253450"/>
                            <a:pt x="158537" y="370094"/>
                            <a:pt x="253002" y="347169"/>
                          </a:cubicBezTo>
                          <a:cubicBezTo>
                            <a:pt x="347467" y="324243"/>
                            <a:pt x="397948" y="166005"/>
                            <a:pt x="357549" y="224"/>
                          </a:cubicBezTo>
                          <a:close/>
                        </a:path>
                      </a:pathLst>
                    </a:custGeom>
                    <a:solidFill>
                      <a:srgbClr val="30261C"/>
                    </a:solidFill>
                    <a:ln w="7449" cap="flat">
                      <a:noFill/>
                      <a:prstDash val="solid"/>
                      <a:miter/>
                    </a:ln>
                  </p:spPr>
                </p:sp>
                <p:sp>
                  <p:nvSpPr>
                    <p:cNvPr id="451" name="Freeform: Shape 450">
                      <a:extLst>
                        <a:ext uri="{FF2B5EF4-FFF2-40B4-BE49-F238E27FC236}">
                          <a16:creationId xmlns:a16="http://schemas.microsoft.com/office/drawing/2014/main" id="{76817C08-B477-667A-6AB8-77C6351CFF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77770" y="1207083"/>
                      <a:ext cx="371583" cy="350045"/>
                    </a:xfrm>
                    <a:custGeom>
                      <a:avLst/>
                      <a:gdLst>
                        <a:gd name="csX0" fmla="*/ 357250 w 371583"/>
                        <a:gd name="csY0" fmla="*/ 0 h 350045"/>
                        <a:gd name="csX1" fmla="*/ 322824 w 371583"/>
                        <a:gd name="csY1" fmla="*/ 85803 h 350045"/>
                        <a:gd name="csX2" fmla="*/ 70196 w 371583"/>
                        <a:gd name="csY2" fmla="*/ 147784 h 350045"/>
                        <a:gd name="csX3" fmla="*/ 0 w 371583"/>
                        <a:gd name="csY3" fmla="*/ 88043 h 350045"/>
                        <a:gd name="csX4" fmla="*/ 253002 w 371583"/>
                        <a:gd name="csY4" fmla="*/ 347169 h 350045"/>
                        <a:gd name="csX5" fmla="*/ 357549 w 371583"/>
                        <a:gd name="csY5" fmla="*/ 224 h 350045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</a:cxnLst>
                      <a:rect l="l" t="t" r="r" b="b"/>
                      <a:pathLst>
                        <a:path w="371583" h="350045">
                          <a:moveTo>
                            <a:pt x="357250" y="0"/>
                          </a:moveTo>
                          <a:cubicBezTo>
                            <a:pt x="363747" y="26435"/>
                            <a:pt x="352770" y="57052"/>
                            <a:pt x="322824" y="85803"/>
                          </a:cubicBezTo>
                          <a:cubicBezTo>
                            <a:pt x="263084" y="143154"/>
                            <a:pt x="149875" y="170933"/>
                            <a:pt x="70196" y="147784"/>
                          </a:cubicBezTo>
                          <a:cubicBezTo>
                            <a:pt x="30393" y="136209"/>
                            <a:pt x="6422" y="114105"/>
                            <a:pt x="0" y="88043"/>
                          </a:cubicBezTo>
                          <a:cubicBezTo>
                            <a:pt x="40699" y="253450"/>
                            <a:pt x="158537" y="370094"/>
                            <a:pt x="253002" y="347169"/>
                          </a:cubicBezTo>
                          <a:cubicBezTo>
                            <a:pt x="347467" y="324243"/>
                            <a:pt x="397948" y="166005"/>
                            <a:pt x="357549" y="224"/>
                          </a:cubicBezTo>
                          <a:close/>
                        </a:path>
                      </a:pathLst>
                    </a:custGeom>
                    <a:solidFill>
                      <a:srgbClr val="FFFFFF">
                        <a:alpha val="70000"/>
                      </a:srgbClr>
                    </a:solidFill>
                    <a:ln w="7449" cap="flat">
                      <a:noFill/>
                      <a:prstDash val="solid"/>
                      <a:miter/>
                    </a:ln>
                  </p:spPr>
                </p:sp>
                <p:sp>
                  <p:nvSpPr>
                    <p:cNvPr id="452" name="Freeform: Shape 451">
                      <a:extLst>
                        <a:ext uri="{FF2B5EF4-FFF2-40B4-BE49-F238E27FC236}">
                          <a16:creationId xmlns:a16="http://schemas.microsoft.com/office/drawing/2014/main" id="{961184DD-87EF-B740-4CF4-4972EF24CB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00089" y="1207083"/>
                      <a:ext cx="249111" cy="350078"/>
                    </a:xfrm>
                    <a:custGeom>
                      <a:avLst/>
                      <a:gdLst>
                        <a:gd name="csX0" fmla="*/ 130683 w 249111"/>
                        <a:gd name="csY0" fmla="*/ 347169 h 350078"/>
                        <a:gd name="csX1" fmla="*/ 0 w 249111"/>
                        <a:gd name="csY1" fmla="*/ 303334 h 350078"/>
                        <a:gd name="csX2" fmla="*/ 153609 w 249111"/>
                        <a:gd name="csY2" fmla="*/ 240382 h 350078"/>
                        <a:gd name="csX3" fmla="*/ 153609 w 249111"/>
                        <a:gd name="csY3" fmla="*/ 119631 h 350078"/>
                        <a:gd name="csX4" fmla="*/ 200505 w 249111"/>
                        <a:gd name="csY4" fmla="*/ 85803 h 350078"/>
                        <a:gd name="csX5" fmla="*/ 234931 w 249111"/>
                        <a:gd name="csY5" fmla="*/ 0 h 350078"/>
                        <a:gd name="csX6" fmla="*/ 234931 w 249111"/>
                        <a:gd name="csY6" fmla="*/ 0 h 350078"/>
                        <a:gd name="csX7" fmla="*/ 130683 w 249111"/>
                        <a:gd name="csY7" fmla="*/ 347169 h 350078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</a:cxnLst>
                      <a:rect l="l" t="t" r="r" b="b"/>
                      <a:pathLst>
                        <a:path w="249111" h="350078">
                          <a:moveTo>
                            <a:pt x="130683" y="347169"/>
                          </a:moveTo>
                          <a:cubicBezTo>
                            <a:pt x="88864" y="357399"/>
                            <a:pt x="42341" y="340149"/>
                            <a:pt x="0" y="303334"/>
                          </a:cubicBezTo>
                          <a:cubicBezTo>
                            <a:pt x="56082" y="348139"/>
                            <a:pt x="136732" y="320061"/>
                            <a:pt x="153609" y="240382"/>
                          </a:cubicBezTo>
                          <a:cubicBezTo>
                            <a:pt x="160206" y="200402"/>
                            <a:pt x="160206" y="159611"/>
                            <a:pt x="153609" y="119631"/>
                          </a:cubicBezTo>
                          <a:cubicBezTo>
                            <a:pt x="170680" y="110497"/>
                            <a:pt x="186452" y="99120"/>
                            <a:pt x="200505" y="85803"/>
                          </a:cubicBezTo>
                          <a:cubicBezTo>
                            <a:pt x="230375" y="57052"/>
                            <a:pt x="241428" y="26062"/>
                            <a:pt x="234931" y="0"/>
                          </a:cubicBezTo>
                          <a:lnTo>
                            <a:pt x="234931" y="0"/>
                          </a:lnTo>
                          <a:cubicBezTo>
                            <a:pt x="275629" y="165781"/>
                            <a:pt x="224999" y="323795"/>
                            <a:pt x="130683" y="347169"/>
                          </a:cubicBezTo>
                          <a:close/>
                        </a:path>
                      </a:pathLst>
                    </a:custGeom>
                    <a:solidFill>
                      <a:srgbClr val="30261C">
                        <a:alpha val="20000"/>
                      </a:srgbClr>
                    </a:solidFill>
                    <a:ln w="7449" cap="flat">
                      <a:noFill/>
                      <a:prstDash val="solid"/>
                      <a:miter/>
                    </a:ln>
                  </p:spPr>
                </p:sp>
                <p:sp>
                  <p:nvSpPr>
                    <p:cNvPr id="453" name="Freeform: Shape 452">
                      <a:extLst>
                        <a:ext uri="{FF2B5EF4-FFF2-40B4-BE49-F238E27FC236}">
                          <a16:creationId xmlns:a16="http://schemas.microsoft.com/office/drawing/2014/main" id="{30F0EAA4-1A31-EB58-ABA3-9328F42BB3D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36149" y="1207083"/>
                      <a:ext cx="113185" cy="345301"/>
                    </a:xfrm>
                    <a:custGeom>
                      <a:avLst/>
                      <a:gdLst>
                        <a:gd name="csX0" fmla="*/ 83786 w 113185"/>
                        <a:gd name="csY0" fmla="*/ 176683 h 345301"/>
                        <a:gd name="csX1" fmla="*/ 74004 w 113185"/>
                        <a:gd name="csY1" fmla="*/ 75796 h 345301"/>
                        <a:gd name="csX2" fmla="*/ 98871 w 113185"/>
                        <a:gd name="csY2" fmla="*/ 0 h 345301"/>
                        <a:gd name="csX3" fmla="*/ 98871 w 113185"/>
                        <a:gd name="csY3" fmla="*/ 0 h 345301"/>
                        <a:gd name="csX4" fmla="*/ 0 w 113185"/>
                        <a:gd name="csY4" fmla="*/ 345302 h 345301"/>
                        <a:gd name="csX5" fmla="*/ 83786 w 113185"/>
                        <a:gd name="csY5" fmla="*/ 176683 h 345301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</a:cxnLst>
                      <a:rect l="l" t="t" r="r" b="b"/>
                      <a:pathLst>
                        <a:path w="113185" h="345301">
                          <a:moveTo>
                            <a:pt x="83786" y="176683"/>
                          </a:moveTo>
                          <a:cubicBezTo>
                            <a:pt x="83724" y="142821"/>
                            <a:pt x="80449" y="109040"/>
                            <a:pt x="74004" y="75796"/>
                          </a:cubicBezTo>
                          <a:cubicBezTo>
                            <a:pt x="96407" y="50108"/>
                            <a:pt x="104621" y="23523"/>
                            <a:pt x="98871" y="0"/>
                          </a:cubicBezTo>
                          <a:lnTo>
                            <a:pt x="98871" y="0"/>
                          </a:lnTo>
                          <a:cubicBezTo>
                            <a:pt x="139121" y="162570"/>
                            <a:pt x="90806" y="317298"/>
                            <a:pt x="0" y="345302"/>
                          </a:cubicBezTo>
                          <a:cubicBezTo>
                            <a:pt x="51302" y="328052"/>
                            <a:pt x="83338" y="248746"/>
                            <a:pt x="83786" y="176683"/>
                          </a:cubicBezTo>
                          <a:close/>
                        </a:path>
                      </a:pathLst>
                    </a:custGeom>
                    <a:solidFill>
                      <a:srgbClr val="30261C">
                        <a:alpha val="35000"/>
                      </a:srgbClr>
                    </a:solidFill>
                    <a:ln w="7449" cap="flat">
                      <a:noFill/>
                      <a:prstDash val="solid"/>
                      <a:miter/>
                    </a:ln>
                  </p:spPr>
                </p:sp>
                <p:sp>
                  <p:nvSpPr>
                    <p:cNvPr id="454" name="Freeform: Shape 453">
                      <a:extLst>
                        <a:ext uri="{FF2B5EF4-FFF2-40B4-BE49-F238E27FC236}">
                          <a16:creationId xmlns:a16="http://schemas.microsoft.com/office/drawing/2014/main" id="{1D8870EC-7D84-2261-F704-5544D63429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36540" y="1348669"/>
                      <a:ext cx="170164" cy="138055"/>
                    </a:xfrm>
                    <a:custGeom>
                      <a:avLst/>
                      <a:gdLst>
                        <a:gd name="csX0" fmla="*/ 11425 w 170164"/>
                        <a:gd name="csY0" fmla="*/ 6198 h 138055"/>
                        <a:gd name="csX1" fmla="*/ 164362 w 170164"/>
                        <a:gd name="csY1" fmla="*/ 0 h 138055"/>
                        <a:gd name="csX2" fmla="*/ 106563 w 170164"/>
                        <a:gd name="csY2" fmla="*/ 135910 h 138055"/>
                        <a:gd name="csX3" fmla="*/ 0 w 170164"/>
                        <a:gd name="csY3" fmla="*/ 2390 h 138055"/>
                        <a:gd name="csX4" fmla="*/ 11425 w 170164"/>
                        <a:gd name="csY4" fmla="*/ 6198 h 138055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</a:cxnLst>
                      <a:rect l="l" t="t" r="r" b="b"/>
                      <a:pathLst>
                        <a:path w="170164" h="138055">
                          <a:moveTo>
                            <a:pt x="11425" y="6198"/>
                          </a:moveTo>
                          <a:cubicBezTo>
                            <a:pt x="56903" y="19416"/>
                            <a:pt x="113209" y="16055"/>
                            <a:pt x="164362" y="0"/>
                          </a:cubicBezTo>
                          <a:cubicBezTo>
                            <a:pt x="181089" y="105741"/>
                            <a:pt x="161599" y="148531"/>
                            <a:pt x="106563" y="135910"/>
                          </a:cubicBezTo>
                          <a:cubicBezTo>
                            <a:pt x="60637" y="125306"/>
                            <a:pt x="24419" y="63176"/>
                            <a:pt x="0" y="2390"/>
                          </a:cubicBezTo>
                          <a:cubicBezTo>
                            <a:pt x="3659" y="3958"/>
                            <a:pt x="7468" y="5078"/>
                            <a:pt x="11425" y="6198"/>
                          </a:cubicBezTo>
                          <a:close/>
                        </a:path>
                      </a:pathLst>
                    </a:custGeom>
                    <a:solidFill>
                      <a:srgbClr val="FFFFFF">
                        <a:alpha val="30000"/>
                      </a:srgbClr>
                    </a:solidFill>
                    <a:ln w="7449" cap="flat">
                      <a:noFill/>
                      <a:prstDash val="solid"/>
                      <a:miter/>
                    </a:ln>
                  </p:spPr>
                </p:sp>
                <p:sp>
                  <p:nvSpPr>
                    <p:cNvPr id="455" name="Freeform: Shape 454">
                      <a:extLst>
                        <a:ext uri="{FF2B5EF4-FFF2-40B4-BE49-F238E27FC236}">
                          <a16:creationId xmlns:a16="http://schemas.microsoft.com/office/drawing/2014/main" id="{9360924F-A235-F757-0E95-B271294A15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95095" y="1157640"/>
                      <a:ext cx="314609" cy="155039"/>
                    </a:xfrm>
                    <a:custGeom>
                      <a:avLst/>
                      <a:gdLst>
                        <a:gd name="csX0" fmla="*/ 0 w 314609"/>
                        <a:gd name="csY0" fmla="*/ 116204 h 155039"/>
                        <a:gd name="csX1" fmla="*/ 50406 w 314609"/>
                        <a:gd name="csY1" fmla="*/ 147568 h 155039"/>
                        <a:gd name="csX2" fmla="*/ 174368 w 314609"/>
                        <a:gd name="csY2" fmla="*/ 146597 h 155039"/>
                        <a:gd name="csX3" fmla="*/ 284740 w 314609"/>
                        <a:gd name="csY3" fmla="*/ 90067 h 155039"/>
                        <a:gd name="csX4" fmla="*/ 314610 w 314609"/>
                        <a:gd name="csY4" fmla="*/ 38914 h 155039"/>
                        <a:gd name="csX5" fmla="*/ 264204 w 314609"/>
                        <a:gd name="csY5" fmla="*/ 7476 h 155039"/>
                        <a:gd name="csX6" fmla="*/ 140241 w 314609"/>
                        <a:gd name="csY6" fmla="*/ 8446 h 155039"/>
                        <a:gd name="csX7" fmla="*/ 29870 w 314609"/>
                        <a:gd name="csY7" fmla="*/ 64976 h 155039"/>
                        <a:gd name="csX8" fmla="*/ 0 w 314609"/>
                        <a:gd name="csY8" fmla="*/ 116204 h 155039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</a:cxnLst>
                      <a:rect l="l" t="t" r="r" b="b"/>
                      <a:pathLst>
                        <a:path w="314609" h="155039">
                          <a:moveTo>
                            <a:pt x="0" y="116204"/>
                          </a:moveTo>
                          <a:cubicBezTo>
                            <a:pt x="9484" y="129795"/>
                            <a:pt x="26734" y="140698"/>
                            <a:pt x="50406" y="147568"/>
                          </a:cubicBezTo>
                          <a:cubicBezTo>
                            <a:pt x="91130" y="157849"/>
                            <a:pt x="133810" y="157515"/>
                            <a:pt x="174368" y="146597"/>
                          </a:cubicBezTo>
                          <a:cubicBezTo>
                            <a:pt x="219174" y="135620"/>
                            <a:pt x="258155" y="115606"/>
                            <a:pt x="284740" y="90067"/>
                          </a:cubicBezTo>
                          <a:cubicBezTo>
                            <a:pt x="302512" y="73041"/>
                            <a:pt x="312818" y="55343"/>
                            <a:pt x="314610" y="38914"/>
                          </a:cubicBezTo>
                          <a:cubicBezTo>
                            <a:pt x="305126" y="25248"/>
                            <a:pt x="287876" y="14346"/>
                            <a:pt x="264204" y="7476"/>
                          </a:cubicBezTo>
                          <a:cubicBezTo>
                            <a:pt x="228882" y="-2830"/>
                            <a:pt x="184823" y="-2456"/>
                            <a:pt x="140241" y="8446"/>
                          </a:cubicBezTo>
                          <a:cubicBezTo>
                            <a:pt x="99213" y="17517"/>
                            <a:pt x="61207" y="36983"/>
                            <a:pt x="29870" y="64976"/>
                          </a:cubicBezTo>
                          <a:cubicBezTo>
                            <a:pt x="12321" y="82002"/>
                            <a:pt x="2016" y="99700"/>
                            <a:pt x="0" y="116204"/>
                          </a:cubicBezTo>
                          <a:close/>
                        </a:path>
                      </a:pathLst>
                    </a:custGeom>
                    <a:solidFill>
                      <a:srgbClr val="30261C"/>
                    </a:solidFill>
                    <a:ln w="7449" cap="flat">
                      <a:noFill/>
                      <a:prstDash val="solid"/>
                      <a:miter/>
                    </a:ln>
                  </p:spPr>
                </p:sp>
                <p:sp>
                  <p:nvSpPr>
                    <p:cNvPr id="456" name="Freeform: Shape 455">
                      <a:extLst>
                        <a:ext uri="{FF2B5EF4-FFF2-40B4-BE49-F238E27FC236}">
                          <a16:creationId xmlns:a16="http://schemas.microsoft.com/office/drawing/2014/main" id="{7D79092F-2215-6F17-FE17-85050E941B4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95095" y="1157640"/>
                      <a:ext cx="314609" cy="155039"/>
                    </a:xfrm>
                    <a:custGeom>
                      <a:avLst/>
                      <a:gdLst>
                        <a:gd name="csX0" fmla="*/ 0 w 314609"/>
                        <a:gd name="csY0" fmla="*/ 116204 h 155039"/>
                        <a:gd name="csX1" fmla="*/ 50406 w 314609"/>
                        <a:gd name="csY1" fmla="*/ 147568 h 155039"/>
                        <a:gd name="csX2" fmla="*/ 174368 w 314609"/>
                        <a:gd name="csY2" fmla="*/ 146597 h 155039"/>
                        <a:gd name="csX3" fmla="*/ 284740 w 314609"/>
                        <a:gd name="csY3" fmla="*/ 90067 h 155039"/>
                        <a:gd name="csX4" fmla="*/ 314610 w 314609"/>
                        <a:gd name="csY4" fmla="*/ 38914 h 155039"/>
                        <a:gd name="csX5" fmla="*/ 264204 w 314609"/>
                        <a:gd name="csY5" fmla="*/ 7476 h 155039"/>
                        <a:gd name="csX6" fmla="*/ 140241 w 314609"/>
                        <a:gd name="csY6" fmla="*/ 8446 h 155039"/>
                        <a:gd name="csX7" fmla="*/ 29870 w 314609"/>
                        <a:gd name="csY7" fmla="*/ 64976 h 155039"/>
                        <a:gd name="csX8" fmla="*/ 0 w 314609"/>
                        <a:gd name="csY8" fmla="*/ 116204 h 155039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</a:cxnLst>
                      <a:rect l="l" t="t" r="r" b="b"/>
                      <a:pathLst>
                        <a:path w="314609" h="155039">
                          <a:moveTo>
                            <a:pt x="0" y="116204"/>
                          </a:moveTo>
                          <a:cubicBezTo>
                            <a:pt x="9484" y="129795"/>
                            <a:pt x="26734" y="140698"/>
                            <a:pt x="50406" y="147568"/>
                          </a:cubicBezTo>
                          <a:cubicBezTo>
                            <a:pt x="91130" y="157849"/>
                            <a:pt x="133810" y="157515"/>
                            <a:pt x="174368" y="146597"/>
                          </a:cubicBezTo>
                          <a:cubicBezTo>
                            <a:pt x="219174" y="135620"/>
                            <a:pt x="258155" y="115606"/>
                            <a:pt x="284740" y="90067"/>
                          </a:cubicBezTo>
                          <a:cubicBezTo>
                            <a:pt x="302512" y="73041"/>
                            <a:pt x="312818" y="55343"/>
                            <a:pt x="314610" y="38914"/>
                          </a:cubicBezTo>
                          <a:cubicBezTo>
                            <a:pt x="305126" y="25248"/>
                            <a:pt x="287876" y="14346"/>
                            <a:pt x="264204" y="7476"/>
                          </a:cubicBezTo>
                          <a:cubicBezTo>
                            <a:pt x="228882" y="-2830"/>
                            <a:pt x="184823" y="-2456"/>
                            <a:pt x="140241" y="8446"/>
                          </a:cubicBezTo>
                          <a:cubicBezTo>
                            <a:pt x="99213" y="17517"/>
                            <a:pt x="61207" y="36983"/>
                            <a:pt x="29870" y="64976"/>
                          </a:cubicBezTo>
                          <a:cubicBezTo>
                            <a:pt x="12321" y="82002"/>
                            <a:pt x="2016" y="99700"/>
                            <a:pt x="0" y="116204"/>
                          </a:cubicBezTo>
                          <a:close/>
                        </a:path>
                      </a:pathLst>
                    </a:custGeom>
                    <a:solidFill>
                      <a:srgbClr val="FFFFFF">
                        <a:alpha val="70000"/>
                      </a:srgbClr>
                    </a:solidFill>
                    <a:ln w="7449" cap="flat">
                      <a:noFill/>
                      <a:prstDash val="solid"/>
                      <a:miter/>
                    </a:ln>
                  </p:spPr>
                </p:sp>
                <p:sp>
                  <p:nvSpPr>
                    <p:cNvPr id="457" name="Freeform: Shape 456">
                      <a:extLst>
                        <a:ext uri="{FF2B5EF4-FFF2-40B4-BE49-F238E27FC236}">
                          <a16:creationId xmlns:a16="http://schemas.microsoft.com/office/drawing/2014/main" id="{52C7A255-BDF0-8F48-5C7D-37BB8580EC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95095" y="1199914"/>
                      <a:ext cx="94465" cy="112462"/>
                    </a:xfrm>
                    <a:custGeom>
                      <a:avLst/>
                      <a:gdLst>
                        <a:gd name="csX0" fmla="*/ 94465 w 94465"/>
                        <a:gd name="csY0" fmla="*/ 112462 h 112462"/>
                        <a:gd name="csX1" fmla="*/ 50406 w 94465"/>
                        <a:gd name="csY1" fmla="*/ 104994 h 112462"/>
                        <a:gd name="csX2" fmla="*/ 0 w 94465"/>
                        <a:gd name="csY2" fmla="*/ 73631 h 112462"/>
                        <a:gd name="csX3" fmla="*/ 29870 w 94465"/>
                        <a:gd name="csY3" fmla="*/ 22403 h 112462"/>
                        <a:gd name="csX4" fmla="*/ 58098 w 94465"/>
                        <a:gd name="csY4" fmla="*/ 0 h 112462"/>
                        <a:gd name="csX5" fmla="*/ 94465 w 94465"/>
                        <a:gd name="csY5" fmla="*/ 112462 h 112462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</a:cxnLst>
                      <a:rect l="l" t="t" r="r" b="b"/>
                      <a:pathLst>
                        <a:path w="94465" h="112462">
                          <a:moveTo>
                            <a:pt x="94465" y="112462"/>
                          </a:moveTo>
                          <a:cubicBezTo>
                            <a:pt x="79540" y="111677"/>
                            <a:pt x="64756" y="109171"/>
                            <a:pt x="50406" y="104994"/>
                          </a:cubicBezTo>
                          <a:cubicBezTo>
                            <a:pt x="26734" y="98124"/>
                            <a:pt x="9484" y="87222"/>
                            <a:pt x="0" y="73631"/>
                          </a:cubicBezTo>
                          <a:cubicBezTo>
                            <a:pt x="2016" y="57127"/>
                            <a:pt x="12321" y="39429"/>
                            <a:pt x="29870" y="22403"/>
                          </a:cubicBezTo>
                          <a:cubicBezTo>
                            <a:pt x="38541" y="14050"/>
                            <a:pt x="47994" y="6548"/>
                            <a:pt x="58098" y="0"/>
                          </a:cubicBezTo>
                          <a:cubicBezTo>
                            <a:pt x="66351" y="38630"/>
                            <a:pt x="78536" y="76314"/>
                            <a:pt x="94465" y="112462"/>
                          </a:cubicBezTo>
                          <a:close/>
                        </a:path>
                      </a:pathLst>
                    </a:custGeom>
                    <a:solidFill>
                      <a:srgbClr val="30261C">
                        <a:alpha val="10000"/>
                      </a:srgbClr>
                    </a:solidFill>
                    <a:ln w="7449" cap="flat">
                      <a:noFill/>
                      <a:prstDash val="solid"/>
                      <a:miter/>
                    </a:ln>
                  </p:spPr>
                </p:sp>
                <p:sp>
                  <p:nvSpPr>
                    <p:cNvPr id="458" name="Freeform: Shape 457">
                      <a:extLst>
                        <a:ext uri="{FF2B5EF4-FFF2-40B4-BE49-F238E27FC236}">
                          <a16:creationId xmlns:a16="http://schemas.microsoft.com/office/drawing/2014/main" id="{FF2ED629-7E14-E6DB-B507-D926B481E8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95094" y="1233145"/>
                      <a:ext cx="46299" cy="70792"/>
                    </a:xfrm>
                    <a:custGeom>
                      <a:avLst/>
                      <a:gdLst>
                        <a:gd name="csX0" fmla="*/ 20237 w 46299"/>
                        <a:gd name="csY0" fmla="*/ 0 h 70792"/>
                        <a:gd name="csX1" fmla="*/ 46299 w 46299"/>
                        <a:gd name="csY1" fmla="*/ 70793 h 70792"/>
                        <a:gd name="csX2" fmla="*/ 0 w 46299"/>
                        <a:gd name="csY2" fmla="*/ 40922 h 70792"/>
                        <a:gd name="csX3" fmla="*/ 20237 w 46299"/>
                        <a:gd name="csY3" fmla="*/ 0 h 70792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</a:cxnLst>
                      <a:rect l="l" t="t" r="r" b="b"/>
                      <a:pathLst>
                        <a:path w="46299" h="70792">
                          <a:moveTo>
                            <a:pt x="20237" y="0"/>
                          </a:moveTo>
                          <a:cubicBezTo>
                            <a:pt x="27250" y="24181"/>
                            <a:pt x="35959" y="47837"/>
                            <a:pt x="46299" y="70793"/>
                          </a:cubicBezTo>
                          <a:cubicBezTo>
                            <a:pt x="28061" y="66061"/>
                            <a:pt x="11829" y="55588"/>
                            <a:pt x="0" y="40922"/>
                          </a:cubicBezTo>
                          <a:cubicBezTo>
                            <a:pt x="2614" y="25601"/>
                            <a:pt x="9648" y="11377"/>
                            <a:pt x="20237" y="0"/>
                          </a:cubicBezTo>
                          <a:close/>
                        </a:path>
                      </a:pathLst>
                    </a:custGeom>
                    <a:solidFill>
                      <a:srgbClr val="30261C">
                        <a:alpha val="15000"/>
                      </a:srgbClr>
                    </a:solidFill>
                    <a:ln w="7449" cap="flat">
                      <a:noFill/>
                      <a:prstDash val="solid"/>
                      <a:miter/>
                    </a:ln>
                  </p:spPr>
                </p:sp>
                <p:sp>
                  <p:nvSpPr>
                    <p:cNvPr id="459" name="Freeform: Shape 458">
                      <a:extLst>
                        <a:ext uri="{FF2B5EF4-FFF2-40B4-BE49-F238E27FC236}">
                          <a16:creationId xmlns:a16="http://schemas.microsoft.com/office/drawing/2014/main" id="{3E2ED5E8-9197-6FED-B14B-2291498BA0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62610" y="1364500"/>
                      <a:ext cx="177355" cy="163987"/>
                    </a:xfrm>
                    <a:custGeom>
                      <a:avLst/>
                      <a:gdLst>
                        <a:gd name="csX0" fmla="*/ 0 w 177355"/>
                        <a:gd name="csY0" fmla="*/ 86176 h 163987"/>
                        <a:gd name="csX1" fmla="*/ 0 w 177355"/>
                        <a:gd name="csY1" fmla="*/ 86176 h 163987"/>
                        <a:gd name="csX2" fmla="*/ 89611 w 177355"/>
                        <a:gd name="csY2" fmla="*/ 0 h 163987"/>
                        <a:gd name="csX3" fmla="*/ 89611 w 177355"/>
                        <a:gd name="csY3" fmla="*/ 0 h 163987"/>
                        <a:gd name="csX4" fmla="*/ 107459 w 177355"/>
                        <a:gd name="csY4" fmla="*/ 5153 h 163987"/>
                        <a:gd name="csX5" fmla="*/ 107459 w 177355"/>
                        <a:gd name="csY5" fmla="*/ 5153 h 163987"/>
                        <a:gd name="csX6" fmla="*/ 112985 w 177355"/>
                        <a:gd name="csY6" fmla="*/ 24419 h 163987"/>
                        <a:gd name="csX7" fmla="*/ 37637 w 177355"/>
                        <a:gd name="csY7" fmla="*/ 96631 h 163987"/>
                        <a:gd name="csX8" fmla="*/ 71241 w 177355"/>
                        <a:gd name="csY8" fmla="*/ 136134 h 163987"/>
                        <a:gd name="csX9" fmla="*/ 80127 w 177355"/>
                        <a:gd name="csY9" fmla="*/ 140466 h 163987"/>
                        <a:gd name="csX10" fmla="*/ 133819 w 177355"/>
                        <a:gd name="csY10" fmla="*/ 130011 h 163987"/>
                        <a:gd name="csX11" fmla="*/ 148232 w 177355"/>
                        <a:gd name="csY11" fmla="*/ 119631 h 163987"/>
                        <a:gd name="csX12" fmla="*/ 166080 w 177355"/>
                        <a:gd name="csY12" fmla="*/ 124784 h 163987"/>
                        <a:gd name="csX13" fmla="*/ 177355 w 177355"/>
                        <a:gd name="csY13" fmla="*/ 137553 h 163987"/>
                        <a:gd name="csX14" fmla="*/ 84235 w 177355"/>
                        <a:gd name="csY14" fmla="*/ 159956 h 163987"/>
                        <a:gd name="csX15" fmla="*/ 66312 w 177355"/>
                        <a:gd name="csY15" fmla="*/ 154803 h 163987"/>
                        <a:gd name="csX16" fmla="*/ 0 w 177355"/>
                        <a:gd name="csY16" fmla="*/ 85728 h 163987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  <a:cxn ang="0">
                          <a:pos x="csX12" y="csY12"/>
                        </a:cxn>
                        <a:cxn ang="0">
                          <a:pos x="csX13" y="csY13"/>
                        </a:cxn>
                        <a:cxn ang="0">
                          <a:pos x="csX14" y="csY14"/>
                        </a:cxn>
                        <a:cxn ang="0">
                          <a:pos x="csX15" y="csY15"/>
                        </a:cxn>
                        <a:cxn ang="0">
                          <a:pos x="csX16" y="csY16"/>
                        </a:cxn>
                      </a:cxnLst>
                      <a:rect l="l" t="t" r="r" b="b"/>
                      <a:pathLst>
                        <a:path w="177355" h="163987">
                          <a:moveTo>
                            <a:pt x="0" y="86176"/>
                          </a:moveTo>
                          <a:lnTo>
                            <a:pt x="0" y="86176"/>
                          </a:lnTo>
                          <a:lnTo>
                            <a:pt x="89611" y="0"/>
                          </a:lnTo>
                          <a:lnTo>
                            <a:pt x="89611" y="0"/>
                          </a:lnTo>
                          <a:lnTo>
                            <a:pt x="107459" y="5153"/>
                          </a:lnTo>
                          <a:lnTo>
                            <a:pt x="107459" y="5153"/>
                          </a:lnTo>
                          <a:cubicBezTo>
                            <a:pt x="107459" y="5153"/>
                            <a:pt x="109176" y="12620"/>
                            <a:pt x="112985" y="24419"/>
                          </a:cubicBezTo>
                          <a:lnTo>
                            <a:pt x="37637" y="96631"/>
                          </a:lnTo>
                          <a:cubicBezTo>
                            <a:pt x="43959" y="113273"/>
                            <a:pt x="55828" y="127225"/>
                            <a:pt x="71241" y="136134"/>
                          </a:cubicBezTo>
                          <a:cubicBezTo>
                            <a:pt x="74105" y="137771"/>
                            <a:pt x="77073" y="139218"/>
                            <a:pt x="80127" y="140466"/>
                          </a:cubicBezTo>
                          <a:cubicBezTo>
                            <a:pt x="98701" y="143656"/>
                            <a:pt x="117800" y="139937"/>
                            <a:pt x="133819" y="130011"/>
                          </a:cubicBezTo>
                          <a:cubicBezTo>
                            <a:pt x="138826" y="126841"/>
                            <a:pt x="143639" y="123375"/>
                            <a:pt x="148232" y="119631"/>
                          </a:cubicBezTo>
                          <a:lnTo>
                            <a:pt x="166080" y="124784"/>
                          </a:lnTo>
                          <a:cubicBezTo>
                            <a:pt x="169589" y="129115"/>
                            <a:pt x="173547" y="133371"/>
                            <a:pt x="177355" y="137553"/>
                          </a:cubicBezTo>
                          <a:cubicBezTo>
                            <a:pt x="152627" y="161269"/>
                            <a:pt x="117044" y="169829"/>
                            <a:pt x="84235" y="159956"/>
                          </a:cubicBezTo>
                          <a:lnTo>
                            <a:pt x="66312" y="154803"/>
                          </a:lnTo>
                          <a:cubicBezTo>
                            <a:pt x="33371" y="145418"/>
                            <a:pt x="8033" y="119025"/>
                            <a:pt x="0" y="85728"/>
                          </a:cubicBezTo>
                          <a:close/>
                        </a:path>
                      </a:pathLst>
                    </a:custGeom>
                    <a:solidFill>
                      <a:srgbClr val="30261C"/>
                    </a:solidFill>
                    <a:ln w="7449" cap="flat">
                      <a:noFill/>
                      <a:prstDash val="solid"/>
                      <a:miter/>
                    </a:ln>
                  </p:spPr>
                </p:sp>
                <p:sp>
                  <p:nvSpPr>
                    <p:cNvPr id="460" name="Freeform: Shape 459">
                      <a:extLst>
                        <a:ext uri="{FF2B5EF4-FFF2-40B4-BE49-F238E27FC236}">
                          <a16:creationId xmlns:a16="http://schemas.microsoft.com/office/drawing/2014/main" id="{0D53FA0F-CA5C-C1FD-A5E9-DA8B5251F9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62610" y="1364426"/>
                      <a:ext cx="107757" cy="91403"/>
                    </a:xfrm>
                    <a:custGeom>
                      <a:avLst/>
                      <a:gdLst>
                        <a:gd name="csX0" fmla="*/ 107758 w 107757"/>
                        <a:gd name="csY0" fmla="*/ 5153 h 91403"/>
                        <a:gd name="csX1" fmla="*/ 17848 w 107757"/>
                        <a:gd name="csY1" fmla="*/ 91403 h 91403"/>
                        <a:gd name="csX2" fmla="*/ 0 w 107757"/>
                        <a:gd name="csY2" fmla="*/ 86251 h 91403"/>
                        <a:gd name="csX3" fmla="*/ 89910 w 107757"/>
                        <a:gd name="csY3" fmla="*/ 0 h 91403"/>
                        <a:gd name="csX4" fmla="*/ 107758 w 107757"/>
                        <a:gd name="csY4" fmla="*/ 5153 h 91403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</a:cxnLst>
                      <a:rect l="l" t="t" r="r" b="b"/>
                      <a:pathLst>
                        <a:path w="107757" h="91403">
                          <a:moveTo>
                            <a:pt x="107758" y="5153"/>
                          </a:moveTo>
                          <a:lnTo>
                            <a:pt x="17848" y="91403"/>
                          </a:lnTo>
                          <a:lnTo>
                            <a:pt x="0" y="86251"/>
                          </a:lnTo>
                          <a:lnTo>
                            <a:pt x="89910" y="0"/>
                          </a:lnTo>
                          <a:lnTo>
                            <a:pt x="107758" y="5153"/>
                          </a:lnTo>
                          <a:close/>
                        </a:path>
                      </a:pathLst>
                    </a:custGeom>
                    <a:solidFill>
                      <a:srgbClr val="30261C"/>
                    </a:solidFill>
                    <a:ln w="7449" cap="flat">
                      <a:noFill/>
                      <a:prstDash val="solid"/>
                      <a:miter/>
                    </a:ln>
                  </p:spPr>
                </p:sp>
                <p:sp>
                  <p:nvSpPr>
                    <p:cNvPr id="461" name="Freeform: Shape 460">
                      <a:extLst>
                        <a:ext uri="{FF2B5EF4-FFF2-40B4-BE49-F238E27FC236}">
                          <a16:creationId xmlns:a16="http://schemas.microsoft.com/office/drawing/2014/main" id="{6560F3CD-9846-30E2-3A1B-90B9C68BA7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62610" y="1364426"/>
                      <a:ext cx="107757" cy="91403"/>
                    </a:xfrm>
                    <a:custGeom>
                      <a:avLst/>
                      <a:gdLst>
                        <a:gd name="csX0" fmla="*/ 107758 w 107757"/>
                        <a:gd name="csY0" fmla="*/ 5153 h 91403"/>
                        <a:gd name="csX1" fmla="*/ 17848 w 107757"/>
                        <a:gd name="csY1" fmla="*/ 91403 h 91403"/>
                        <a:gd name="csX2" fmla="*/ 0 w 107757"/>
                        <a:gd name="csY2" fmla="*/ 86251 h 91403"/>
                        <a:gd name="csX3" fmla="*/ 89910 w 107757"/>
                        <a:gd name="csY3" fmla="*/ 0 h 91403"/>
                        <a:gd name="csX4" fmla="*/ 107758 w 107757"/>
                        <a:gd name="csY4" fmla="*/ 5153 h 91403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</a:cxnLst>
                      <a:rect l="l" t="t" r="r" b="b"/>
                      <a:pathLst>
                        <a:path w="107757" h="91403">
                          <a:moveTo>
                            <a:pt x="107758" y="5153"/>
                          </a:moveTo>
                          <a:lnTo>
                            <a:pt x="17848" y="91403"/>
                          </a:lnTo>
                          <a:lnTo>
                            <a:pt x="0" y="86251"/>
                          </a:lnTo>
                          <a:lnTo>
                            <a:pt x="89910" y="0"/>
                          </a:lnTo>
                          <a:lnTo>
                            <a:pt x="107758" y="5153"/>
                          </a:lnTo>
                          <a:close/>
                        </a:path>
                      </a:pathLst>
                    </a:custGeom>
                    <a:solidFill>
                      <a:srgbClr val="FFFFFF">
                        <a:alpha val="60000"/>
                      </a:srgbClr>
                    </a:solidFill>
                    <a:ln w="7449" cap="flat">
                      <a:noFill/>
                      <a:prstDash val="solid"/>
                      <a:miter/>
                    </a:ln>
                  </p:spPr>
                </p:sp>
                <p:sp>
                  <p:nvSpPr>
                    <p:cNvPr id="462" name="Freeform: Shape 461">
                      <a:extLst>
                        <a:ext uri="{FF2B5EF4-FFF2-40B4-BE49-F238E27FC236}">
                          <a16:creationId xmlns:a16="http://schemas.microsoft.com/office/drawing/2014/main" id="{613B975A-08CF-7C6F-666A-7F71E01EA0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80458" y="1369280"/>
                      <a:ext cx="159508" cy="159373"/>
                    </a:xfrm>
                    <a:custGeom>
                      <a:avLst/>
                      <a:gdLst>
                        <a:gd name="csX0" fmla="*/ 0 w 159508"/>
                        <a:gd name="csY0" fmla="*/ 86475 h 159373"/>
                        <a:gd name="csX1" fmla="*/ 116224 w 159508"/>
                        <a:gd name="csY1" fmla="*/ 156533 h 159373"/>
                        <a:gd name="csX2" fmla="*/ 159508 w 159508"/>
                        <a:gd name="csY2" fmla="*/ 132699 h 159373"/>
                        <a:gd name="csX3" fmla="*/ 148232 w 159508"/>
                        <a:gd name="csY3" fmla="*/ 119930 h 159373"/>
                        <a:gd name="csX4" fmla="*/ 133819 w 159508"/>
                        <a:gd name="csY4" fmla="*/ 130310 h 159373"/>
                        <a:gd name="csX5" fmla="*/ 111865 w 159508"/>
                        <a:gd name="csY5" fmla="*/ 139420 h 159373"/>
                        <a:gd name="csX6" fmla="*/ 53692 w 159508"/>
                        <a:gd name="csY6" fmla="*/ 130982 h 159373"/>
                        <a:gd name="csX7" fmla="*/ 20088 w 159508"/>
                        <a:gd name="csY7" fmla="*/ 91478 h 159373"/>
                        <a:gd name="csX8" fmla="*/ 95436 w 159508"/>
                        <a:gd name="csY8" fmla="*/ 19266 h 159373"/>
                        <a:gd name="csX9" fmla="*/ 89910 w 159508"/>
                        <a:gd name="csY9" fmla="*/ 0 h 159373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</a:cxnLst>
                      <a:rect l="l" t="t" r="r" b="b"/>
                      <a:pathLst>
                        <a:path w="159508" h="159373">
                          <a:moveTo>
                            <a:pt x="0" y="86475"/>
                          </a:moveTo>
                          <a:cubicBezTo>
                            <a:pt x="12748" y="137915"/>
                            <a:pt x="64783" y="169281"/>
                            <a:pt x="116224" y="156533"/>
                          </a:cubicBezTo>
                          <a:cubicBezTo>
                            <a:pt x="132485" y="152503"/>
                            <a:pt x="147408" y="144286"/>
                            <a:pt x="159508" y="132699"/>
                          </a:cubicBezTo>
                          <a:cubicBezTo>
                            <a:pt x="155550" y="128517"/>
                            <a:pt x="152040" y="124261"/>
                            <a:pt x="148232" y="119930"/>
                          </a:cubicBezTo>
                          <a:cubicBezTo>
                            <a:pt x="143639" y="123674"/>
                            <a:pt x="138826" y="127140"/>
                            <a:pt x="133819" y="130310"/>
                          </a:cubicBezTo>
                          <a:cubicBezTo>
                            <a:pt x="127010" y="134451"/>
                            <a:pt x="119606" y="137523"/>
                            <a:pt x="111865" y="139420"/>
                          </a:cubicBezTo>
                          <a:cubicBezTo>
                            <a:pt x="92107" y="144116"/>
                            <a:pt x="71301" y="141098"/>
                            <a:pt x="53692" y="130982"/>
                          </a:cubicBezTo>
                          <a:cubicBezTo>
                            <a:pt x="38279" y="122072"/>
                            <a:pt x="26411" y="108120"/>
                            <a:pt x="20088" y="91478"/>
                          </a:cubicBezTo>
                          <a:lnTo>
                            <a:pt x="95436" y="19266"/>
                          </a:lnTo>
                          <a:cubicBezTo>
                            <a:pt x="91627" y="7468"/>
                            <a:pt x="89910" y="0"/>
                            <a:pt x="89910" y="0"/>
                          </a:cubicBezTo>
                          <a:close/>
                        </a:path>
                      </a:pathLst>
                    </a:custGeom>
                    <a:solidFill>
                      <a:srgbClr val="30261C"/>
                    </a:solidFill>
                    <a:ln w="7449" cap="flat">
                      <a:noFill/>
                      <a:prstDash val="solid"/>
                      <a:miter/>
                    </a:ln>
                  </p:spPr>
                </p:sp>
                <p:sp>
                  <p:nvSpPr>
                    <p:cNvPr id="463" name="Freeform: Shape 462">
                      <a:extLst>
                        <a:ext uri="{FF2B5EF4-FFF2-40B4-BE49-F238E27FC236}">
                          <a16:creationId xmlns:a16="http://schemas.microsoft.com/office/drawing/2014/main" id="{0A0F22D8-82DB-2BC0-EF85-880D88EA4C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80458" y="1369280"/>
                      <a:ext cx="159508" cy="159373"/>
                    </a:xfrm>
                    <a:custGeom>
                      <a:avLst/>
                      <a:gdLst>
                        <a:gd name="csX0" fmla="*/ 0 w 159508"/>
                        <a:gd name="csY0" fmla="*/ 86475 h 159373"/>
                        <a:gd name="csX1" fmla="*/ 116224 w 159508"/>
                        <a:gd name="csY1" fmla="*/ 156533 h 159373"/>
                        <a:gd name="csX2" fmla="*/ 159508 w 159508"/>
                        <a:gd name="csY2" fmla="*/ 132699 h 159373"/>
                        <a:gd name="csX3" fmla="*/ 148232 w 159508"/>
                        <a:gd name="csY3" fmla="*/ 119930 h 159373"/>
                        <a:gd name="csX4" fmla="*/ 133819 w 159508"/>
                        <a:gd name="csY4" fmla="*/ 130310 h 159373"/>
                        <a:gd name="csX5" fmla="*/ 111865 w 159508"/>
                        <a:gd name="csY5" fmla="*/ 139420 h 159373"/>
                        <a:gd name="csX6" fmla="*/ 53692 w 159508"/>
                        <a:gd name="csY6" fmla="*/ 130982 h 159373"/>
                        <a:gd name="csX7" fmla="*/ 20088 w 159508"/>
                        <a:gd name="csY7" fmla="*/ 91478 h 159373"/>
                        <a:gd name="csX8" fmla="*/ 95436 w 159508"/>
                        <a:gd name="csY8" fmla="*/ 19266 h 159373"/>
                        <a:gd name="csX9" fmla="*/ 89910 w 159508"/>
                        <a:gd name="csY9" fmla="*/ 0 h 159373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</a:cxnLst>
                      <a:rect l="l" t="t" r="r" b="b"/>
                      <a:pathLst>
                        <a:path w="159508" h="159373">
                          <a:moveTo>
                            <a:pt x="0" y="86475"/>
                          </a:moveTo>
                          <a:cubicBezTo>
                            <a:pt x="12748" y="137915"/>
                            <a:pt x="64783" y="169281"/>
                            <a:pt x="116224" y="156533"/>
                          </a:cubicBezTo>
                          <a:cubicBezTo>
                            <a:pt x="132485" y="152503"/>
                            <a:pt x="147408" y="144286"/>
                            <a:pt x="159508" y="132699"/>
                          </a:cubicBezTo>
                          <a:cubicBezTo>
                            <a:pt x="155550" y="128517"/>
                            <a:pt x="152040" y="124261"/>
                            <a:pt x="148232" y="119930"/>
                          </a:cubicBezTo>
                          <a:cubicBezTo>
                            <a:pt x="143639" y="123674"/>
                            <a:pt x="138826" y="127140"/>
                            <a:pt x="133819" y="130310"/>
                          </a:cubicBezTo>
                          <a:cubicBezTo>
                            <a:pt x="127010" y="134451"/>
                            <a:pt x="119606" y="137523"/>
                            <a:pt x="111865" y="139420"/>
                          </a:cubicBezTo>
                          <a:cubicBezTo>
                            <a:pt x="92107" y="144116"/>
                            <a:pt x="71301" y="141098"/>
                            <a:pt x="53692" y="130982"/>
                          </a:cubicBezTo>
                          <a:cubicBezTo>
                            <a:pt x="38279" y="122072"/>
                            <a:pt x="26411" y="108120"/>
                            <a:pt x="20088" y="91478"/>
                          </a:cubicBezTo>
                          <a:lnTo>
                            <a:pt x="95436" y="19266"/>
                          </a:lnTo>
                          <a:cubicBezTo>
                            <a:pt x="91627" y="7468"/>
                            <a:pt x="89910" y="0"/>
                            <a:pt x="89910" y="0"/>
                          </a:cubicBezTo>
                          <a:close/>
                        </a:path>
                      </a:pathLst>
                    </a:custGeom>
                    <a:solidFill>
                      <a:srgbClr val="FFFFFF">
                        <a:alpha val="40000"/>
                      </a:srgbClr>
                    </a:solidFill>
                    <a:ln w="7449" cap="flat">
                      <a:noFill/>
                      <a:prstDash val="solid"/>
                      <a:miter/>
                    </a:ln>
                  </p:spPr>
                </p:sp>
              </p:grpSp>
              <p:sp>
                <p:nvSpPr>
                  <p:cNvPr id="464" name="Freeform: Shape 463">
                    <a:extLst>
                      <a:ext uri="{FF2B5EF4-FFF2-40B4-BE49-F238E27FC236}">
                        <a16:creationId xmlns:a16="http://schemas.microsoft.com/office/drawing/2014/main" id="{336F0B06-3F2E-2FB3-30D5-FFF46A16BF0E}"/>
                      </a:ext>
                    </a:extLst>
                  </p:cNvPr>
                  <p:cNvSpPr/>
                  <p:nvPr/>
                </p:nvSpPr>
                <p:spPr>
                  <a:xfrm>
                    <a:off x="6865331" y="1432829"/>
                    <a:ext cx="82559" cy="99391"/>
                  </a:xfrm>
                  <a:custGeom>
                    <a:avLst/>
                    <a:gdLst>
                      <a:gd name="csX0" fmla="*/ 36933 w 82559"/>
                      <a:gd name="csY0" fmla="*/ 0 h 99391"/>
                      <a:gd name="csX1" fmla="*/ 36933 w 82559"/>
                      <a:gd name="csY1" fmla="*/ 0 h 99391"/>
                      <a:gd name="csX2" fmla="*/ 46118 w 82559"/>
                      <a:gd name="csY2" fmla="*/ 38383 h 99391"/>
                      <a:gd name="csX3" fmla="*/ 82560 w 82559"/>
                      <a:gd name="csY3" fmla="*/ 87670 h 99391"/>
                      <a:gd name="csX4" fmla="*/ 72628 w 82559"/>
                      <a:gd name="csY4" fmla="*/ 98572 h 99391"/>
                      <a:gd name="csX5" fmla="*/ 49777 w 82559"/>
                      <a:gd name="csY5" fmla="*/ 85653 h 99391"/>
                      <a:gd name="csX6" fmla="*/ 31631 w 82559"/>
                      <a:gd name="csY6" fmla="*/ 92225 h 99391"/>
                      <a:gd name="csX7" fmla="*/ 14306 w 82559"/>
                      <a:gd name="csY7" fmla="*/ 82218 h 99391"/>
                      <a:gd name="csX8" fmla="*/ 25433 w 82559"/>
                      <a:gd name="csY8" fmla="*/ 64296 h 99391"/>
                      <a:gd name="csX9" fmla="*/ 1611 w 82559"/>
                      <a:gd name="csY9" fmla="*/ 51078 h 99391"/>
                      <a:gd name="csX10" fmla="*/ 36933 w 82559"/>
                      <a:gd name="csY10" fmla="*/ 0 h 9939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</a:cxnLst>
                    <a:rect l="l" t="t" r="r" b="b"/>
                    <a:pathLst>
                      <a:path w="82559" h="99391">
                        <a:moveTo>
                          <a:pt x="36933" y="0"/>
                        </a:moveTo>
                        <a:lnTo>
                          <a:pt x="36933" y="0"/>
                        </a:lnTo>
                        <a:cubicBezTo>
                          <a:pt x="37455" y="12023"/>
                          <a:pt x="35962" y="23299"/>
                          <a:pt x="46118" y="38383"/>
                        </a:cubicBezTo>
                        <a:cubicBezTo>
                          <a:pt x="54257" y="50481"/>
                          <a:pt x="70910" y="72436"/>
                          <a:pt x="82560" y="87670"/>
                        </a:cubicBezTo>
                        <a:cubicBezTo>
                          <a:pt x="80440" y="92233"/>
                          <a:pt x="76974" y="96037"/>
                          <a:pt x="72628" y="98572"/>
                        </a:cubicBezTo>
                        <a:cubicBezTo>
                          <a:pt x="61725" y="103352"/>
                          <a:pt x="49777" y="85653"/>
                          <a:pt x="49777" y="85653"/>
                        </a:cubicBezTo>
                        <a:cubicBezTo>
                          <a:pt x="44587" y="89729"/>
                          <a:pt x="38227" y="92032"/>
                          <a:pt x="31631" y="92225"/>
                        </a:cubicBezTo>
                        <a:cubicBezTo>
                          <a:pt x="24163" y="92673"/>
                          <a:pt x="15949" y="90806"/>
                          <a:pt x="14306" y="82218"/>
                        </a:cubicBezTo>
                        <a:cubicBezTo>
                          <a:pt x="12663" y="73631"/>
                          <a:pt x="25433" y="64296"/>
                          <a:pt x="25433" y="64296"/>
                        </a:cubicBezTo>
                        <a:cubicBezTo>
                          <a:pt x="7212" y="73855"/>
                          <a:pt x="-4438" y="61309"/>
                          <a:pt x="1611" y="51078"/>
                        </a:cubicBezTo>
                        <a:cubicBezTo>
                          <a:pt x="7660" y="40848"/>
                          <a:pt x="28345" y="10753"/>
                          <a:pt x="36933" y="0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20000"/>
                    </a:srgbClr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465" name="Freeform: Shape 464">
                    <a:extLst>
                      <a:ext uri="{FF2B5EF4-FFF2-40B4-BE49-F238E27FC236}">
                        <a16:creationId xmlns:a16="http://schemas.microsoft.com/office/drawing/2014/main" id="{357B8848-EEA5-9246-583C-5A3B102CE8EF}"/>
                      </a:ext>
                    </a:extLst>
                  </p:cNvPr>
                  <p:cNvSpPr/>
                  <p:nvPr/>
                </p:nvSpPr>
                <p:spPr>
                  <a:xfrm>
                    <a:off x="6877910" y="1513479"/>
                    <a:ext cx="23980" cy="53841"/>
                  </a:xfrm>
                  <a:custGeom>
                    <a:avLst/>
                    <a:gdLst>
                      <a:gd name="csX0" fmla="*/ 23980 w 23980"/>
                      <a:gd name="csY0" fmla="*/ 6273 h 53841"/>
                      <a:gd name="csX1" fmla="*/ 308 w 23980"/>
                      <a:gd name="csY1" fmla="*/ 53841 h 53841"/>
                      <a:gd name="csX2" fmla="*/ 18529 w 23980"/>
                      <a:gd name="csY2" fmla="*/ 0 h 5384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23980" h="53841">
                        <a:moveTo>
                          <a:pt x="23980" y="6273"/>
                        </a:moveTo>
                        <a:cubicBezTo>
                          <a:pt x="10009" y="18297"/>
                          <a:pt x="1475" y="35445"/>
                          <a:pt x="308" y="53841"/>
                        </a:cubicBezTo>
                        <a:cubicBezTo>
                          <a:pt x="-1111" y="29348"/>
                          <a:pt x="1951" y="20685"/>
                          <a:pt x="18529" y="0"/>
                        </a:cubicBezTo>
                        <a:close/>
                      </a:path>
                    </a:pathLst>
                  </a:custGeom>
                  <a:solidFill>
                    <a:srgbClr val="F28F8F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466" name="Freeform: Shape 465">
                    <a:extLst>
                      <a:ext uri="{FF2B5EF4-FFF2-40B4-BE49-F238E27FC236}">
                        <a16:creationId xmlns:a16="http://schemas.microsoft.com/office/drawing/2014/main" id="{7D6E1500-E7D7-DC5A-1460-5C8C2E0FE086}"/>
                      </a:ext>
                    </a:extLst>
                  </p:cNvPr>
                  <p:cNvSpPr/>
                  <p:nvPr/>
                </p:nvSpPr>
                <p:spPr>
                  <a:xfrm>
                    <a:off x="6868984" y="1414989"/>
                    <a:ext cx="107643" cy="113135"/>
                  </a:xfrm>
                  <a:custGeom>
                    <a:avLst/>
                    <a:gdLst>
                      <a:gd name="csX0" fmla="*/ 102057 w 107643"/>
                      <a:gd name="csY0" fmla="*/ 65707 h 113135"/>
                      <a:gd name="csX1" fmla="*/ 88913 w 107643"/>
                      <a:gd name="csY1" fmla="*/ 58240 h 113135"/>
                      <a:gd name="csX2" fmla="*/ 81446 w 107643"/>
                      <a:gd name="csY2" fmla="*/ 34941 h 113135"/>
                      <a:gd name="csX3" fmla="*/ 67780 w 107643"/>
                      <a:gd name="csY3" fmla="*/ 30535 h 113135"/>
                      <a:gd name="csX4" fmla="*/ 61656 w 107643"/>
                      <a:gd name="csY4" fmla="*/ 2794 h 113135"/>
                      <a:gd name="csX5" fmla="*/ 60313 w 107643"/>
                      <a:gd name="csY5" fmla="*/ 2009 h 113135"/>
                      <a:gd name="csX6" fmla="*/ 40449 w 107643"/>
                      <a:gd name="csY6" fmla="*/ 8281 h 113135"/>
                      <a:gd name="csX7" fmla="*/ 12221 w 107643"/>
                      <a:gd name="csY7" fmla="*/ 50100 h 113135"/>
                      <a:gd name="csX8" fmla="*/ 273 w 107643"/>
                      <a:gd name="csY8" fmla="*/ 73025 h 113135"/>
                      <a:gd name="csX9" fmla="*/ 16328 w 107643"/>
                      <a:gd name="csY9" fmla="*/ 84152 h 113135"/>
                      <a:gd name="csX10" fmla="*/ 25588 w 107643"/>
                      <a:gd name="csY10" fmla="*/ 80194 h 113135"/>
                      <a:gd name="csX11" fmla="*/ 15358 w 107643"/>
                      <a:gd name="csY11" fmla="*/ 99237 h 113135"/>
                      <a:gd name="csX12" fmla="*/ 33653 w 107643"/>
                      <a:gd name="csY12" fmla="*/ 107152 h 113135"/>
                      <a:gd name="csX13" fmla="*/ 56728 w 107643"/>
                      <a:gd name="csY13" fmla="*/ 92889 h 113135"/>
                      <a:gd name="csX14" fmla="*/ 54338 w 107643"/>
                      <a:gd name="csY14" fmla="*/ 95652 h 113135"/>
                      <a:gd name="csX15" fmla="*/ 65764 w 107643"/>
                      <a:gd name="csY15" fmla="*/ 112902 h 113135"/>
                      <a:gd name="csX16" fmla="*/ 87196 w 107643"/>
                      <a:gd name="csY16" fmla="*/ 98938 h 113135"/>
                      <a:gd name="csX17" fmla="*/ 106537 w 107643"/>
                      <a:gd name="csY17" fmla="*/ 88558 h 113135"/>
                      <a:gd name="csX18" fmla="*/ 102056 w 107643"/>
                      <a:gd name="csY18" fmla="*/ 65707 h 11313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</a:cxnLst>
                    <a:rect l="l" t="t" r="r" b="b"/>
                    <a:pathLst>
                      <a:path w="107643" h="113135">
                        <a:moveTo>
                          <a:pt x="102057" y="65707"/>
                        </a:moveTo>
                        <a:cubicBezTo>
                          <a:pt x="97949" y="60704"/>
                          <a:pt x="93767" y="57194"/>
                          <a:pt x="88913" y="58240"/>
                        </a:cubicBezTo>
                        <a:cubicBezTo>
                          <a:pt x="94439" y="49951"/>
                          <a:pt x="86897" y="40467"/>
                          <a:pt x="81446" y="34941"/>
                        </a:cubicBezTo>
                        <a:cubicBezTo>
                          <a:pt x="78155" y="30910"/>
                          <a:pt x="72806" y="29186"/>
                          <a:pt x="67780" y="30535"/>
                        </a:cubicBezTo>
                        <a:cubicBezTo>
                          <a:pt x="73749" y="21183"/>
                          <a:pt x="71007" y="8764"/>
                          <a:pt x="61656" y="2794"/>
                        </a:cubicBezTo>
                        <a:cubicBezTo>
                          <a:pt x="61218" y="2515"/>
                          <a:pt x="60770" y="2253"/>
                          <a:pt x="60313" y="2009"/>
                        </a:cubicBezTo>
                        <a:cubicBezTo>
                          <a:pt x="54786" y="-2099"/>
                          <a:pt x="47319" y="142"/>
                          <a:pt x="40449" y="8281"/>
                        </a:cubicBezTo>
                        <a:cubicBezTo>
                          <a:pt x="30212" y="21644"/>
                          <a:pt x="20786" y="35609"/>
                          <a:pt x="12221" y="50100"/>
                        </a:cubicBezTo>
                        <a:cubicBezTo>
                          <a:pt x="6919" y="56978"/>
                          <a:pt x="2874" y="64739"/>
                          <a:pt x="273" y="73025"/>
                        </a:cubicBezTo>
                        <a:cubicBezTo>
                          <a:pt x="-1967" y="83704"/>
                          <a:pt x="10130" y="85944"/>
                          <a:pt x="16328" y="84152"/>
                        </a:cubicBezTo>
                        <a:cubicBezTo>
                          <a:pt x="19592" y="83293"/>
                          <a:pt x="22712" y="81959"/>
                          <a:pt x="25588" y="80194"/>
                        </a:cubicBezTo>
                        <a:cubicBezTo>
                          <a:pt x="21033" y="86019"/>
                          <a:pt x="14686" y="92665"/>
                          <a:pt x="15358" y="99237"/>
                        </a:cubicBezTo>
                        <a:cubicBezTo>
                          <a:pt x="16030" y="105808"/>
                          <a:pt x="24916" y="110065"/>
                          <a:pt x="33653" y="107152"/>
                        </a:cubicBezTo>
                        <a:cubicBezTo>
                          <a:pt x="42327" y="104209"/>
                          <a:pt x="50217" y="99331"/>
                          <a:pt x="56728" y="92889"/>
                        </a:cubicBezTo>
                        <a:lnTo>
                          <a:pt x="54338" y="95652"/>
                        </a:lnTo>
                        <a:cubicBezTo>
                          <a:pt x="45826" y="105883"/>
                          <a:pt x="57325" y="114695"/>
                          <a:pt x="65764" y="112902"/>
                        </a:cubicBezTo>
                        <a:cubicBezTo>
                          <a:pt x="74128" y="110461"/>
                          <a:pt x="81584" y="105603"/>
                          <a:pt x="87196" y="98938"/>
                        </a:cubicBezTo>
                        <a:cubicBezTo>
                          <a:pt x="94663" y="90948"/>
                          <a:pt x="99592" y="85720"/>
                          <a:pt x="106537" y="88558"/>
                        </a:cubicBezTo>
                        <a:cubicBezTo>
                          <a:pt x="108991" y="80673"/>
                          <a:pt x="107306" y="72082"/>
                          <a:pt x="102056" y="65707"/>
                        </a:cubicBezTo>
                        <a:close/>
                      </a:path>
                    </a:pathLst>
                  </a:custGeom>
                  <a:solidFill>
                    <a:srgbClr val="FFA8A7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467" name="Freeform: Shape 466">
                    <a:extLst>
                      <a:ext uri="{FF2B5EF4-FFF2-40B4-BE49-F238E27FC236}">
                        <a16:creationId xmlns:a16="http://schemas.microsoft.com/office/drawing/2014/main" id="{9A1787B9-65CF-2DDC-7967-F41E64729C91}"/>
                      </a:ext>
                    </a:extLst>
                  </p:cNvPr>
                  <p:cNvSpPr/>
                  <p:nvPr/>
                </p:nvSpPr>
                <p:spPr>
                  <a:xfrm>
                    <a:off x="6886955" y="1593083"/>
                    <a:ext cx="43386" cy="21482"/>
                  </a:xfrm>
                  <a:custGeom>
                    <a:avLst/>
                    <a:gdLst>
                      <a:gd name="csX0" fmla="*/ 0 w 43386"/>
                      <a:gd name="csY0" fmla="*/ 8438 h 21482"/>
                      <a:gd name="csX1" fmla="*/ 19490 w 43386"/>
                      <a:gd name="csY1" fmla="*/ 13068 h 21482"/>
                      <a:gd name="csX2" fmla="*/ 43387 w 43386"/>
                      <a:gd name="csY2" fmla="*/ 0 h 21482"/>
                      <a:gd name="csX3" fmla="*/ 36292 w 43386"/>
                      <a:gd name="csY3" fmla="*/ 17101 h 21482"/>
                      <a:gd name="csX4" fmla="*/ 23075 w 43386"/>
                      <a:gd name="csY4" fmla="*/ 21432 h 21482"/>
                      <a:gd name="csX5" fmla="*/ 0 w 43386"/>
                      <a:gd name="csY5" fmla="*/ 8438 h 2148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43386" h="21482">
                        <a:moveTo>
                          <a:pt x="0" y="8438"/>
                        </a:moveTo>
                        <a:cubicBezTo>
                          <a:pt x="6226" y="10956"/>
                          <a:pt x="12797" y="12517"/>
                          <a:pt x="19490" y="13068"/>
                        </a:cubicBezTo>
                        <a:cubicBezTo>
                          <a:pt x="29328" y="13771"/>
                          <a:pt x="38670" y="8663"/>
                          <a:pt x="43387" y="0"/>
                        </a:cubicBezTo>
                        <a:cubicBezTo>
                          <a:pt x="40023" y="5233"/>
                          <a:pt x="37621" y="11024"/>
                          <a:pt x="36292" y="17101"/>
                        </a:cubicBezTo>
                        <a:cubicBezTo>
                          <a:pt x="36292" y="17101"/>
                          <a:pt x="33455" y="22029"/>
                          <a:pt x="23075" y="21432"/>
                        </a:cubicBezTo>
                        <a:cubicBezTo>
                          <a:pt x="12695" y="20835"/>
                          <a:pt x="0" y="8438"/>
                          <a:pt x="0" y="8438"/>
                        </a:cubicBezTo>
                        <a:close/>
                      </a:path>
                    </a:pathLst>
                  </a:custGeom>
                  <a:solidFill>
                    <a:srgbClr val="F28F8F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468" name="Freeform: Shape 467">
                    <a:extLst>
                      <a:ext uri="{FF2B5EF4-FFF2-40B4-BE49-F238E27FC236}">
                        <a16:creationId xmlns:a16="http://schemas.microsoft.com/office/drawing/2014/main" id="{8E367077-B210-E7D9-1A10-FFE2AB36442F}"/>
                      </a:ext>
                    </a:extLst>
                  </p:cNvPr>
                  <p:cNvSpPr/>
                  <p:nvPr/>
                </p:nvSpPr>
                <p:spPr>
                  <a:xfrm>
                    <a:off x="6584159" y="1735192"/>
                    <a:ext cx="354175" cy="552772"/>
                  </a:xfrm>
                  <a:custGeom>
                    <a:avLst/>
                    <a:gdLst>
                      <a:gd name="csX0" fmla="*/ 15069 w 354175"/>
                      <a:gd name="csY0" fmla="*/ 303185 h 552772"/>
                      <a:gd name="csX1" fmla="*/ 49943 w 354175"/>
                      <a:gd name="csY1" fmla="*/ 278541 h 552772"/>
                      <a:gd name="csX2" fmla="*/ 129547 w 354175"/>
                      <a:gd name="csY2" fmla="*/ 209989 h 552772"/>
                      <a:gd name="csX3" fmla="*/ 219756 w 354175"/>
                      <a:gd name="csY3" fmla="*/ 106637 h 552772"/>
                      <a:gd name="csX4" fmla="*/ 227597 w 354175"/>
                      <a:gd name="csY4" fmla="*/ 2688 h 552772"/>
                      <a:gd name="csX5" fmla="*/ 302796 w 354175"/>
                      <a:gd name="csY5" fmla="*/ 18445 h 552772"/>
                      <a:gd name="csX6" fmla="*/ 314146 w 354175"/>
                      <a:gd name="csY6" fmla="*/ 67059 h 552772"/>
                      <a:gd name="csX7" fmla="*/ 319374 w 354175"/>
                      <a:gd name="csY7" fmla="*/ 14188 h 552772"/>
                      <a:gd name="csX8" fmla="*/ 348199 w 354175"/>
                      <a:gd name="csY8" fmla="*/ 0 h 552772"/>
                      <a:gd name="csX9" fmla="*/ 354173 w 354175"/>
                      <a:gd name="csY9" fmla="*/ 164287 h 552772"/>
                      <a:gd name="csX10" fmla="*/ 322958 w 354175"/>
                      <a:gd name="csY10" fmla="*/ 223580 h 552772"/>
                      <a:gd name="csX11" fmla="*/ 93255 w 354175"/>
                      <a:gd name="csY11" fmla="*/ 498238 h 552772"/>
                      <a:gd name="csX12" fmla="*/ 69657 w 354175"/>
                      <a:gd name="csY12" fmla="*/ 550511 h 552772"/>
                      <a:gd name="csX13" fmla="*/ 15069 w 354175"/>
                      <a:gd name="csY13" fmla="*/ 303185 h 55277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</a:cxnLst>
                    <a:rect l="l" t="t" r="r" b="b"/>
                    <a:pathLst>
                      <a:path w="354175" h="552772">
                        <a:moveTo>
                          <a:pt x="15069" y="303185"/>
                        </a:moveTo>
                        <a:cubicBezTo>
                          <a:pt x="21118" y="302587"/>
                          <a:pt x="30004" y="289892"/>
                          <a:pt x="49943" y="278541"/>
                        </a:cubicBezTo>
                        <a:cubicBezTo>
                          <a:pt x="79327" y="259224"/>
                          <a:pt x="106085" y="236182"/>
                          <a:pt x="129547" y="209989"/>
                        </a:cubicBezTo>
                        <a:cubicBezTo>
                          <a:pt x="149561" y="186839"/>
                          <a:pt x="219756" y="106637"/>
                          <a:pt x="219756" y="106637"/>
                        </a:cubicBezTo>
                        <a:lnTo>
                          <a:pt x="227597" y="2688"/>
                        </a:lnTo>
                        <a:cubicBezTo>
                          <a:pt x="251608" y="12101"/>
                          <a:pt x="277026" y="17427"/>
                          <a:pt x="302796" y="18445"/>
                        </a:cubicBezTo>
                        <a:cubicBezTo>
                          <a:pt x="302796" y="18445"/>
                          <a:pt x="314146" y="68553"/>
                          <a:pt x="314146" y="67059"/>
                        </a:cubicBezTo>
                        <a:cubicBezTo>
                          <a:pt x="314146" y="65566"/>
                          <a:pt x="319374" y="14188"/>
                          <a:pt x="319374" y="14188"/>
                        </a:cubicBezTo>
                        <a:cubicBezTo>
                          <a:pt x="329552" y="10717"/>
                          <a:pt x="339240" y="5948"/>
                          <a:pt x="348199" y="0"/>
                        </a:cubicBezTo>
                        <a:cubicBezTo>
                          <a:pt x="348199" y="0"/>
                          <a:pt x="354023" y="144423"/>
                          <a:pt x="354173" y="164287"/>
                        </a:cubicBezTo>
                        <a:cubicBezTo>
                          <a:pt x="354322" y="184151"/>
                          <a:pt x="347526" y="191395"/>
                          <a:pt x="322958" y="223580"/>
                        </a:cubicBezTo>
                        <a:cubicBezTo>
                          <a:pt x="298390" y="255765"/>
                          <a:pt x="109310" y="466277"/>
                          <a:pt x="93255" y="498238"/>
                        </a:cubicBezTo>
                        <a:cubicBezTo>
                          <a:pt x="77200" y="530199"/>
                          <a:pt x="71449" y="540131"/>
                          <a:pt x="69657" y="550511"/>
                        </a:cubicBezTo>
                        <a:cubicBezTo>
                          <a:pt x="35754" y="574482"/>
                          <a:pt x="-29513" y="402130"/>
                          <a:pt x="15069" y="303185"/>
                        </a:cubicBezTo>
                        <a:close/>
                      </a:path>
                    </a:pathLst>
                  </a:custGeom>
                  <a:solidFill>
                    <a:srgbClr val="30261C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469" name="Freeform: Shape 468">
                    <a:extLst>
                      <a:ext uri="{FF2B5EF4-FFF2-40B4-BE49-F238E27FC236}">
                        <a16:creationId xmlns:a16="http://schemas.microsoft.com/office/drawing/2014/main" id="{E679F83F-D767-214E-4DD7-6DE171CA9E9B}"/>
                      </a:ext>
                    </a:extLst>
                  </p:cNvPr>
                  <p:cNvSpPr/>
                  <p:nvPr/>
                </p:nvSpPr>
                <p:spPr>
                  <a:xfrm>
                    <a:off x="6584159" y="1735192"/>
                    <a:ext cx="354175" cy="552772"/>
                  </a:xfrm>
                  <a:custGeom>
                    <a:avLst/>
                    <a:gdLst>
                      <a:gd name="csX0" fmla="*/ 15069 w 354175"/>
                      <a:gd name="csY0" fmla="*/ 303185 h 552772"/>
                      <a:gd name="csX1" fmla="*/ 49943 w 354175"/>
                      <a:gd name="csY1" fmla="*/ 278541 h 552772"/>
                      <a:gd name="csX2" fmla="*/ 129547 w 354175"/>
                      <a:gd name="csY2" fmla="*/ 209989 h 552772"/>
                      <a:gd name="csX3" fmla="*/ 219756 w 354175"/>
                      <a:gd name="csY3" fmla="*/ 106637 h 552772"/>
                      <a:gd name="csX4" fmla="*/ 227597 w 354175"/>
                      <a:gd name="csY4" fmla="*/ 2688 h 552772"/>
                      <a:gd name="csX5" fmla="*/ 302796 w 354175"/>
                      <a:gd name="csY5" fmla="*/ 18445 h 552772"/>
                      <a:gd name="csX6" fmla="*/ 314146 w 354175"/>
                      <a:gd name="csY6" fmla="*/ 67059 h 552772"/>
                      <a:gd name="csX7" fmla="*/ 319374 w 354175"/>
                      <a:gd name="csY7" fmla="*/ 14188 h 552772"/>
                      <a:gd name="csX8" fmla="*/ 348199 w 354175"/>
                      <a:gd name="csY8" fmla="*/ 0 h 552772"/>
                      <a:gd name="csX9" fmla="*/ 354173 w 354175"/>
                      <a:gd name="csY9" fmla="*/ 164287 h 552772"/>
                      <a:gd name="csX10" fmla="*/ 322958 w 354175"/>
                      <a:gd name="csY10" fmla="*/ 223580 h 552772"/>
                      <a:gd name="csX11" fmla="*/ 93255 w 354175"/>
                      <a:gd name="csY11" fmla="*/ 498238 h 552772"/>
                      <a:gd name="csX12" fmla="*/ 69657 w 354175"/>
                      <a:gd name="csY12" fmla="*/ 550511 h 552772"/>
                      <a:gd name="csX13" fmla="*/ 15069 w 354175"/>
                      <a:gd name="csY13" fmla="*/ 303185 h 55277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</a:cxnLst>
                    <a:rect l="l" t="t" r="r" b="b"/>
                    <a:pathLst>
                      <a:path w="354175" h="552772">
                        <a:moveTo>
                          <a:pt x="15069" y="303185"/>
                        </a:moveTo>
                        <a:cubicBezTo>
                          <a:pt x="21118" y="302587"/>
                          <a:pt x="30004" y="289892"/>
                          <a:pt x="49943" y="278541"/>
                        </a:cubicBezTo>
                        <a:cubicBezTo>
                          <a:pt x="79327" y="259224"/>
                          <a:pt x="106085" y="236182"/>
                          <a:pt x="129547" y="209989"/>
                        </a:cubicBezTo>
                        <a:cubicBezTo>
                          <a:pt x="149561" y="186839"/>
                          <a:pt x="219756" y="106637"/>
                          <a:pt x="219756" y="106637"/>
                        </a:cubicBezTo>
                        <a:lnTo>
                          <a:pt x="227597" y="2688"/>
                        </a:lnTo>
                        <a:cubicBezTo>
                          <a:pt x="251608" y="12101"/>
                          <a:pt x="277026" y="17427"/>
                          <a:pt x="302796" y="18445"/>
                        </a:cubicBezTo>
                        <a:cubicBezTo>
                          <a:pt x="302796" y="18445"/>
                          <a:pt x="314146" y="68553"/>
                          <a:pt x="314146" y="67059"/>
                        </a:cubicBezTo>
                        <a:cubicBezTo>
                          <a:pt x="314146" y="65566"/>
                          <a:pt x="319374" y="14188"/>
                          <a:pt x="319374" y="14188"/>
                        </a:cubicBezTo>
                        <a:cubicBezTo>
                          <a:pt x="329552" y="10717"/>
                          <a:pt x="339240" y="5948"/>
                          <a:pt x="348199" y="0"/>
                        </a:cubicBezTo>
                        <a:cubicBezTo>
                          <a:pt x="348199" y="0"/>
                          <a:pt x="354023" y="144423"/>
                          <a:pt x="354173" y="164287"/>
                        </a:cubicBezTo>
                        <a:cubicBezTo>
                          <a:pt x="354322" y="184151"/>
                          <a:pt x="347526" y="191395"/>
                          <a:pt x="322958" y="223580"/>
                        </a:cubicBezTo>
                        <a:cubicBezTo>
                          <a:pt x="298390" y="255765"/>
                          <a:pt x="109310" y="466277"/>
                          <a:pt x="93255" y="498238"/>
                        </a:cubicBezTo>
                        <a:cubicBezTo>
                          <a:pt x="77200" y="530199"/>
                          <a:pt x="71449" y="540131"/>
                          <a:pt x="69657" y="550511"/>
                        </a:cubicBezTo>
                        <a:cubicBezTo>
                          <a:pt x="35754" y="574482"/>
                          <a:pt x="-29513" y="402130"/>
                          <a:pt x="15069" y="303185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30000"/>
                    </a:srgbClr>
                  </a:solidFill>
                  <a:ln w="7449" cap="flat">
                    <a:noFill/>
                    <a:prstDash val="solid"/>
                    <a:miter/>
                  </a:ln>
                </p:spPr>
              </p:sp>
            </p:grpSp>
          </p:grpSp>
        </p:grpSp>
        <p:grpSp>
          <p:nvGrpSpPr>
            <p:cNvPr id="470" name="Graphic 4">
              <a:extLst>
                <a:ext uri="{FF2B5EF4-FFF2-40B4-BE49-F238E27FC236}">
                  <a16:creationId xmlns:a16="http://schemas.microsoft.com/office/drawing/2014/main" id="{E35EDC8D-BAD6-30AA-FFE4-89D0DABCEFD4}"/>
                </a:ext>
              </a:extLst>
            </p:cNvPr>
            <p:cNvGrpSpPr/>
            <p:nvPr/>
          </p:nvGrpSpPr>
          <p:grpSpPr>
            <a:xfrm>
              <a:off x="4791845" y="1658278"/>
              <a:ext cx="995354" cy="2651288"/>
              <a:chOff x="4791845" y="1658278"/>
              <a:chExt cx="995354" cy="2651288"/>
            </a:xfrm>
          </p:grpSpPr>
          <p:grpSp>
            <p:nvGrpSpPr>
              <p:cNvPr id="471" name="Graphic 4">
                <a:extLst>
                  <a:ext uri="{FF2B5EF4-FFF2-40B4-BE49-F238E27FC236}">
                    <a16:creationId xmlns:a16="http://schemas.microsoft.com/office/drawing/2014/main" id="{ED4DF373-7313-072D-66F3-8C5FC75D5072}"/>
                  </a:ext>
                </a:extLst>
              </p:cNvPr>
              <p:cNvGrpSpPr/>
              <p:nvPr/>
            </p:nvGrpSpPr>
            <p:grpSpPr>
              <a:xfrm>
                <a:off x="4956092" y="2827104"/>
                <a:ext cx="623373" cy="1482461"/>
                <a:chOff x="4956092" y="2827104"/>
                <a:chExt cx="623373" cy="1482461"/>
              </a:xfrm>
            </p:grpSpPr>
            <p:sp>
              <p:nvSpPr>
                <p:cNvPr id="472" name="Freeform: Shape 471">
                  <a:extLst>
                    <a:ext uri="{FF2B5EF4-FFF2-40B4-BE49-F238E27FC236}">
                      <a16:creationId xmlns:a16="http://schemas.microsoft.com/office/drawing/2014/main" id="{D29F0347-E75A-1AD9-224D-7EA19C6A0A82}"/>
                    </a:ext>
                  </a:extLst>
                </p:cNvPr>
                <p:cNvSpPr/>
                <p:nvPr/>
              </p:nvSpPr>
              <p:spPr>
                <a:xfrm>
                  <a:off x="5004578" y="2827104"/>
                  <a:ext cx="477143" cy="1119134"/>
                </a:xfrm>
                <a:custGeom>
                  <a:avLst/>
                  <a:gdLst>
                    <a:gd name="csX0" fmla="*/ 449046 w 477143"/>
                    <a:gd name="csY0" fmla="*/ 0 h 1119134"/>
                    <a:gd name="csX1" fmla="*/ 190518 w 477143"/>
                    <a:gd name="csY1" fmla="*/ 49734 h 1119134"/>
                    <a:gd name="csX2" fmla="*/ 258249 w 477143"/>
                    <a:gd name="csY2" fmla="*/ 470608 h 1119134"/>
                    <a:gd name="csX3" fmla="*/ 162141 w 477143"/>
                    <a:gd name="csY3" fmla="*/ 602336 h 1119134"/>
                    <a:gd name="csX4" fmla="*/ 41763 w 477143"/>
                    <a:gd name="csY4" fmla="*/ 871170 h 1119134"/>
                    <a:gd name="csX5" fmla="*/ 16000 w 477143"/>
                    <a:gd name="csY5" fmla="*/ 918962 h 1119134"/>
                    <a:gd name="csX6" fmla="*/ 1065 w 477143"/>
                    <a:gd name="csY6" fmla="*/ 942187 h 1119134"/>
                    <a:gd name="csX7" fmla="*/ 56325 w 477143"/>
                    <a:gd name="csY7" fmla="*/ 1088626 h 1119134"/>
                    <a:gd name="csX8" fmla="*/ 84478 w 477143"/>
                    <a:gd name="csY8" fmla="*/ 1112149 h 1119134"/>
                    <a:gd name="csX9" fmla="*/ 120546 w 477143"/>
                    <a:gd name="csY9" fmla="*/ 1118422 h 1119134"/>
                    <a:gd name="csX10" fmla="*/ 138319 w 477143"/>
                    <a:gd name="csY10" fmla="*/ 1106549 h 1119134"/>
                    <a:gd name="csX11" fmla="*/ 138319 w 477143"/>
                    <a:gd name="csY11" fmla="*/ 1090419 h 1119134"/>
                    <a:gd name="csX12" fmla="*/ 127491 w 477143"/>
                    <a:gd name="csY12" fmla="*/ 1031499 h 1119134"/>
                    <a:gd name="csX13" fmla="*/ 173716 w 477143"/>
                    <a:gd name="csY13" fmla="*/ 912839 h 1119134"/>
                    <a:gd name="csX14" fmla="*/ 438218 w 477143"/>
                    <a:gd name="csY14" fmla="*/ 540281 h 1119134"/>
                    <a:gd name="csX15" fmla="*/ 477124 w 477143"/>
                    <a:gd name="csY15" fmla="*/ 379429 h 1119134"/>
                    <a:gd name="csX16" fmla="*/ 449046 w 477143"/>
                    <a:gd name="csY16" fmla="*/ 0 h 111913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</a:cxnLst>
                  <a:rect l="l" t="t" r="r" b="b"/>
                  <a:pathLst>
                    <a:path w="477143" h="1119134">
                      <a:moveTo>
                        <a:pt x="449046" y="0"/>
                      </a:moveTo>
                      <a:lnTo>
                        <a:pt x="190518" y="49734"/>
                      </a:lnTo>
                      <a:lnTo>
                        <a:pt x="258249" y="470608"/>
                      </a:lnTo>
                      <a:cubicBezTo>
                        <a:pt x="258249" y="470608"/>
                        <a:pt x="196417" y="532290"/>
                        <a:pt x="162141" y="602336"/>
                      </a:cubicBezTo>
                      <a:cubicBezTo>
                        <a:pt x="137274" y="653191"/>
                        <a:pt x="55653" y="839433"/>
                        <a:pt x="41763" y="871170"/>
                      </a:cubicBezTo>
                      <a:cubicBezTo>
                        <a:pt x="34290" y="887677"/>
                        <a:pt x="25682" y="903646"/>
                        <a:pt x="16000" y="918962"/>
                      </a:cubicBezTo>
                      <a:cubicBezTo>
                        <a:pt x="10623" y="927700"/>
                        <a:pt x="2558" y="932255"/>
                        <a:pt x="1065" y="942187"/>
                      </a:cubicBezTo>
                      <a:cubicBezTo>
                        <a:pt x="-6403" y="986246"/>
                        <a:pt x="26828" y="1054201"/>
                        <a:pt x="56325" y="1088626"/>
                      </a:cubicBezTo>
                      <a:cubicBezTo>
                        <a:pt x="64148" y="1098166"/>
                        <a:pt x="73699" y="1106147"/>
                        <a:pt x="84478" y="1112149"/>
                      </a:cubicBezTo>
                      <a:cubicBezTo>
                        <a:pt x="95464" y="1118205"/>
                        <a:pt x="108160" y="1120413"/>
                        <a:pt x="120546" y="1118422"/>
                      </a:cubicBezTo>
                      <a:cubicBezTo>
                        <a:pt x="128057" y="1117612"/>
                        <a:pt x="134696" y="1113177"/>
                        <a:pt x="138319" y="1106549"/>
                      </a:cubicBezTo>
                      <a:cubicBezTo>
                        <a:pt x="139928" y="1101292"/>
                        <a:pt x="139928" y="1095675"/>
                        <a:pt x="138319" y="1090419"/>
                      </a:cubicBezTo>
                      <a:cubicBezTo>
                        <a:pt x="133576" y="1071004"/>
                        <a:pt x="129961" y="1051332"/>
                        <a:pt x="127491" y="1031499"/>
                      </a:cubicBezTo>
                      <a:cubicBezTo>
                        <a:pt x="124355" y="989083"/>
                        <a:pt x="147878" y="946369"/>
                        <a:pt x="173716" y="912839"/>
                      </a:cubicBezTo>
                      <a:cubicBezTo>
                        <a:pt x="207917" y="868482"/>
                        <a:pt x="425822" y="561339"/>
                        <a:pt x="438218" y="540281"/>
                      </a:cubicBezTo>
                      <a:cubicBezTo>
                        <a:pt x="456812" y="508693"/>
                        <a:pt x="477871" y="481884"/>
                        <a:pt x="477124" y="379429"/>
                      </a:cubicBezTo>
                      <a:cubicBezTo>
                        <a:pt x="476601" y="275405"/>
                        <a:pt x="461293" y="52198"/>
                        <a:pt x="449046" y="0"/>
                      </a:cubicBezTo>
                      <a:close/>
                    </a:path>
                  </a:pathLst>
                </a:custGeom>
                <a:solidFill>
                  <a:srgbClr val="B16668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473" name="Freeform: Shape 472">
                  <a:extLst>
                    <a:ext uri="{FF2B5EF4-FFF2-40B4-BE49-F238E27FC236}">
                      <a16:creationId xmlns:a16="http://schemas.microsoft.com/office/drawing/2014/main" id="{268812ED-AD08-265B-BA64-274BD30CC35B}"/>
                    </a:ext>
                  </a:extLst>
                </p:cNvPr>
                <p:cNvSpPr/>
                <p:nvPr/>
              </p:nvSpPr>
              <p:spPr>
                <a:xfrm>
                  <a:off x="5047461" y="2840844"/>
                  <a:ext cx="456950" cy="919037"/>
                </a:xfrm>
                <a:custGeom>
                  <a:avLst/>
                  <a:gdLst>
                    <a:gd name="csX0" fmla="*/ 432150 w 456950"/>
                    <a:gd name="csY0" fmla="*/ 0 h 919037"/>
                    <a:gd name="csX1" fmla="*/ 452761 w 456950"/>
                    <a:gd name="csY1" fmla="*/ 252255 h 919037"/>
                    <a:gd name="csX2" fmla="*/ 398471 w 456950"/>
                    <a:gd name="csY2" fmla="*/ 540803 h 919037"/>
                    <a:gd name="csX3" fmla="*/ 120079 w 456950"/>
                    <a:gd name="csY3" fmla="*/ 919037 h 919037"/>
                    <a:gd name="csX4" fmla="*/ 0 w 456950"/>
                    <a:gd name="csY4" fmla="*/ 842868 h 919037"/>
                    <a:gd name="csX5" fmla="*/ 83413 w 456950"/>
                    <a:gd name="csY5" fmla="*/ 636837 h 919037"/>
                    <a:gd name="csX6" fmla="*/ 166303 w 456950"/>
                    <a:gd name="csY6" fmla="*/ 474192 h 919037"/>
                    <a:gd name="csX7" fmla="*/ 53319 w 456950"/>
                    <a:gd name="csY7" fmla="*/ 79978 h 91903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456950" h="919037">
                      <a:moveTo>
                        <a:pt x="432150" y="0"/>
                      </a:moveTo>
                      <a:cubicBezTo>
                        <a:pt x="432150" y="0"/>
                        <a:pt x="444098" y="82144"/>
                        <a:pt x="452761" y="252255"/>
                      </a:cubicBezTo>
                      <a:cubicBezTo>
                        <a:pt x="459631" y="387270"/>
                        <a:pt x="466650" y="429088"/>
                        <a:pt x="398471" y="540803"/>
                      </a:cubicBezTo>
                      <a:cubicBezTo>
                        <a:pt x="350753" y="618915"/>
                        <a:pt x="141959" y="891780"/>
                        <a:pt x="120079" y="919037"/>
                      </a:cubicBezTo>
                      <a:cubicBezTo>
                        <a:pt x="120079" y="919037"/>
                        <a:pt x="38607" y="902310"/>
                        <a:pt x="0" y="842868"/>
                      </a:cubicBezTo>
                      <a:cubicBezTo>
                        <a:pt x="0" y="842868"/>
                        <a:pt x="42416" y="728091"/>
                        <a:pt x="83413" y="636837"/>
                      </a:cubicBezTo>
                      <a:cubicBezTo>
                        <a:pt x="124410" y="545583"/>
                        <a:pt x="166303" y="474192"/>
                        <a:pt x="166303" y="474192"/>
                      </a:cubicBezTo>
                      <a:lnTo>
                        <a:pt x="53319" y="79978"/>
                      </a:lnTo>
                      <a:close/>
                    </a:path>
                  </a:pathLst>
                </a:custGeom>
                <a:solidFill>
                  <a:srgbClr val="455A64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474" name="Freeform: Shape 473">
                  <a:extLst>
                    <a:ext uri="{FF2B5EF4-FFF2-40B4-BE49-F238E27FC236}">
                      <a16:creationId xmlns:a16="http://schemas.microsoft.com/office/drawing/2014/main" id="{A7478736-7FE0-373C-F8B5-682099BEA6CE}"/>
                    </a:ext>
                  </a:extLst>
                </p:cNvPr>
                <p:cNvSpPr/>
                <p:nvPr/>
              </p:nvSpPr>
              <p:spPr>
                <a:xfrm>
                  <a:off x="5075166" y="3321011"/>
                  <a:ext cx="202073" cy="396305"/>
                </a:xfrm>
                <a:custGeom>
                  <a:avLst/>
                  <a:gdLst>
                    <a:gd name="csX0" fmla="*/ 7468 w 202073"/>
                    <a:gd name="csY0" fmla="*/ 396305 h 396305"/>
                    <a:gd name="csX1" fmla="*/ 0 w 202073"/>
                    <a:gd name="csY1" fmla="*/ 394140 h 396305"/>
                    <a:gd name="csX2" fmla="*/ 196622 w 202073"/>
                    <a:gd name="csY2" fmla="*/ 0 h 396305"/>
                    <a:gd name="csX3" fmla="*/ 202073 w 202073"/>
                    <a:gd name="csY3" fmla="*/ 5302 h 396305"/>
                    <a:gd name="csX4" fmla="*/ 7468 w 202073"/>
                    <a:gd name="csY4" fmla="*/ 396305 h 396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02073" h="396305">
                      <a:moveTo>
                        <a:pt x="7468" y="396305"/>
                      </a:moveTo>
                      <a:lnTo>
                        <a:pt x="0" y="394140"/>
                      </a:lnTo>
                      <a:cubicBezTo>
                        <a:pt x="28228" y="304529"/>
                        <a:pt x="145693" y="49137"/>
                        <a:pt x="196622" y="0"/>
                      </a:cubicBezTo>
                      <a:lnTo>
                        <a:pt x="202073" y="5302"/>
                      </a:lnTo>
                      <a:cubicBezTo>
                        <a:pt x="152936" y="52721"/>
                        <a:pt x="34500" y="309233"/>
                        <a:pt x="7468" y="396305"/>
                      </a:cubicBezTo>
                      <a:close/>
                    </a:path>
                  </a:pathLst>
                </a:custGeom>
                <a:solidFill>
                  <a:srgbClr val="37474F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475" name="Freeform: Shape 474">
                  <a:extLst>
                    <a:ext uri="{FF2B5EF4-FFF2-40B4-BE49-F238E27FC236}">
                      <a16:creationId xmlns:a16="http://schemas.microsoft.com/office/drawing/2014/main" id="{74D8D346-84C7-3D62-F679-411FC28EE5F6}"/>
                    </a:ext>
                  </a:extLst>
                </p:cNvPr>
                <p:cNvSpPr/>
                <p:nvPr/>
              </p:nvSpPr>
              <p:spPr>
                <a:xfrm>
                  <a:off x="5043280" y="3630617"/>
                  <a:ext cx="156520" cy="141091"/>
                </a:xfrm>
                <a:custGeom>
                  <a:avLst/>
                  <a:gdLst>
                    <a:gd name="csX0" fmla="*/ 23448 w 156520"/>
                    <a:gd name="csY0" fmla="*/ 0 h 141091"/>
                    <a:gd name="csX1" fmla="*/ 156521 w 156520"/>
                    <a:gd name="csY1" fmla="*/ 87670 h 141091"/>
                    <a:gd name="csX2" fmla="*/ 116121 w 156520"/>
                    <a:gd name="csY2" fmla="*/ 140988 h 141091"/>
                    <a:gd name="csX3" fmla="*/ 0 w 156520"/>
                    <a:gd name="csY3" fmla="*/ 61309 h 14109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56520" h="141091">
                      <a:moveTo>
                        <a:pt x="23448" y="0"/>
                      </a:moveTo>
                      <a:cubicBezTo>
                        <a:pt x="37487" y="27779"/>
                        <a:pt x="119482" y="95287"/>
                        <a:pt x="156521" y="87670"/>
                      </a:cubicBezTo>
                      <a:lnTo>
                        <a:pt x="116121" y="140988"/>
                      </a:lnTo>
                      <a:cubicBezTo>
                        <a:pt x="81994" y="143602"/>
                        <a:pt x="20387" y="96183"/>
                        <a:pt x="0" y="61309"/>
                      </a:cubicBezTo>
                      <a:close/>
                    </a:path>
                  </a:pathLst>
                </a:custGeom>
                <a:solidFill>
                  <a:srgbClr val="37474F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476" name="Freeform: Shape 475">
                  <a:extLst>
                    <a:ext uri="{FF2B5EF4-FFF2-40B4-BE49-F238E27FC236}">
                      <a16:creationId xmlns:a16="http://schemas.microsoft.com/office/drawing/2014/main" id="{7D5A6001-261A-CD1C-D43A-5B16CE1EEC6D}"/>
                    </a:ext>
                  </a:extLst>
                </p:cNvPr>
                <p:cNvSpPr/>
                <p:nvPr/>
              </p:nvSpPr>
              <p:spPr>
                <a:xfrm>
                  <a:off x="5100780" y="2886471"/>
                  <a:ext cx="350603" cy="853546"/>
                </a:xfrm>
                <a:custGeom>
                  <a:avLst/>
                  <a:gdLst>
                    <a:gd name="csX0" fmla="*/ 350604 w 350603"/>
                    <a:gd name="csY0" fmla="*/ 0 h 853546"/>
                    <a:gd name="csX1" fmla="*/ 0 w 350603"/>
                    <a:gd name="csY1" fmla="*/ 34351 h 853546"/>
                    <a:gd name="csX2" fmla="*/ 112985 w 350603"/>
                    <a:gd name="csY2" fmla="*/ 428640 h 853546"/>
                    <a:gd name="csX3" fmla="*/ 47494 w 350603"/>
                    <a:gd name="csY3" fmla="*/ 553498 h 853546"/>
                    <a:gd name="csX4" fmla="*/ 65566 w 350603"/>
                    <a:gd name="csY4" fmla="*/ 618168 h 853546"/>
                    <a:gd name="csX5" fmla="*/ 64296 w 350603"/>
                    <a:gd name="csY5" fmla="*/ 779692 h 853546"/>
                    <a:gd name="csX6" fmla="*/ 82293 w 350603"/>
                    <a:gd name="csY6" fmla="*/ 853547 h 853546"/>
                    <a:gd name="csX7" fmla="*/ 270551 w 350603"/>
                    <a:gd name="csY7" fmla="*/ 602561 h 853546"/>
                    <a:gd name="csX8" fmla="*/ 299899 w 350603"/>
                    <a:gd name="csY8" fmla="*/ 562012 h 853546"/>
                    <a:gd name="csX9" fmla="*/ 292431 w 350603"/>
                    <a:gd name="csY9" fmla="*/ 450968 h 853546"/>
                    <a:gd name="csX10" fmla="*/ 252928 w 350603"/>
                    <a:gd name="csY10" fmla="*/ 189602 h 853546"/>
                    <a:gd name="csX11" fmla="*/ 303558 w 350603"/>
                    <a:gd name="csY11" fmla="*/ 142109 h 853546"/>
                    <a:gd name="csX12" fmla="*/ 326409 w 350603"/>
                    <a:gd name="csY12" fmla="*/ 90657 h 853546"/>
                    <a:gd name="csX13" fmla="*/ 350604 w 350603"/>
                    <a:gd name="csY13" fmla="*/ 0 h 85354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</a:cxnLst>
                  <a:rect l="l" t="t" r="r" b="b"/>
                  <a:pathLst>
                    <a:path w="350603" h="853546">
                      <a:moveTo>
                        <a:pt x="350604" y="0"/>
                      </a:moveTo>
                      <a:lnTo>
                        <a:pt x="0" y="34351"/>
                      </a:lnTo>
                      <a:lnTo>
                        <a:pt x="112985" y="428640"/>
                      </a:lnTo>
                      <a:cubicBezTo>
                        <a:pt x="112985" y="428640"/>
                        <a:pt x="80127" y="485021"/>
                        <a:pt x="47494" y="553498"/>
                      </a:cubicBezTo>
                      <a:cubicBezTo>
                        <a:pt x="47494" y="553498"/>
                        <a:pt x="64744" y="615405"/>
                        <a:pt x="65566" y="618168"/>
                      </a:cubicBezTo>
                      <a:cubicBezTo>
                        <a:pt x="68254" y="627353"/>
                        <a:pt x="45254" y="665886"/>
                        <a:pt x="64296" y="779692"/>
                      </a:cubicBezTo>
                      <a:cubicBezTo>
                        <a:pt x="67955" y="801572"/>
                        <a:pt x="76916" y="833160"/>
                        <a:pt x="82293" y="853547"/>
                      </a:cubicBezTo>
                      <a:cubicBezTo>
                        <a:pt x="122170" y="801273"/>
                        <a:pt x="207301" y="691201"/>
                        <a:pt x="270551" y="602561"/>
                      </a:cubicBezTo>
                      <a:cubicBezTo>
                        <a:pt x="285486" y="582398"/>
                        <a:pt x="299899" y="562012"/>
                        <a:pt x="299899" y="562012"/>
                      </a:cubicBezTo>
                      <a:cubicBezTo>
                        <a:pt x="299870" y="524873"/>
                        <a:pt x="297375" y="487777"/>
                        <a:pt x="292431" y="450968"/>
                      </a:cubicBezTo>
                      <a:cubicBezTo>
                        <a:pt x="285785" y="406163"/>
                        <a:pt x="252928" y="189602"/>
                        <a:pt x="252928" y="189602"/>
                      </a:cubicBezTo>
                      <a:cubicBezTo>
                        <a:pt x="272579" y="177017"/>
                        <a:pt x="289743" y="160916"/>
                        <a:pt x="303558" y="142109"/>
                      </a:cubicBezTo>
                      <a:cubicBezTo>
                        <a:pt x="315135" y="127005"/>
                        <a:pt x="322966" y="109372"/>
                        <a:pt x="326409" y="90657"/>
                      </a:cubicBezTo>
                      <a:cubicBezTo>
                        <a:pt x="336413" y="60989"/>
                        <a:pt x="344494" y="30707"/>
                        <a:pt x="350604" y="0"/>
                      </a:cubicBezTo>
                      <a:close/>
                    </a:path>
                  </a:pathLst>
                </a:custGeom>
                <a:solidFill>
                  <a:srgbClr val="37474F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477" name="Freeform: Shape 476">
                  <a:extLst>
                    <a:ext uri="{FF2B5EF4-FFF2-40B4-BE49-F238E27FC236}">
                      <a16:creationId xmlns:a16="http://schemas.microsoft.com/office/drawing/2014/main" id="{00B96EC7-F822-F61F-60DF-9F78A6A7024A}"/>
                    </a:ext>
                  </a:extLst>
                </p:cNvPr>
                <p:cNvSpPr/>
                <p:nvPr/>
              </p:nvSpPr>
              <p:spPr>
                <a:xfrm>
                  <a:off x="4956092" y="3800071"/>
                  <a:ext cx="255648" cy="289363"/>
                </a:xfrm>
                <a:custGeom>
                  <a:avLst/>
                  <a:gdLst>
                    <a:gd name="csX0" fmla="*/ 12363 w 255648"/>
                    <a:gd name="csY0" fmla="*/ 61 h 289363"/>
                    <a:gd name="csX1" fmla="*/ 41 w 255648"/>
                    <a:gd name="csY1" fmla="*/ 26720 h 289363"/>
                    <a:gd name="csX2" fmla="*/ 19158 w 255648"/>
                    <a:gd name="csY2" fmla="*/ 76604 h 289363"/>
                    <a:gd name="csX3" fmla="*/ 47908 w 255648"/>
                    <a:gd name="csY3" fmla="*/ 133358 h 289363"/>
                    <a:gd name="csX4" fmla="*/ 71207 w 255648"/>
                    <a:gd name="csY4" fmla="*/ 226927 h 289363"/>
                    <a:gd name="csX5" fmla="*/ 199874 w 255648"/>
                    <a:gd name="csY5" fmla="*/ 289356 h 289363"/>
                    <a:gd name="csX6" fmla="*/ 247219 w 255648"/>
                    <a:gd name="csY6" fmla="*/ 274047 h 289363"/>
                    <a:gd name="csX7" fmla="*/ 255582 w 255648"/>
                    <a:gd name="csY7" fmla="*/ 252242 h 28936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255648" h="289363">
                      <a:moveTo>
                        <a:pt x="12363" y="61"/>
                      </a:moveTo>
                      <a:cubicBezTo>
                        <a:pt x="6314" y="-1283"/>
                        <a:pt x="863" y="19925"/>
                        <a:pt x="41" y="26720"/>
                      </a:cubicBezTo>
                      <a:cubicBezTo>
                        <a:pt x="-780" y="33516"/>
                        <a:pt x="10869" y="61669"/>
                        <a:pt x="19158" y="76604"/>
                      </a:cubicBezTo>
                      <a:cubicBezTo>
                        <a:pt x="27447" y="91539"/>
                        <a:pt x="41561" y="110133"/>
                        <a:pt x="47908" y="133358"/>
                      </a:cubicBezTo>
                      <a:cubicBezTo>
                        <a:pt x="53733" y="155163"/>
                        <a:pt x="52464" y="196384"/>
                        <a:pt x="71207" y="226927"/>
                      </a:cubicBezTo>
                      <a:cubicBezTo>
                        <a:pt x="89951" y="257469"/>
                        <a:pt x="137221" y="289953"/>
                        <a:pt x="199874" y="289356"/>
                      </a:cubicBezTo>
                      <a:cubicBezTo>
                        <a:pt x="219066" y="289356"/>
                        <a:pt x="242066" y="279947"/>
                        <a:pt x="247219" y="274047"/>
                      </a:cubicBezTo>
                      <a:cubicBezTo>
                        <a:pt x="253084" y="268366"/>
                        <a:pt x="256144" y="260388"/>
                        <a:pt x="255582" y="252242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478" name="Freeform: Shape 477">
                  <a:extLst>
                    <a:ext uri="{FF2B5EF4-FFF2-40B4-BE49-F238E27FC236}">
                      <a16:creationId xmlns:a16="http://schemas.microsoft.com/office/drawing/2014/main" id="{03ACA800-113A-B8B5-4685-FB1BED950805}"/>
                    </a:ext>
                  </a:extLst>
                </p:cNvPr>
                <p:cNvSpPr/>
                <p:nvPr/>
              </p:nvSpPr>
              <p:spPr>
                <a:xfrm>
                  <a:off x="4962457" y="3733128"/>
                  <a:ext cx="254413" cy="343347"/>
                </a:xfrm>
                <a:custGeom>
                  <a:avLst/>
                  <a:gdLst>
                    <a:gd name="csX0" fmla="*/ 57599 w 254413"/>
                    <a:gd name="csY0" fmla="*/ 213070 h 343347"/>
                    <a:gd name="csX1" fmla="*/ 33105 w 254413"/>
                    <a:gd name="csY1" fmla="*/ 153329 h 343347"/>
                    <a:gd name="csX2" fmla="*/ 98 w 254413"/>
                    <a:gd name="csY2" fmla="*/ 72604 h 343347"/>
                    <a:gd name="csX3" fmla="*/ 33478 w 254413"/>
                    <a:gd name="csY3" fmla="*/ 29591 h 343347"/>
                    <a:gd name="csX4" fmla="*/ 66336 w 254413"/>
                    <a:gd name="csY4" fmla="*/ 393 h 343347"/>
                    <a:gd name="csX5" fmla="*/ 61930 w 254413"/>
                    <a:gd name="csY5" fmla="*/ 7487 h 343347"/>
                    <a:gd name="csX6" fmla="*/ 87768 w 254413"/>
                    <a:gd name="csY6" fmla="*/ 44825 h 343347"/>
                    <a:gd name="csX7" fmla="*/ 92323 w 254413"/>
                    <a:gd name="csY7" fmla="*/ 63643 h 343347"/>
                    <a:gd name="csX8" fmla="*/ 95833 w 254413"/>
                    <a:gd name="csY8" fmla="*/ 96725 h 343347"/>
                    <a:gd name="csX9" fmla="*/ 101807 w 254413"/>
                    <a:gd name="csY9" fmla="*/ 76413 h 343347"/>
                    <a:gd name="csX10" fmla="*/ 115697 w 254413"/>
                    <a:gd name="csY10" fmla="*/ 63270 h 343347"/>
                    <a:gd name="csX11" fmla="*/ 154976 w 254413"/>
                    <a:gd name="csY11" fmla="*/ 69468 h 343347"/>
                    <a:gd name="csX12" fmla="*/ 192314 w 254413"/>
                    <a:gd name="csY12" fmla="*/ 90676 h 343347"/>
                    <a:gd name="csX13" fmla="*/ 185519 w 254413"/>
                    <a:gd name="csY13" fmla="*/ 121219 h 343347"/>
                    <a:gd name="csX14" fmla="*/ 192314 w 254413"/>
                    <a:gd name="csY14" fmla="*/ 191862 h 343347"/>
                    <a:gd name="csX15" fmla="*/ 231818 w 254413"/>
                    <a:gd name="csY15" fmla="*/ 267509 h 343347"/>
                    <a:gd name="csX16" fmla="*/ 249740 w 254413"/>
                    <a:gd name="csY16" fmla="*/ 318960 h 343347"/>
                    <a:gd name="csX17" fmla="*/ 230847 w 254413"/>
                    <a:gd name="csY17" fmla="*/ 335912 h 343347"/>
                    <a:gd name="csX18" fmla="*/ 206279 w 254413"/>
                    <a:gd name="csY18" fmla="*/ 342558 h 343347"/>
                    <a:gd name="csX19" fmla="*/ 106960 w 254413"/>
                    <a:gd name="csY19" fmla="*/ 316645 h 343347"/>
                    <a:gd name="csX20" fmla="*/ 75222 w 254413"/>
                    <a:gd name="csY20" fmla="*/ 278262 h 343347"/>
                    <a:gd name="csX21" fmla="*/ 57599 w 254413"/>
                    <a:gd name="csY21" fmla="*/ 213070 h 3433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</a:cxnLst>
                  <a:rect l="l" t="t" r="r" b="b"/>
                  <a:pathLst>
                    <a:path w="254413" h="343347">
                      <a:moveTo>
                        <a:pt x="57599" y="213070"/>
                      </a:moveTo>
                      <a:cubicBezTo>
                        <a:pt x="53627" y="191684"/>
                        <a:pt x="45289" y="171348"/>
                        <a:pt x="33105" y="153329"/>
                      </a:cubicBezTo>
                      <a:cubicBezTo>
                        <a:pt x="19589" y="130030"/>
                        <a:pt x="-1619" y="99712"/>
                        <a:pt x="98" y="72604"/>
                      </a:cubicBezTo>
                      <a:cubicBezTo>
                        <a:pt x="6521" y="55166"/>
                        <a:pt x="18180" y="40142"/>
                        <a:pt x="33478" y="29591"/>
                      </a:cubicBezTo>
                      <a:cubicBezTo>
                        <a:pt x="52147" y="15104"/>
                        <a:pt x="55284" y="-2893"/>
                        <a:pt x="66336" y="393"/>
                      </a:cubicBezTo>
                      <a:lnTo>
                        <a:pt x="61930" y="7487"/>
                      </a:lnTo>
                      <a:cubicBezTo>
                        <a:pt x="69616" y="20549"/>
                        <a:pt x="78252" y="33029"/>
                        <a:pt x="87768" y="44825"/>
                      </a:cubicBezTo>
                      <a:cubicBezTo>
                        <a:pt x="92141" y="50043"/>
                        <a:pt x="93825" y="57003"/>
                        <a:pt x="92323" y="63643"/>
                      </a:cubicBezTo>
                      <a:cubicBezTo>
                        <a:pt x="90460" y="74784"/>
                        <a:pt x="91674" y="86222"/>
                        <a:pt x="95833" y="96725"/>
                      </a:cubicBezTo>
                      <a:cubicBezTo>
                        <a:pt x="97175" y="89780"/>
                        <a:pt x="99175" y="82978"/>
                        <a:pt x="101807" y="76413"/>
                      </a:cubicBezTo>
                      <a:cubicBezTo>
                        <a:pt x="104107" y="70088"/>
                        <a:pt x="109255" y="65218"/>
                        <a:pt x="115697" y="63270"/>
                      </a:cubicBezTo>
                      <a:cubicBezTo>
                        <a:pt x="127943" y="58565"/>
                        <a:pt x="145567" y="65660"/>
                        <a:pt x="154976" y="69468"/>
                      </a:cubicBezTo>
                      <a:cubicBezTo>
                        <a:pt x="168941" y="75218"/>
                        <a:pt x="185444" y="80072"/>
                        <a:pt x="192314" y="90676"/>
                      </a:cubicBezTo>
                      <a:cubicBezTo>
                        <a:pt x="197765" y="99637"/>
                        <a:pt x="189327" y="113079"/>
                        <a:pt x="185519" y="121219"/>
                      </a:cubicBezTo>
                      <a:cubicBezTo>
                        <a:pt x="174989" y="143621"/>
                        <a:pt x="184249" y="169982"/>
                        <a:pt x="192314" y="191862"/>
                      </a:cubicBezTo>
                      <a:cubicBezTo>
                        <a:pt x="200977" y="215385"/>
                        <a:pt x="214717" y="248541"/>
                        <a:pt x="231818" y="267509"/>
                      </a:cubicBezTo>
                      <a:cubicBezTo>
                        <a:pt x="248919" y="286477"/>
                        <a:pt x="261688" y="295736"/>
                        <a:pt x="249740" y="318960"/>
                      </a:cubicBezTo>
                      <a:cubicBezTo>
                        <a:pt x="245269" y="326365"/>
                        <a:pt x="238691" y="332267"/>
                        <a:pt x="230847" y="335912"/>
                      </a:cubicBezTo>
                      <a:cubicBezTo>
                        <a:pt x="223141" y="339631"/>
                        <a:pt x="214809" y="341885"/>
                        <a:pt x="206279" y="342558"/>
                      </a:cubicBezTo>
                      <a:cubicBezTo>
                        <a:pt x="171127" y="346227"/>
                        <a:pt x="135838" y="337020"/>
                        <a:pt x="106960" y="316645"/>
                      </a:cubicBezTo>
                      <a:cubicBezTo>
                        <a:pt x="93690" y="306337"/>
                        <a:pt x="82854" y="293232"/>
                        <a:pt x="75222" y="278262"/>
                      </a:cubicBezTo>
                      <a:cubicBezTo>
                        <a:pt x="65066" y="261535"/>
                        <a:pt x="61930" y="240625"/>
                        <a:pt x="57599" y="213070"/>
                      </a:cubicBezTo>
                      <a:close/>
                    </a:path>
                  </a:pathLst>
                </a:custGeom>
                <a:solidFill>
                  <a:srgbClr val="37474F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479" name="Freeform: Shape 478">
                  <a:extLst>
                    <a:ext uri="{FF2B5EF4-FFF2-40B4-BE49-F238E27FC236}">
                      <a16:creationId xmlns:a16="http://schemas.microsoft.com/office/drawing/2014/main" id="{1E771E19-AC32-343E-F151-21A50B821C86}"/>
                    </a:ext>
                  </a:extLst>
                </p:cNvPr>
                <p:cNvSpPr/>
                <p:nvPr/>
              </p:nvSpPr>
              <p:spPr>
                <a:xfrm>
                  <a:off x="5041467" y="3974397"/>
                  <a:ext cx="174420" cy="102225"/>
                </a:xfrm>
                <a:custGeom>
                  <a:avLst/>
                  <a:gdLst>
                    <a:gd name="csX0" fmla="*/ 136902 w 174420"/>
                    <a:gd name="csY0" fmla="*/ 4435 h 102225"/>
                    <a:gd name="csX1" fmla="*/ 151837 w 174420"/>
                    <a:gd name="csY1" fmla="*/ 26389 h 102225"/>
                    <a:gd name="csX2" fmla="*/ 169759 w 174420"/>
                    <a:gd name="csY2" fmla="*/ 77841 h 102225"/>
                    <a:gd name="csX3" fmla="*/ 150941 w 174420"/>
                    <a:gd name="csY3" fmla="*/ 94793 h 102225"/>
                    <a:gd name="csX4" fmla="*/ 126298 w 174420"/>
                    <a:gd name="csY4" fmla="*/ 101439 h 102225"/>
                    <a:gd name="csX5" fmla="*/ 26979 w 174420"/>
                    <a:gd name="csY5" fmla="*/ 75526 h 102225"/>
                    <a:gd name="csX6" fmla="*/ 21 w 174420"/>
                    <a:gd name="csY6" fmla="*/ 44984 h 102225"/>
                    <a:gd name="csX7" fmla="*/ 136902 w 174420"/>
                    <a:gd name="csY7" fmla="*/ 4435 h 1022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174420" h="102225">
                      <a:moveTo>
                        <a:pt x="136902" y="4435"/>
                      </a:moveTo>
                      <a:cubicBezTo>
                        <a:pt x="141130" y="12236"/>
                        <a:pt x="146133" y="19592"/>
                        <a:pt x="151837" y="26389"/>
                      </a:cubicBezTo>
                      <a:cubicBezTo>
                        <a:pt x="168863" y="45581"/>
                        <a:pt x="181707" y="54617"/>
                        <a:pt x="169759" y="77841"/>
                      </a:cubicBezTo>
                      <a:cubicBezTo>
                        <a:pt x="165298" y="85226"/>
                        <a:pt x="158750" y="91124"/>
                        <a:pt x="150941" y="94793"/>
                      </a:cubicBezTo>
                      <a:cubicBezTo>
                        <a:pt x="143205" y="98503"/>
                        <a:pt x="134851" y="100756"/>
                        <a:pt x="126298" y="101439"/>
                      </a:cubicBezTo>
                      <a:cubicBezTo>
                        <a:pt x="91147" y="105101"/>
                        <a:pt x="55860" y="95895"/>
                        <a:pt x="26979" y="75526"/>
                      </a:cubicBezTo>
                      <a:cubicBezTo>
                        <a:pt x="16037" y="67254"/>
                        <a:pt x="6870" y="56868"/>
                        <a:pt x="21" y="44984"/>
                      </a:cubicBezTo>
                      <a:cubicBezTo>
                        <a:pt x="-1473" y="18847"/>
                        <a:pt x="78132" y="-11546"/>
                        <a:pt x="136902" y="4435"/>
                      </a:cubicBezTo>
                      <a:close/>
                    </a:path>
                  </a:pathLst>
                </a:custGeom>
                <a:solidFill>
                  <a:srgbClr val="455A64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480" name="Freeform: Shape 479">
                  <a:extLst>
                    <a:ext uri="{FF2B5EF4-FFF2-40B4-BE49-F238E27FC236}">
                      <a16:creationId xmlns:a16="http://schemas.microsoft.com/office/drawing/2014/main" id="{A00B1801-0D7D-FBEB-576D-8D5EFD14594C}"/>
                    </a:ext>
                  </a:extLst>
                </p:cNvPr>
                <p:cNvSpPr/>
                <p:nvPr/>
              </p:nvSpPr>
              <p:spPr>
                <a:xfrm>
                  <a:off x="5067734" y="2841815"/>
                  <a:ext cx="402468" cy="1341688"/>
                </a:xfrm>
                <a:custGeom>
                  <a:avLst/>
                  <a:gdLst>
                    <a:gd name="csX0" fmla="*/ 323461 w 402468"/>
                    <a:gd name="csY0" fmla="*/ 1156059 h 1341688"/>
                    <a:gd name="csX1" fmla="*/ 320474 w 402468"/>
                    <a:gd name="csY1" fmla="*/ 1038145 h 1341688"/>
                    <a:gd name="csX2" fmla="*/ 316740 w 402468"/>
                    <a:gd name="csY2" fmla="*/ 877144 h 1341688"/>
                    <a:gd name="csX3" fmla="*/ 313305 w 402468"/>
                    <a:gd name="csY3" fmla="*/ 712185 h 1341688"/>
                    <a:gd name="csX4" fmla="*/ 300535 w 402468"/>
                    <a:gd name="csY4" fmla="*/ 585908 h 1341688"/>
                    <a:gd name="csX5" fmla="*/ 234746 w 402468"/>
                    <a:gd name="csY5" fmla="*/ 216560 h 1341688"/>
                    <a:gd name="csX6" fmla="*/ 317412 w 402468"/>
                    <a:gd name="csY6" fmla="*/ 147858 h 1341688"/>
                    <a:gd name="csX7" fmla="*/ 379617 w 402468"/>
                    <a:gd name="csY7" fmla="*/ 12097 h 1341688"/>
                    <a:gd name="csX8" fmla="*/ 348328 w 402468"/>
                    <a:gd name="csY8" fmla="*/ 7990 h 1341688"/>
                    <a:gd name="csX9" fmla="*/ 7283 w 402468"/>
                    <a:gd name="csY9" fmla="*/ 0 h 1341688"/>
                    <a:gd name="csX10" fmla="*/ 786 w 402468"/>
                    <a:gd name="csY10" fmla="*/ 201625 h 1341688"/>
                    <a:gd name="csX11" fmla="*/ 135203 w 402468"/>
                    <a:gd name="csY11" fmla="*/ 611522 h 1341688"/>
                    <a:gd name="csX12" fmla="*/ 128407 w 402468"/>
                    <a:gd name="csY12" fmla="*/ 790072 h 1341688"/>
                    <a:gd name="csX13" fmla="*/ 179187 w 402468"/>
                    <a:gd name="csY13" fmla="*/ 1100276 h 1341688"/>
                    <a:gd name="csX14" fmla="*/ 196064 w 402468"/>
                    <a:gd name="csY14" fmla="*/ 1213111 h 1341688"/>
                    <a:gd name="csX15" fmla="*/ 193525 w 402468"/>
                    <a:gd name="csY15" fmla="*/ 1244251 h 1341688"/>
                    <a:gd name="csX16" fmla="*/ 219736 w 402468"/>
                    <a:gd name="csY16" fmla="*/ 1269641 h 1341688"/>
                    <a:gd name="csX17" fmla="*/ 264541 w 402468"/>
                    <a:gd name="csY17" fmla="*/ 1310190 h 1341688"/>
                    <a:gd name="csX18" fmla="*/ 311662 w 402468"/>
                    <a:gd name="csY18" fmla="*/ 1334161 h 1341688"/>
                    <a:gd name="csX19" fmla="*/ 377676 w 402468"/>
                    <a:gd name="csY19" fmla="*/ 1338492 h 1341688"/>
                    <a:gd name="csX20" fmla="*/ 402468 w 402468"/>
                    <a:gd name="csY20" fmla="*/ 1323557 h 1341688"/>
                    <a:gd name="csX21" fmla="*/ 395897 w 402468"/>
                    <a:gd name="csY21" fmla="*/ 1307875 h 1341688"/>
                    <a:gd name="csX22" fmla="*/ 348179 w 402468"/>
                    <a:gd name="csY22" fmla="*/ 1244251 h 1341688"/>
                    <a:gd name="csX23" fmla="*/ 323461 w 402468"/>
                    <a:gd name="csY23" fmla="*/ 1156059 h 134168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</a:cxnLst>
                  <a:rect l="l" t="t" r="r" b="b"/>
                  <a:pathLst>
                    <a:path w="402468" h="1341688">
                      <a:moveTo>
                        <a:pt x="323461" y="1156059"/>
                      </a:moveTo>
                      <a:cubicBezTo>
                        <a:pt x="321221" y="1112448"/>
                        <a:pt x="321519" y="1077948"/>
                        <a:pt x="320474" y="1038145"/>
                      </a:cubicBezTo>
                      <a:cubicBezTo>
                        <a:pt x="319130" y="984429"/>
                        <a:pt x="317885" y="930761"/>
                        <a:pt x="316740" y="877144"/>
                      </a:cubicBezTo>
                      <a:cubicBezTo>
                        <a:pt x="315545" y="822382"/>
                        <a:pt x="314400" y="767395"/>
                        <a:pt x="313305" y="712185"/>
                      </a:cubicBezTo>
                      <a:cubicBezTo>
                        <a:pt x="312409" y="668350"/>
                        <a:pt x="301431" y="630041"/>
                        <a:pt x="300535" y="585908"/>
                      </a:cubicBezTo>
                      <a:cubicBezTo>
                        <a:pt x="282464" y="403624"/>
                        <a:pt x="234746" y="216560"/>
                        <a:pt x="234746" y="216560"/>
                      </a:cubicBezTo>
                      <a:cubicBezTo>
                        <a:pt x="266740" y="199600"/>
                        <a:pt x="294885" y="176210"/>
                        <a:pt x="317412" y="147858"/>
                      </a:cubicBezTo>
                      <a:cubicBezTo>
                        <a:pt x="377153" y="75721"/>
                        <a:pt x="379617" y="12097"/>
                        <a:pt x="379617" y="12097"/>
                      </a:cubicBezTo>
                      <a:lnTo>
                        <a:pt x="348328" y="7990"/>
                      </a:lnTo>
                      <a:lnTo>
                        <a:pt x="7283" y="0"/>
                      </a:lnTo>
                      <a:cubicBezTo>
                        <a:pt x="4744" y="54439"/>
                        <a:pt x="-2350" y="130533"/>
                        <a:pt x="786" y="201625"/>
                      </a:cubicBezTo>
                      <a:cubicBezTo>
                        <a:pt x="7133" y="346945"/>
                        <a:pt x="135203" y="611522"/>
                        <a:pt x="135203" y="611522"/>
                      </a:cubicBezTo>
                      <a:cubicBezTo>
                        <a:pt x="132514" y="631385"/>
                        <a:pt x="112203" y="714948"/>
                        <a:pt x="128407" y="790072"/>
                      </a:cubicBezTo>
                      <a:cubicBezTo>
                        <a:pt x="153946" y="908583"/>
                        <a:pt x="169628" y="1035905"/>
                        <a:pt x="179187" y="1100276"/>
                      </a:cubicBezTo>
                      <a:cubicBezTo>
                        <a:pt x="188745" y="1164647"/>
                        <a:pt x="198080" y="1200566"/>
                        <a:pt x="196064" y="1213111"/>
                      </a:cubicBezTo>
                      <a:cubicBezTo>
                        <a:pt x="194495" y="1222446"/>
                        <a:pt x="189417" y="1237456"/>
                        <a:pt x="193525" y="1244251"/>
                      </a:cubicBezTo>
                      <a:cubicBezTo>
                        <a:pt x="199125" y="1253362"/>
                        <a:pt x="207564" y="1257170"/>
                        <a:pt x="219736" y="1269641"/>
                      </a:cubicBezTo>
                      <a:cubicBezTo>
                        <a:pt x="233821" y="1284068"/>
                        <a:pt x="248785" y="1297610"/>
                        <a:pt x="264541" y="1310190"/>
                      </a:cubicBezTo>
                      <a:cubicBezTo>
                        <a:pt x="278584" y="1321100"/>
                        <a:pt x="294576" y="1329235"/>
                        <a:pt x="311662" y="1334161"/>
                      </a:cubicBezTo>
                      <a:cubicBezTo>
                        <a:pt x="332497" y="1340583"/>
                        <a:pt x="356916" y="1344989"/>
                        <a:pt x="377676" y="1338492"/>
                      </a:cubicBezTo>
                      <a:cubicBezTo>
                        <a:pt x="385143" y="1336177"/>
                        <a:pt x="401572" y="1331025"/>
                        <a:pt x="402468" y="1323557"/>
                      </a:cubicBezTo>
                      <a:cubicBezTo>
                        <a:pt x="402376" y="1317679"/>
                        <a:pt x="400023" y="1312063"/>
                        <a:pt x="395897" y="1307875"/>
                      </a:cubicBezTo>
                      <a:cubicBezTo>
                        <a:pt x="373494" y="1278005"/>
                        <a:pt x="370208" y="1274943"/>
                        <a:pt x="348179" y="1244251"/>
                      </a:cubicBezTo>
                      <a:cubicBezTo>
                        <a:pt x="319503" y="1204001"/>
                        <a:pt x="325029" y="1185556"/>
                        <a:pt x="323461" y="1156059"/>
                      </a:cubicBezTo>
                      <a:close/>
                    </a:path>
                  </a:pathLst>
                </a:custGeom>
                <a:solidFill>
                  <a:srgbClr val="B16668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481" name="Freeform: Shape 480">
                  <a:extLst>
                    <a:ext uri="{FF2B5EF4-FFF2-40B4-BE49-F238E27FC236}">
                      <a16:creationId xmlns:a16="http://schemas.microsoft.com/office/drawing/2014/main" id="{918B8E5A-2499-C892-7C7C-0B0FEF27AF5C}"/>
                    </a:ext>
                  </a:extLst>
                </p:cNvPr>
                <p:cNvSpPr/>
                <p:nvPr/>
              </p:nvSpPr>
              <p:spPr>
                <a:xfrm>
                  <a:off x="5039142" y="2827701"/>
                  <a:ext cx="428968" cy="1156512"/>
                </a:xfrm>
                <a:custGeom>
                  <a:avLst/>
                  <a:gdLst>
                    <a:gd name="csX0" fmla="*/ 3764 w 428968"/>
                    <a:gd name="csY0" fmla="*/ 0 h 1156512"/>
                    <a:gd name="csX1" fmla="*/ 478 w 428968"/>
                    <a:gd name="csY1" fmla="*/ 148829 h 1156512"/>
                    <a:gd name="csX2" fmla="*/ 30348 w 428968"/>
                    <a:gd name="csY2" fmla="*/ 322824 h 1156512"/>
                    <a:gd name="csX3" fmla="*/ 146694 w 428968"/>
                    <a:gd name="csY3" fmla="*/ 669918 h 1156512"/>
                    <a:gd name="csX4" fmla="*/ 152145 w 428968"/>
                    <a:gd name="csY4" fmla="*/ 867212 h 1156512"/>
                    <a:gd name="csX5" fmla="*/ 213827 w 428968"/>
                    <a:gd name="csY5" fmla="*/ 1153520 h 1156512"/>
                    <a:gd name="csX6" fmla="*/ 355189 w 428968"/>
                    <a:gd name="csY6" fmla="*/ 1136867 h 1156512"/>
                    <a:gd name="csX7" fmla="*/ 355189 w 428968"/>
                    <a:gd name="csY7" fmla="*/ 606070 h 1156512"/>
                    <a:gd name="csX8" fmla="*/ 289026 w 428968"/>
                    <a:gd name="csY8" fmla="*/ 235603 h 1156512"/>
                    <a:gd name="csX9" fmla="*/ 428969 w 428968"/>
                    <a:gd name="csY9" fmla="*/ 24568 h 115651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428968" h="1156512">
                      <a:moveTo>
                        <a:pt x="3764" y="0"/>
                      </a:moveTo>
                      <a:cubicBezTo>
                        <a:pt x="3092" y="61608"/>
                        <a:pt x="-1463" y="104024"/>
                        <a:pt x="478" y="148829"/>
                      </a:cubicBezTo>
                      <a:cubicBezTo>
                        <a:pt x="3775" y="207776"/>
                        <a:pt x="13797" y="266153"/>
                        <a:pt x="30348" y="322824"/>
                      </a:cubicBezTo>
                      <a:cubicBezTo>
                        <a:pt x="47673" y="385925"/>
                        <a:pt x="140197" y="647665"/>
                        <a:pt x="146694" y="669918"/>
                      </a:cubicBezTo>
                      <a:cubicBezTo>
                        <a:pt x="139823" y="718607"/>
                        <a:pt x="132356" y="761770"/>
                        <a:pt x="152145" y="867212"/>
                      </a:cubicBezTo>
                      <a:cubicBezTo>
                        <a:pt x="180597" y="1019103"/>
                        <a:pt x="213827" y="1153520"/>
                        <a:pt x="213827" y="1153520"/>
                      </a:cubicBezTo>
                      <a:cubicBezTo>
                        <a:pt x="213827" y="1153520"/>
                        <a:pt x="305679" y="1166962"/>
                        <a:pt x="355189" y="1136867"/>
                      </a:cubicBezTo>
                      <a:cubicBezTo>
                        <a:pt x="355189" y="1136867"/>
                        <a:pt x="360864" y="705912"/>
                        <a:pt x="355189" y="606070"/>
                      </a:cubicBezTo>
                      <a:cubicBezTo>
                        <a:pt x="350111" y="519297"/>
                        <a:pt x="289026" y="235603"/>
                        <a:pt x="289026" y="235603"/>
                      </a:cubicBezTo>
                      <a:cubicBezTo>
                        <a:pt x="289026" y="235603"/>
                        <a:pt x="421501" y="177729"/>
                        <a:pt x="428969" y="24568"/>
                      </a:cubicBezTo>
                      <a:close/>
                    </a:path>
                  </a:pathLst>
                </a:custGeom>
                <a:solidFill>
                  <a:srgbClr val="455A64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482" name="Freeform: Shape 481">
                  <a:extLst>
                    <a:ext uri="{FF2B5EF4-FFF2-40B4-BE49-F238E27FC236}">
                      <a16:creationId xmlns:a16="http://schemas.microsoft.com/office/drawing/2014/main" id="{852E8D06-BE49-FA9E-8672-4815E91E276F}"/>
                    </a:ext>
                  </a:extLst>
                </p:cNvPr>
                <p:cNvSpPr/>
                <p:nvPr/>
              </p:nvSpPr>
              <p:spPr>
                <a:xfrm>
                  <a:off x="5084202" y="2875345"/>
                  <a:ext cx="209242" cy="1111402"/>
                </a:xfrm>
                <a:custGeom>
                  <a:avLst/>
                  <a:gdLst>
                    <a:gd name="csX0" fmla="*/ 140540 w 209242"/>
                    <a:gd name="csY0" fmla="*/ 590612 h 1111402"/>
                    <a:gd name="csX1" fmla="*/ 105517 w 209242"/>
                    <a:gd name="csY1" fmla="*/ 476582 h 1111402"/>
                    <a:gd name="csX2" fmla="*/ 24643 w 209242"/>
                    <a:gd name="csY2" fmla="*/ 206031 h 1111402"/>
                    <a:gd name="csX3" fmla="*/ 7468 w 209242"/>
                    <a:gd name="csY3" fmla="*/ 0 h 1111402"/>
                    <a:gd name="csX4" fmla="*/ 0 w 209242"/>
                    <a:gd name="csY4" fmla="*/ 0 h 1111402"/>
                    <a:gd name="csX5" fmla="*/ 17400 w 209242"/>
                    <a:gd name="csY5" fmla="*/ 207674 h 1111402"/>
                    <a:gd name="csX6" fmla="*/ 98348 w 209242"/>
                    <a:gd name="csY6" fmla="*/ 478673 h 1111402"/>
                    <a:gd name="csX7" fmla="*/ 133297 w 209242"/>
                    <a:gd name="csY7" fmla="*/ 592404 h 1111402"/>
                    <a:gd name="csX8" fmla="*/ 135164 w 209242"/>
                    <a:gd name="csY8" fmla="*/ 654460 h 1111402"/>
                    <a:gd name="csX9" fmla="*/ 140988 w 209242"/>
                    <a:gd name="csY9" fmla="*/ 812176 h 1111402"/>
                    <a:gd name="csX10" fmla="*/ 201252 w 209242"/>
                    <a:gd name="csY10" fmla="*/ 1110880 h 1111402"/>
                    <a:gd name="csX11" fmla="*/ 209242 w 209242"/>
                    <a:gd name="csY11" fmla="*/ 1111403 h 1111402"/>
                    <a:gd name="csX12" fmla="*/ 148605 w 209242"/>
                    <a:gd name="csY12" fmla="*/ 811355 h 1111402"/>
                    <a:gd name="csX13" fmla="*/ 142855 w 209242"/>
                    <a:gd name="csY13" fmla="*/ 655282 h 1111402"/>
                    <a:gd name="csX14" fmla="*/ 140540 w 209242"/>
                    <a:gd name="csY14" fmla="*/ 590612 h 11114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209242" h="1111402">
                      <a:moveTo>
                        <a:pt x="140540" y="590612"/>
                      </a:moveTo>
                      <a:cubicBezTo>
                        <a:pt x="135836" y="573362"/>
                        <a:pt x="122469" y="530872"/>
                        <a:pt x="105517" y="476582"/>
                      </a:cubicBezTo>
                      <a:cubicBezTo>
                        <a:pt x="76991" y="385851"/>
                        <a:pt x="38309" y="261515"/>
                        <a:pt x="24643" y="206031"/>
                      </a:cubicBezTo>
                      <a:cubicBezTo>
                        <a:pt x="8662" y="139943"/>
                        <a:pt x="7468" y="1419"/>
                        <a:pt x="7468" y="0"/>
                      </a:cubicBezTo>
                      <a:lnTo>
                        <a:pt x="0" y="0"/>
                      </a:lnTo>
                      <a:cubicBezTo>
                        <a:pt x="0" y="1344"/>
                        <a:pt x="1195" y="140690"/>
                        <a:pt x="17400" y="207674"/>
                      </a:cubicBezTo>
                      <a:cubicBezTo>
                        <a:pt x="30841" y="263382"/>
                        <a:pt x="68254" y="382714"/>
                        <a:pt x="98348" y="478673"/>
                      </a:cubicBezTo>
                      <a:cubicBezTo>
                        <a:pt x="114628" y="530498"/>
                        <a:pt x="128667" y="575304"/>
                        <a:pt x="133297" y="592404"/>
                      </a:cubicBezTo>
                      <a:cubicBezTo>
                        <a:pt x="138524" y="611820"/>
                        <a:pt x="137105" y="629742"/>
                        <a:pt x="135164" y="654460"/>
                      </a:cubicBezTo>
                      <a:cubicBezTo>
                        <a:pt x="130179" y="707060"/>
                        <a:pt x="132137" y="760087"/>
                        <a:pt x="140988" y="812176"/>
                      </a:cubicBezTo>
                      <a:cubicBezTo>
                        <a:pt x="152563" y="885956"/>
                        <a:pt x="183852" y="1031201"/>
                        <a:pt x="201252" y="1110880"/>
                      </a:cubicBezTo>
                      <a:lnTo>
                        <a:pt x="209242" y="1111403"/>
                      </a:lnTo>
                      <a:cubicBezTo>
                        <a:pt x="191917" y="1032619"/>
                        <a:pt x="160255" y="885508"/>
                        <a:pt x="148605" y="811355"/>
                      </a:cubicBezTo>
                      <a:cubicBezTo>
                        <a:pt x="139846" y="759808"/>
                        <a:pt x="137912" y="707333"/>
                        <a:pt x="142855" y="655282"/>
                      </a:cubicBezTo>
                      <a:cubicBezTo>
                        <a:pt x="144946" y="630489"/>
                        <a:pt x="146066" y="611148"/>
                        <a:pt x="140540" y="590612"/>
                      </a:cubicBezTo>
                      <a:close/>
                    </a:path>
                  </a:pathLst>
                </a:custGeom>
                <a:solidFill>
                  <a:srgbClr val="000000">
                    <a:alpha val="20000"/>
                  </a:srgbClr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483" name="Freeform: Shape 482">
                  <a:extLst>
                    <a:ext uri="{FF2B5EF4-FFF2-40B4-BE49-F238E27FC236}">
                      <a16:creationId xmlns:a16="http://schemas.microsoft.com/office/drawing/2014/main" id="{9DC9CCCB-1B91-7EA7-71EA-250F5931AB9E}"/>
                    </a:ext>
                  </a:extLst>
                </p:cNvPr>
                <p:cNvSpPr/>
                <p:nvPr/>
              </p:nvSpPr>
              <p:spPr>
                <a:xfrm>
                  <a:off x="5237885" y="3899824"/>
                  <a:ext cx="156819" cy="90747"/>
                </a:xfrm>
                <a:custGeom>
                  <a:avLst/>
                  <a:gdLst>
                    <a:gd name="csX0" fmla="*/ 0 w 156819"/>
                    <a:gd name="csY0" fmla="*/ 17549 h 90747"/>
                    <a:gd name="csX1" fmla="*/ 156820 w 156819"/>
                    <a:gd name="csY1" fmla="*/ 0 h 90747"/>
                    <a:gd name="csX2" fmla="*/ 156820 w 156819"/>
                    <a:gd name="csY2" fmla="*/ 66462 h 90747"/>
                    <a:gd name="csX3" fmla="*/ 13442 w 156819"/>
                    <a:gd name="csY3" fmla="*/ 82592 h 907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56819" h="90747">
                      <a:moveTo>
                        <a:pt x="0" y="17549"/>
                      </a:moveTo>
                      <a:cubicBezTo>
                        <a:pt x="29870" y="31663"/>
                        <a:pt x="132027" y="28750"/>
                        <a:pt x="156820" y="0"/>
                      </a:cubicBezTo>
                      <a:lnTo>
                        <a:pt x="156820" y="66462"/>
                      </a:lnTo>
                      <a:cubicBezTo>
                        <a:pt x="130683" y="89387"/>
                        <a:pt x="52945" y="98871"/>
                        <a:pt x="13442" y="82592"/>
                      </a:cubicBezTo>
                      <a:close/>
                    </a:path>
                  </a:pathLst>
                </a:custGeom>
                <a:solidFill>
                  <a:srgbClr val="37474F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484" name="Freeform: Shape 483">
                  <a:extLst>
                    <a:ext uri="{FF2B5EF4-FFF2-40B4-BE49-F238E27FC236}">
                      <a16:creationId xmlns:a16="http://schemas.microsoft.com/office/drawing/2014/main" id="{97EDC0AF-5A48-D25B-3663-B0D6567EBD5A}"/>
                    </a:ext>
                  </a:extLst>
                </p:cNvPr>
                <p:cNvSpPr/>
                <p:nvPr/>
              </p:nvSpPr>
              <p:spPr>
                <a:xfrm>
                  <a:off x="5251209" y="4138041"/>
                  <a:ext cx="323529" cy="171524"/>
                </a:xfrm>
                <a:custGeom>
                  <a:avLst/>
                  <a:gdLst>
                    <a:gd name="csX0" fmla="*/ 1761 w 323529"/>
                    <a:gd name="csY0" fmla="*/ 0 h 171524"/>
                    <a:gd name="csX1" fmla="*/ 2508 w 323529"/>
                    <a:gd name="csY1" fmla="*/ 23000 h 171524"/>
                    <a:gd name="csX2" fmla="*/ 32378 w 323529"/>
                    <a:gd name="csY2" fmla="*/ 46747 h 171524"/>
                    <a:gd name="csX3" fmla="*/ 86518 w 323529"/>
                    <a:gd name="csY3" fmla="*/ 83338 h 171524"/>
                    <a:gd name="csX4" fmla="*/ 153129 w 323529"/>
                    <a:gd name="csY4" fmla="*/ 151294 h 171524"/>
                    <a:gd name="csX5" fmla="*/ 277913 w 323529"/>
                    <a:gd name="csY5" fmla="*/ 163914 h 171524"/>
                    <a:gd name="csX6" fmla="*/ 323390 w 323529"/>
                    <a:gd name="csY6" fmla="*/ 114329 h 17152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323529" h="171524">
                      <a:moveTo>
                        <a:pt x="1761" y="0"/>
                      </a:moveTo>
                      <a:cubicBezTo>
                        <a:pt x="-629" y="1942"/>
                        <a:pt x="-778" y="16130"/>
                        <a:pt x="2508" y="23000"/>
                      </a:cubicBezTo>
                      <a:cubicBezTo>
                        <a:pt x="5793" y="29870"/>
                        <a:pt x="16173" y="37338"/>
                        <a:pt x="32378" y="46747"/>
                      </a:cubicBezTo>
                      <a:cubicBezTo>
                        <a:pt x="48583" y="56156"/>
                        <a:pt x="71433" y="61682"/>
                        <a:pt x="86518" y="83338"/>
                      </a:cubicBezTo>
                      <a:cubicBezTo>
                        <a:pt x="97271" y="98796"/>
                        <a:pt x="118031" y="132699"/>
                        <a:pt x="153129" y="151294"/>
                      </a:cubicBezTo>
                      <a:cubicBezTo>
                        <a:pt x="188227" y="169888"/>
                        <a:pt x="235273" y="179073"/>
                        <a:pt x="277913" y="163914"/>
                      </a:cubicBezTo>
                      <a:cubicBezTo>
                        <a:pt x="320553" y="148755"/>
                        <a:pt x="324436" y="130310"/>
                        <a:pt x="323390" y="114329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485" name="Freeform: Shape 484">
                  <a:extLst>
                    <a:ext uri="{FF2B5EF4-FFF2-40B4-BE49-F238E27FC236}">
                      <a16:creationId xmlns:a16="http://schemas.microsoft.com/office/drawing/2014/main" id="{4EE9E687-6675-6A6C-8646-1B663620EDFB}"/>
                    </a:ext>
                  </a:extLst>
                </p:cNvPr>
                <p:cNvSpPr/>
                <p:nvPr/>
              </p:nvSpPr>
              <p:spPr>
                <a:xfrm>
                  <a:off x="5248895" y="4038348"/>
                  <a:ext cx="330569" cy="256973"/>
                </a:xfrm>
                <a:custGeom>
                  <a:avLst/>
                  <a:gdLst>
                    <a:gd name="csX0" fmla="*/ 173216 w 330569"/>
                    <a:gd name="csY0" fmla="*/ 35023 h 256973"/>
                    <a:gd name="csX1" fmla="*/ 182924 w 330569"/>
                    <a:gd name="csY1" fmla="*/ 55708 h 256973"/>
                    <a:gd name="csX2" fmla="*/ 237437 w 330569"/>
                    <a:gd name="csY2" fmla="*/ 113732 h 256973"/>
                    <a:gd name="csX3" fmla="*/ 300688 w 330569"/>
                    <a:gd name="csY3" fmla="*/ 163615 h 256973"/>
                    <a:gd name="csX4" fmla="*/ 330558 w 330569"/>
                    <a:gd name="csY4" fmla="*/ 201625 h 256973"/>
                    <a:gd name="csX5" fmla="*/ 237064 w 330569"/>
                    <a:gd name="csY5" fmla="*/ 256960 h 256973"/>
                    <a:gd name="csX6" fmla="*/ 158056 w 330569"/>
                    <a:gd name="csY6" fmla="*/ 235752 h 256973"/>
                    <a:gd name="csX7" fmla="*/ 121465 w 330569"/>
                    <a:gd name="csY7" fmla="*/ 202148 h 256973"/>
                    <a:gd name="csX8" fmla="*/ 70163 w 330569"/>
                    <a:gd name="csY8" fmla="*/ 146514 h 256973"/>
                    <a:gd name="csX9" fmla="*/ 3477 w 330569"/>
                    <a:gd name="csY9" fmla="*/ 102754 h 256973"/>
                    <a:gd name="csX10" fmla="*/ 6614 w 330569"/>
                    <a:gd name="csY10" fmla="*/ 39877 h 256973"/>
                    <a:gd name="csX11" fmla="*/ 6016 w 330569"/>
                    <a:gd name="csY11" fmla="*/ 11799 h 256973"/>
                    <a:gd name="csX12" fmla="*/ 14455 w 330569"/>
                    <a:gd name="csY12" fmla="*/ 0 h 256973"/>
                    <a:gd name="csX13" fmla="*/ 15351 w 330569"/>
                    <a:gd name="csY13" fmla="*/ 9110 h 256973"/>
                    <a:gd name="csX14" fmla="*/ 31182 w 330569"/>
                    <a:gd name="csY14" fmla="*/ 22030 h 256973"/>
                    <a:gd name="csX15" fmla="*/ 60231 w 330569"/>
                    <a:gd name="csY15" fmla="*/ 31065 h 256973"/>
                    <a:gd name="csX16" fmla="*/ 67699 w 330569"/>
                    <a:gd name="csY16" fmla="*/ 45104 h 256973"/>
                    <a:gd name="csX17" fmla="*/ 80020 w 330569"/>
                    <a:gd name="csY17" fmla="*/ 63400 h 256973"/>
                    <a:gd name="csX18" fmla="*/ 76286 w 330569"/>
                    <a:gd name="csY18" fmla="*/ 44358 h 256973"/>
                    <a:gd name="csX19" fmla="*/ 80617 w 330569"/>
                    <a:gd name="csY19" fmla="*/ 23299 h 256973"/>
                    <a:gd name="csX20" fmla="*/ 106530 w 330569"/>
                    <a:gd name="csY20" fmla="*/ 11649 h 256973"/>
                    <a:gd name="csX21" fmla="*/ 146034 w 330569"/>
                    <a:gd name="csY21" fmla="*/ 2016 h 256973"/>
                    <a:gd name="csX22" fmla="*/ 169258 w 330569"/>
                    <a:gd name="csY22" fmla="*/ 8513 h 256973"/>
                    <a:gd name="csX23" fmla="*/ 173066 w 330569"/>
                    <a:gd name="csY23" fmla="*/ 34127 h 256973"/>
                    <a:gd name="csX24" fmla="*/ 173216 w 330569"/>
                    <a:gd name="csY24" fmla="*/ 35023 h 25697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</a:cxnLst>
                  <a:rect l="l" t="t" r="r" b="b"/>
                  <a:pathLst>
                    <a:path w="330569" h="256973">
                      <a:moveTo>
                        <a:pt x="173216" y="35023"/>
                      </a:moveTo>
                      <a:cubicBezTo>
                        <a:pt x="174638" y="42632"/>
                        <a:pt x="177980" y="49752"/>
                        <a:pt x="182924" y="55708"/>
                      </a:cubicBezTo>
                      <a:cubicBezTo>
                        <a:pt x="196365" y="76991"/>
                        <a:pt x="218768" y="96332"/>
                        <a:pt x="237437" y="113732"/>
                      </a:cubicBezTo>
                      <a:cubicBezTo>
                        <a:pt x="257363" y="131777"/>
                        <a:pt x="278495" y="148443"/>
                        <a:pt x="300688" y="163615"/>
                      </a:cubicBezTo>
                      <a:cubicBezTo>
                        <a:pt x="318834" y="176235"/>
                        <a:pt x="331006" y="189752"/>
                        <a:pt x="330558" y="201625"/>
                      </a:cubicBezTo>
                      <a:cubicBezTo>
                        <a:pt x="328840" y="238440"/>
                        <a:pt x="283811" y="256437"/>
                        <a:pt x="237064" y="256960"/>
                      </a:cubicBezTo>
                      <a:cubicBezTo>
                        <a:pt x="209274" y="257326"/>
                        <a:pt x="181927" y="249985"/>
                        <a:pt x="158056" y="235752"/>
                      </a:cubicBezTo>
                      <a:cubicBezTo>
                        <a:pt x="144109" y="226621"/>
                        <a:pt x="131748" y="215270"/>
                        <a:pt x="121465" y="202148"/>
                      </a:cubicBezTo>
                      <a:cubicBezTo>
                        <a:pt x="99884" y="174966"/>
                        <a:pt x="95553" y="160628"/>
                        <a:pt x="70163" y="146514"/>
                      </a:cubicBezTo>
                      <a:cubicBezTo>
                        <a:pt x="48656" y="134566"/>
                        <a:pt x="24835" y="132475"/>
                        <a:pt x="3477" y="102754"/>
                      </a:cubicBezTo>
                      <a:cubicBezTo>
                        <a:pt x="-4887" y="82666"/>
                        <a:pt x="4149" y="60562"/>
                        <a:pt x="6614" y="39877"/>
                      </a:cubicBezTo>
                      <a:cubicBezTo>
                        <a:pt x="7050" y="30515"/>
                        <a:pt x="6850" y="21134"/>
                        <a:pt x="6016" y="11799"/>
                      </a:cubicBezTo>
                      <a:cubicBezTo>
                        <a:pt x="5590" y="6338"/>
                        <a:pt x="9150" y="1362"/>
                        <a:pt x="14455" y="0"/>
                      </a:cubicBezTo>
                      <a:cubicBezTo>
                        <a:pt x="14455" y="1867"/>
                        <a:pt x="15351" y="9110"/>
                        <a:pt x="15351" y="9110"/>
                      </a:cubicBezTo>
                      <a:cubicBezTo>
                        <a:pt x="19294" y="14833"/>
                        <a:pt x="24785" y="19314"/>
                        <a:pt x="31182" y="22030"/>
                      </a:cubicBezTo>
                      <a:cubicBezTo>
                        <a:pt x="42458" y="27257"/>
                        <a:pt x="52614" y="22030"/>
                        <a:pt x="60231" y="31065"/>
                      </a:cubicBezTo>
                      <a:cubicBezTo>
                        <a:pt x="63267" y="35433"/>
                        <a:pt x="65774" y="40146"/>
                        <a:pt x="67699" y="45104"/>
                      </a:cubicBezTo>
                      <a:cubicBezTo>
                        <a:pt x="70823" y="51810"/>
                        <a:pt x="74981" y="57984"/>
                        <a:pt x="80020" y="63400"/>
                      </a:cubicBezTo>
                      <a:cubicBezTo>
                        <a:pt x="78227" y="57173"/>
                        <a:pt x="76978" y="50801"/>
                        <a:pt x="76286" y="44358"/>
                      </a:cubicBezTo>
                      <a:cubicBezTo>
                        <a:pt x="76286" y="34052"/>
                        <a:pt x="75166" y="27107"/>
                        <a:pt x="80617" y="23299"/>
                      </a:cubicBezTo>
                      <a:cubicBezTo>
                        <a:pt x="88802" y="18477"/>
                        <a:pt x="97491" y="14570"/>
                        <a:pt x="106530" y="11649"/>
                      </a:cubicBezTo>
                      <a:cubicBezTo>
                        <a:pt x="119262" y="6860"/>
                        <a:pt x="132526" y="3626"/>
                        <a:pt x="146034" y="2016"/>
                      </a:cubicBezTo>
                      <a:cubicBezTo>
                        <a:pt x="155443" y="374"/>
                        <a:pt x="163433" y="598"/>
                        <a:pt x="169258" y="8513"/>
                      </a:cubicBezTo>
                      <a:cubicBezTo>
                        <a:pt x="173216" y="13890"/>
                        <a:pt x="172768" y="26510"/>
                        <a:pt x="173066" y="34127"/>
                      </a:cubicBezTo>
                      <a:cubicBezTo>
                        <a:pt x="173079" y="34431"/>
                        <a:pt x="173129" y="34732"/>
                        <a:pt x="173216" y="35023"/>
                      </a:cubicBezTo>
                      <a:close/>
                    </a:path>
                  </a:pathLst>
                </a:custGeom>
                <a:solidFill>
                  <a:srgbClr val="37474F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486" name="Freeform: Shape 485">
                  <a:extLst>
                    <a:ext uri="{FF2B5EF4-FFF2-40B4-BE49-F238E27FC236}">
                      <a16:creationId xmlns:a16="http://schemas.microsoft.com/office/drawing/2014/main" id="{941568F3-8D5F-9609-994D-E7D4E6A44B06}"/>
                    </a:ext>
                  </a:extLst>
                </p:cNvPr>
                <p:cNvSpPr/>
                <p:nvPr/>
              </p:nvSpPr>
              <p:spPr>
                <a:xfrm>
                  <a:off x="5397483" y="4182839"/>
                  <a:ext cx="181982" cy="112331"/>
                </a:xfrm>
                <a:custGeom>
                  <a:avLst/>
                  <a:gdLst>
                    <a:gd name="csX0" fmla="*/ 126113 w 181982"/>
                    <a:gd name="csY0" fmla="*/ 7 h 112331"/>
                    <a:gd name="csX1" fmla="*/ 152100 w 181982"/>
                    <a:gd name="csY1" fmla="*/ 18975 h 112331"/>
                    <a:gd name="csX2" fmla="*/ 181970 w 181982"/>
                    <a:gd name="csY2" fmla="*/ 56985 h 112331"/>
                    <a:gd name="csX3" fmla="*/ 88401 w 181982"/>
                    <a:gd name="csY3" fmla="*/ 112320 h 112331"/>
                    <a:gd name="csX4" fmla="*/ 9469 w 181982"/>
                    <a:gd name="csY4" fmla="*/ 91112 h 112331"/>
                    <a:gd name="csX5" fmla="*/ 134 w 181982"/>
                    <a:gd name="csY5" fmla="*/ 84540 h 112331"/>
                    <a:gd name="csX6" fmla="*/ 126113 w 181982"/>
                    <a:gd name="csY6" fmla="*/ 7 h 11233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181982" h="112331">
                      <a:moveTo>
                        <a:pt x="126113" y="7"/>
                      </a:moveTo>
                      <a:cubicBezTo>
                        <a:pt x="134850" y="6653"/>
                        <a:pt x="143662" y="13075"/>
                        <a:pt x="152100" y="18975"/>
                      </a:cubicBezTo>
                      <a:cubicBezTo>
                        <a:pt x="170246" y="31595"/>
                        <a:pt x="182418" y="45111"/>
                        <a:pt x="181970" y="56985"/>
                      </a:cubicBezTo>
                      <a:cubicBezTo>
                        <a:pt x="180178" y="93800"/>
                        <a:pt x="135223" y="111797"/>
                        <a:pt x="88401" y="112320"/>
                      </a:cubicBezTo>
                      <a:cubicBezTo>
                        <a:pt x="60637" y="112672"/>
                        <a:pt x="33318" y="105332"/>
                        <a:pt x="9469" y="91112"/>
                      </a:cubicBezTo>
                      <a:cubicBezTo>
                        <a:pt x="6242" y="89090"/>
                        <a:pt x="3126" y="86897"/>
                        <a:pt x="134" y="84540"/>
                      </a:cubicBezTo>
                      <a:cubicBezTo>
                        <a:pt x="-3002" y="58254"/>
                        <a:pt x="49047" y="-740"/>
                        <a:pt x="126113" y="7"/>
                      </a:cubicBezTo>
                      <a:close/>
                    </a:path>
                  </a:pathLst>
                </a:custGeom>
                <a:solidFill>
                  <a:srgbClr val="455A64"/>
                </a:solidFill>
                <a:ln w="7449" cap="flat">
                  <a:noFill/>
                  <a:prstDash val="solid"/>
                  <a:miter/>
                </a:ln>
              </p:spPr>
            </p:sp>
          </p:grpSp>
          <p:grpSp>
            <p:nvGrpSpPr>
              <p:cNvPr id="487" name="Graphic 4">
                <a:extLst>
                  <a:ext uri="{FF2B5EF4-FFF2-40B4-BE49-F238E27FC236}">
                    <a16:creationId xmlns:a16="http://schemas.microsoft.com/office/drawing/2014/main" id="{A6E6D0EA-B5A9-6600-26B3-935881F2FFD8}"/>
                  </a:ext>
                </a:extLst>
              </p:cNvPr>
              <p:cNvGrpSpPr/>
              <p:nvPr/>
            </p:nvGrpSpPr>
            <p:grpSpPr>
              <a:xfrm>
                <a:off x="4791845" y="1658278"/>
                <a:ext cx="995354" cy="1321146"/>
                <a:chOff x="4791845" y="1658278"/>
                <a:chExt cx="995354" cy="1321146"/>
              </a:xfrm>
            </p:grpSpPr>
            <p:grpSp>
              <p:nvGrpSpPr>
                <p:cNvPr id="488" name="Graphic 4">
                  <a:extLst>
                    <a:ext uri="{FF2B5EF4-FFF2-40B4-BE49-F238E27FC236}">
                      <a16:creationId xmlns:a16="http://schemas.microsoft.com/office/drawing/2014/main" id="{02D810DA-F1BC-9975-AD0C-D53682883C69}"/>
                    </a:ext>
                  </a:extLst>
                </p:cNvPr>
                <p:cNvGrpSpPr/>
                <p:nvPr/>
              </p:nvGrpSpPr>
              <p:grpSpPr>
                <a:xfrm>
                  <a:off x="5297410" y="1658278"/>
                  <a:ext cx="489789" cy="856680"/>
                  <a:chOff x="5297410" y="1658278"/>
                  <a:chExt cx="489789" cy="856680"/>
                </a:xfrm>
              </p:grpSpPr>
              <p:sp>
                <p:nvSpPr>
                  <p:cNvPr id="489" name="Freeform: Shape 488">
                    <a:extLst>
                      <a:ext uri="{FF2B5EF4-FFF2-40B4-BE49-F238E27FC236}">
                        <a16:creationId xmlns:a16="http://schemas.microsoft.com/office/drawing/2014/main" id="{57293201-6A44-1AC1-FAC6-EA7028CCD44F}"/>
                      </a:ext>
                    </a:extLst>
                  </p:cNvPr>
                  <p:cNvSpPr/>
                  <p:nvPr/>
                </p:nvSpPr>
                <p:spPr>
                  <a:xfrm>
                    <a:off x="5302789" y="1658278"/>
                    <a:ext cx="484410" cy="837414"/>
                  </a:xfrm>
                  <a:custGeom>
                    <a:avLst/>
                    <a:gdLst>
                      <a:gd name="csX0" fmla="*/ 324083 w 484410"/>
                      <a:gd name="csY0" fmla="*/ 632354 h 837414"/>
                      <a:gd name="csX1" fmla="*/ 134182 w 484410"/>
                      <a:gd name="csY1" fmla="*/ 837414 h 837414"/>
                      <a:gd name="csX2" fmla="*/ 16269 w 484410"/>
                      <a:gd name="csY2" fmla="*/ 633848 h 837414"/>
                      <a:gd name="csX3" fmla="*/ 104387 w 484410"/>
                      <a:gd name="csY3" fmla="*/ 609279 h 837414"/>
                      <a:gd name="csX4" fmla="*/ 281443 w 484410"/>
                      <a:gd name="csY4" fmla="*/ 481882 h 837414"/>
                      <a:gd name="csX5" fmla="*/ 361944 w 484410"/>
                      <a:gd name="csY5" fmla="*/ 225818 h 837414"/>
                      <a:gd name="csX6" fmla="*/ 355895 w 484410"/>
                      <a:gd name="csY6" fmla="*/ 199009 h 837414"/>
                      <a:gd name="csX7" fmla="*/ 330953 w 484410"/>
                      <a:gd name="csY7" fmla="*/ 126275 h 837414"/>
                      <a:gd name="csX8" fmla="*/ 319677 w 484410"/>
                      <a:gd name="csY8" fmla="*/ 95807 h 837414"/>
                      <a:gd name="csX9" fmla="*/ 350668 w 484410"/>
                      <a:gd name="csY9" fmla="*/ 99840 h 837414"/>
                      <a:gd name="csX10" fmla="*/ 375087 w 484410"/>
                      <a:gd name="csY10" fmla="*/ 135460 h 837414"/>
                      <a:gd name="csX11" fmla="*/ 378895 w 484410"/>
                      <a:gd name="csY11" fmla="*/ 66086 h 837414"/>
                      <a:gd name="csX12" fmla="*/ 381210 w 484410"/>
                      <a:gd name="csY12" fmla="*/ 14261 h 837414"/>
                      <a:gd name="csX13" fmla="*/ 396146 w 484410"/>
                      <a:gd name="csY13" fmla="*/ 9108 h 837414"/>
                      <a:gd name="csX14" fmla="*/ 400103 w 484410"/>
                      <a:gd name="csY14" fmla="*/ 14186 h 837414"/>
                      <a:gd name="csX15" fmla="*/ 407571 w 484410"/>
                      <a:gd name="csY15" fmla="*/ 1790 h 837414"/>
                      <a:gd name="csX16" fmla="*/ 423850 w 484410"/>
                      <a:gd name="csY16" fmla="*/ 9706 h 837414"/>
                      <a:gd name="csX17" fmla="*/ 427584 w 484410"/>
                      <a:gd name="csY17" fmla="*/ 19264 h 837414"/>
                      <a:gd name="csX18" fmla="*/ 446402 w 484410"/>
                      <a:gd name="csY18" fmla="*/ 30167 h 837414"/>
                      <a:gd name="csX19" fmla="*/ 449912 w 484410"/>
                      <a:gd name="csY19" fmla="*/ 39950 h 837414"/>
                      <a:gd name="csX20" fmla="*/ 472315 w 484410"/>
                      <a:gd name="csY20" fmla="*/ 54885 h 837414"/>
                      <a:gd name="csX21" fmla="*/ 481351 w 484410"/>
                      <a:gd name="csY21" fmla="*/ 107905 h 837414"/>
                      <a:gd name="csX22" fmla="*/ 484189 w 484410"/>
                      <a:gd name="csY22" fmla="*/ 150171 h 837414"/>
                      <a:gd name="csX23" fmla="*/ 479857 w 484410"/>
                      <a:gd name="csY23" fmla="*/ 192961 h 837414"/>
                      <a:gd name="csX24" fmla="*/ 450958 w 484410"/>
                      <a:gd name="csY24" fmla="*/ 283468 h 837414"/>
                      <a:gd name="csX25" fmla="*/ 406152 w 484410"/>
                      <a:gd name="csY25" fmla="*/ 534678 h 837414"/>
                      <a:gd name="csX26" fmla="*/ 324083 w 484410"/>
                      <a:gd name="csY26" fmla="*/ 632354 h 83741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</a:cxnLst>
                    <a:rect l="l" t="t" r="r" b="b"/>
                    <a:pathLst>
                      <a:path w="484410" h="837414">
                        <a:moveTo>
                          <a:pt x="324083" y="632354"/>
                        </a:moveTo>
                        <a:cubicBezTo>
                          <a:pt x="177121" y="765875"/>
                          <a:pt x="165322" y="784619"/>
                          <a:pt x="134182" y="837414"/>
                        </a:cubicBezTo>
                        <a:cubicBezTo>
                          <a:pt x="69737" y="817327"/>
                          <a:pt x="-41904" y="685897"/>
                          <a:pt x="16269" y="633848"/>
                        </a:cubicBezTo>
                        <a:cubicBezTo>
                          <a:pt x="46300" y="628234"/>
                          <a:pt x="75784" y="620014"/>
                          <a:pt x="104387" y="609279"/>
                        </a:cubicBezTo>
                        <a:cubicBezTo>
                          <a:pt x="162559" y="570597"/>
                          <a:pt x="237384" y="519668"/>
                          <a:pt x="281443" y="481882"/>
                        </a:cubicBezTo>
                        <a:cubicBezTo>
                          <a:pt x="297797" y="444544"/>
                          <a:pt x="352385" y="281601"/>
                          <a:pt x="361944" y="225818"/>
                        </a:cubicBezTo>
                        <a:cubicBezTo>
                          <a:pt x="363335" y="216441"/>
                          <a:pt x="361178" y="206881"/>
                          <a:pt x="355895" y="199009"/>
                        </a:cubicBezTo>
                        <a:cubicBezTo>
                          <a:pt x="340960" y="175561"/>
                          <a:pt x="338645" y="150395"/>
                          <a:pt x="330953" y="126275"/>
                        </a:cubicBezTo>
                        <a:cubicBezTo>
                          <a:pt x="324979" y="107457"/>
                          <a:pt x="316018" y="99018"/>
                          <a:pt x="319677" y="95807"/>
                        </a:cubicBezTo>
                        <a:cubicBezTo>
                          <a:pt x="329537" y="89103"/>
                          <a:pt x="342852" y="90836"/>
                          <a:pt x="350668" y="99840"/>
                        </a:cubicBezTo>
                        <a:cubicBezTo>
                          <a:pt x="357239" y="105963"/>
                          <a:pt x="369412" y="130606"/>
                          <a:pt x="375087" y="135460"/>
                        </a:cubicBezTo>
                        <a:cubicBezTo>
                          <a:pt x="380762" y="140314"/>
                          <a:pt x="383003" y="103947"/>
                          <a:pt x="378895" y="66086"/>
                        </a:cubicBezTo>
                        <a:cubicBezTo>
                          <a:pt x="376580" y="44505"/>
                          <a:pt x="373444" y="27329"/>
                          <a:pt x="381210" y="14261"/>
                        </a:cubicBezTo>
                        <a:cubicBezTo>
                          <a:pt x="384944" y="8063"/>
                          <a:pt x="391441" y="5599"/>
                          <a:pt x="396146" y="9108"/>
                        </a:cubicBezTo>
                        <a:cubicBezTo>
                          <a:pt x="397807" y="10505"/>
                          <a:pt x="399155" y="12235"/>
                          <a:pt x="400103" y="14186"/>
                        </a:cubicBezTo>
                        <a:cubicBezTo>
                          <a:pt x="400124" y="8995"/>
                          <a:pt x="402992" y="4235"/>
                          <a:pt x="407571" y="1790"/>
                        </a:cubicBezTo>
                        <a:cubicBezTo>
                          <a:pt x="415860" y="-2989"/>
                          <a:pt x="421013" y="2537"/>
                          <a:pt x="423850" y="9706"/>
                        </a:cubicBezTo>
                        <a:cubicBezTo>
                          <a:pt x="426240" y="15680"/>
                          <a:pt x="427584" y="19264"/>
                          <a:pt x="427584" y="19264"/>
                        </a:cubicBezTo>
                        <a:cubicBezTo>
                          <a:pt x="435630" y="18077"/>
                          <a:pt x="443431" y="22596"/>
                          <a:pt x="446402" y="30167"/>
                        </a:cubicBezTo>
                        <a:cubicBezTo>
                          <a:pt x="447672" y="32781"/>
                          <a:pt x="449912" y="39950"/>
                          <a:pt x="449912" y="39950"/>
                        </a:cubicBezTo>
                        <a:cubicBezTo>
                          <a:pt x="460180" y="38101"/>
                          <a:pt x="470073" y="44696"/>
                          <a:pt x="472315" y="54885"/>
                        </a:cubicBezTo>
                        <a:cubicBezTo>
                          <a:pt x="476348" y="66012"/>
                          <a:pt x="478289" y="88788"/>
                          <a:pt x="481351" y="107905"/>
                        </a:cubicBezTo>
                        <a:cubicBezTo>
                          <a:pt x="483934" y="121836"/>
                          <a:pt x="484887" y="136020"/>
                          <a:pt x="484189" y="150171"/>
                        </a:cubicBezTo>
                        <a:cubicBezTo>
                          <a:pt x="484633" y="164563"/>
                          <a:pt x="483177" y="178950"/>
                          <a:pt x="479857" y="192961"/>
                        </a:cubicBezTo>
                        <a:cubicBezTo>
                          <a:pt x="468432" y="230896"/>
                          <a:pt x="458201" y="232614"/>
                          <a:pt x="450958" y="283468"/>
                        </a:cubicBezTo>
                        <a:cubicBezTo>
                          <a:pt x="439458" y="363371"/>
                          <a:pt x="427883" y="456194"/>
                          <a:pt x="406152" y="534678"/>
                        </a:cubicBezTo>
                        <a:cubicBezTo>
                          <a:pt x="398834" y="560964"/>
                          <a:pt x="364707" y="595539"/>
                          <a:pt x="324083" y="632354"/>
                        </a:cubicBezTo>
                        <a:close/>
                      </a:path>
                    </a:pathLst>
                  </a:custGeom>
                  <a:solidFill>
                    <a:srgbClr val="B16668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490" name="Freeform: Shape 489">
                    <a:extLst>
                      <a:ext uri="{FF2B5EF4-FFF2-40B4-BE49-F238E27FC236}">
                        <a16:creationId xmlns:a16="http://schemas.microsoft.com/office/drawing/2014/main" id="{959F76BB-4296-D7C2-5B17-1F7199CF953F}"/>
                      </a:ext>
                    </a:extLst>
                  </p:cNvPr>
                  <p:cNvSpPr/>
                  <p:nvPr/>
                </p:nvSpPr>
                <p:spPr>
                  <a:xfrm>
                    <a:off x="5694380" y="1804939"/>
                    <a:ext cx="34636" cy="82740"/>
                  </a:xfrm>
                  <a:custGeom>
                    <a:avLst/>
                    <a:gdLst>
                      <a:gd name="csX0" fmla="*/ 0 w 34636"/>
                      <a:gd name="csY0" fmla="*/ 0 h 82740"/>
                      <a:gd name="csX1" fmla="*/ 25838 w 34636"/>
                      <a:gd name="csY1" fmla="*/ 82741 h 82740"/>
                      <a:gd name="csX2" fmla="*/ 0 w 34636"/>
                      <a:gd name="csY2" fmla="*/ 0 h 8274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34636" h="82740">
                        <a:moveTo>
                          <a:pt x="0" y="0"/>
                        </a:moveTo>
                        <a:cubicBezTo>
                          <a:pt x="25166" y="14114"/>
                          <a:pt x="30916" y="55260"/>
                          <a:pt x="25838" y="82741"/>
                        </a:cubicBezTo>
                        <a:cubicBezTo>
                          <a:pt x="40624" y="51377"/>
                          <a:pt x="39728" y="16578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9A4A4D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491" name="Freeform: Shape 490">
                    <a:extLst>
                      <a:ext uri="{FF2B5EF4-FFF2-40B4-BE49-F238E27FC236}">
                        <a16:creationId xmlns:a16="http://schemas.microsoft.com/office/drawing/2014/main" id="{2E2010D8-F162-C4E0-23AE-A75EFFE4CE16}"/>
                      </a:ext>
                    </a:extLst>
                  </p:cNvPr>
                  <p:cNvSpPr/>
                  <p:nvPr/>
                </p:nvSpPr>
                <p:spPr>
                  <a:xfrm>
                    <a:off x="5297410" y="1941895"/>
                    <a:ext cx="454245" cy="573063"/>
                  </a:xfrm>
                  <a:custGeom>
                    <a:avLst/>
                    <a:gdLst>
                      <a:gd name="csX0" fmla="*/ 19482 w 454245"/>
                      <a:gd name="csY0" fmla="*/ 345750 h 573063"/>
                      <a:gd name="csX1" fmla="*/ 109691 w 454245"/>
                      <a:gd name="csY1" fmla="*/ 321331 h 573063"/>
                      <a:gd name="csX2" fmla="*/ 283984 w 454245"/>
                      <a:gd name="csY2" fmla="*/ 197369 h 573063"/>
                      <a:gd name="csX3" fmla="*/ 353134 w 454245"/>
                      <a:gd name="csY3" fmla="*/ 0 h 573063"/>
                      <a:gd name="csX4" fmla="*/ 404959 w 454245"/>
                      <a:gd name="csY4" fmla="*/ 26286 h 573063"/>
                      <a:gd name="csX5" fmla="*/ 454246 w 454245"/>
                      <a:gd name="csY5" fmla="*/ 26286 h 573063"/>
                      <a:gd name="csX6" fmla="*/ 429453 w 454245"/>
                      <a:gd name="csY6" fmla="*/ 184674 h 573063"/>
                      <a:gd name="csX7" fmla="*/ 401375 w 454245"/>
                      <a:gd name="csY7" fmla="*/ 275928 h 573063"/>
                      <a:gd name="csX8" fmla="*/ 315572 w 454245"/>
                      <a:gd name="csY8" fmla="*/ 365987 h 573063"/>
                      <a:gd name="csX9" fmla="*/ 142025 w 454245"/>
                      <a:gd name="csY9" fmla="*/ 573063 h 573063"/>
                      <a:gd name="csX10" fmla="*/ 17914 w 454245"/>
                      <a:gd name="csY10" fmla="*/ 456270 h 573063"/>
                      <a:gd name="csX11" fmla="*/ 19482 w 454245"/>
                      <a:gd name="csY11" fmla="*/ 345750 h 57306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</a:cxnLst>
                    <a:rect l="l" t="t" r="r" b="b"/>
                    <a:pathLst>
                      <a:path w="454245" h="573063">
                        <a:moveTo>
                          <a:pt x="19482" y="345750"/>
                        </a:moveTo>
                        <a:cubicBezTo>
                          <a:pt x="40541" y="342763"/>
                          <a:pt x="97593" y="328425"/>
                          <a:pt x="109691" y="321331"/>
                        </a:cubicBezTo>
                        <a:cubicBezTo>
                          <a:pt x="121788" y="314237"/>
                          <a:pt x="283984" y="197369"/>
                          <a:pt x="283984" y="197369"/>
                        </a:cubicBezTo>
                        <a:lnTo>
                          <a:pt x="353134" y="0"/>
                        </a:lnTo>
                        <a:cubicBezTo>
                          <a:pt x="353134" y="0"/>
                          <a:pt x="365605" y="19565"/>
                          <a:pt x="404959" y="26286"/>
                        </a:cubicBezTo>
                        <a:cubicBezTo>
                          <a:pt x="444314" y="33007"/>
                          <a:pt x="454246" y="26286"/>
                          <a:pt x="454246" y="26286"/>
                        </a:cubicBezTo>
                        <a:cubicBezTo>
                          <a:pt x="454246" y="26286"/>
                          <a:pt x="437668" y="136358"/>
                          <a:pt x="429453" y="184674"/>
                        </a:cubicBezTo>
                        <a:cubicBezTo>
                          <a:pt x="421239" y="232989"/>
                          <a:pt x="414518" y="256885"/>
                          <a:pt x="401375" y="275928"/>
                        </a:cubicBezTo>
                        <a:cubicBezTo>
                          <a:pt x="375626" y="308541"/>
                          <a:pt x="346902" y="338690"/>
                          <a:pt x="315572" y="365987"/>
                        </a:cubicBezTo>
                        <a:cubicBezTo>
                          <a:pt x="274052" y="403773"/>
                          <a:pt x="149493" y="516011"/>
                          <a:pt x="142025" y="573063"/>
                        </a:cubicBezTo>
                        <a:cubicBezTo>
                          <a:pt x="99012" y="558128"/>
                          <a:pt x="48232" y="517729"/>
                          <a:pt x="17914" y="456270"/>
                        </a:cubicBezTo>
                        <a:cubicBezTo>
                          <a:pt x="-8521" y="401831"/>
                          <a:pt x="-3742" y="363821"/>
                          <a:pt x="19482" y="345750"/>
                        </a:cubicBezTo>
                        <a:close/>
                      </a:path>
                    </a:pathLst>
                  </a:custGeom>
                  <a:solidFill>
                    <a:srgbClr val="263238"/>
                  </a:solidFill>
                  <a:ln w="7449" cap="flat">
                    <a:noFill/>
                    <a:prstDash val="solid"/>
                    <a:miter/>
                  </a:ln>
                </p:spPr>
              </p:sp>
            </p:grpSp>
            <p:sp>
              <p:nvSpPr>
                <p:cNvPr id="492" name="Freeform: Shape 491">
                  <a:extLst>
                    <a:ext uri="{FF2B5EF4-FFF2-40B4-BE49-F238E27FC236}">
                      <a16:creationId xmlns:a16="http://schemas.microsoft.com/office/drawing/2014/main" id="{685961DF-8B99-C0B7-1A99-F12C8741AA1C}"/>
                    </a:ext>
                  </a:extLst>
                </p:cNvPr>
                <p:cNvSpPr/>
                <p:nvPr/>
              </p:nvSpPr>
              <p:spPr>
                <a:xfrm>
                  <a:off x="4942544" y="2286349"/>
                  <a:ext cx="542518" cy="693074"/>
                </a:xfrm>
                <a:custGeom>
                  <a:avLst/>
                  <a:gdLst>
                    <a:gd name="csX0" fmla="*/ 495697 w 542518"/>
                    <a:gd name="csY0" fmla="*/ 219947 h 693074"/>
                    <a:gd name="csX1" fmla="*/ 435359 w 542518"/>
                    <a:gd name="csY1" fmla="*/ 45802 h 693074"/>
                    <a:gd name="csX2" fmla="*/ 374274 w 542518"/>
                    <a:gd name="csY2" fmla="*/ 997 h 693074"/>
                    <a:gd name="csX3" fmla="*/ 272416 w 542518"/>
                    <a:gd name="csY3" fmla="*/ 5104 h 693074"/>
                    <a:gd name="csX4" fmla="*/ 158087 w 542518"/>
                    <a:gd name="csY4" fmla="*/ 26685 h 693074"/>
                    <a:gd name="csX5" fmla="*/ 53540 w 542518"/>
                    <a:gd name="csY5" fmla="*/ 55660 h 693074"/>
                    <a:gd name="csX6" fmla="*/ 3134 w 542518"/>
                    <a:gd name="csY6" fmla="*/ 212106 h 693074"/>
                    <a:gd name="csX7" fmla="*/ 100661 w 542518"/>
                    <a:gd name="csY7" fmla="*/ 526940 h 693074"/>
                    <a:gd name="csX8" fmla="*/ 95434 w 542518"/>
                    <a:gd name="csY8" fmla="*/ 664418 h 693074"/>
                    <a:gd name="csX9" fmla="*/ 321627 w 542518"/>
                    <a:gd name="csY9" fmla="*/ 687493 h 693074"/>
                    <a:gd name="csX10" fmla="*/ 542519 w 542518"/>
                    <a:gd name="csY10" fmla="*/ 587801 h 693074"/>
                    <a:gd name="csX11" fmla="*/ 495697 w 542518"/>
                    <a:gd name="csY11" fmla="*/ 219947 h 69307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542518" h="693074">
                      <a:moveTo>
                        <a:pt x="495697" y="219947"/>
                      </a:moveTo>
                      <a:cubicBezTo>
                        <a:pt x="486512" y="146466"/>
                        <a:pt x="460002" y="82095"/>
                        <a:pt x="435359" y="45802"/>
                      </a:cubicBezTo>
                      <a:cubicBezTo>
                        <a:pt x="419079" y="21682"/>
                        <a:pt x="403920" y="3834"/>
                        <a:pt x="374274" y="997"/>
                      </a:cubicBezTo>
                      <a:cubicBezTo>
                        <a:pt x="340271" y="-1174"/>
                        <a:pt x="306134" y="203"/>
                        <a:pt x="272416" y="5104"/>
                      </a:cubicBezTo>
                      <a:cubicBezTo>
                        <a:pt x="231867" y="9883"/>
                        <a:pt x="158087" y="26685"/>
                        <a:pt x="158087" y="26685"/>
                      </a:cubicBezTo>
                      <a:cubicBezTo>
                        <a:pt x="158087" y="26685"/>
                        <a:pt x="102976" y="40650"/>
                        <a:pt x="53540" y="55660"/>
                      </a:cubicBezTo>
                      <a:cubicBezTo>
                        <a:pt x="15605" y="67160"/>
                        <a:pt x="-9038" y="155725"/>
                        <a:pt x="3134" y="212106"/>
                      </a:cubicBezTo>
                      <a:cubicBezTo>
                        <a:pt x="25537" y="316652"/>
                        <a:pt x="77810" y="393494"/>
                        <a:pt x="100661" y="526940"/>
                      </a:cubicBezTo>
                      <a:cubicBezTo>
                        <a:pt x="94463" y="622600"/>
                        <a:pt x="95434" y="664418"/>
                        <a:pt x="95434" y="664418"/>
                      </a:cubicBezTo>
                      <a:cubicBezTo>
                        <a:pt x="95434" y="664418"/>
                        <a:pt x="163613" y="708253"/>
                        <a:pt x="321627" y="687493"/>
                      </a:cubicBezTo>
                      <a:cubicBezTo>
                        <a:pt x="532587" y="659714"/>
                        <a:pt x="542519" y="587801"/>
                        <a:pt x="542519" y="587801"/>
                      </a:cubicBezTo>
                      <a:cubicBezTo>
                        <a:pt x="536619" y="438150"/>
                        <a:pt x="509288" y="327704"/>
                        <a:pt x="495697" y="219947"/>
                      </a:cubicBezTo>
                      <a:close/>
                    </a:path>
                  </a:pathLst>
                </a:custGeom>
                <a:solidFill>
                  <a:srgbClr val="37474F"/>
                </a:solidFill>
                <a:ln w="7449" cap="flat">
                  <a:noFill/>
                  <a:prstDash val="solid"/>
                  <a:miter/>
                </a:ln>
              </p:spPr>
            </p:sp>
            <p:grpSp>
              <p:nvGrpSpPr>
                <p:cNvPr id="493" name="Graphic 4">
                  <a:extLst>
                    <a:ext uri="{FF2B5EF4-FFF2-40B4-BE49-F238E27FC236}">
                      <a16:creationId xmlns:a16="http://schemas.microsoft.com/office/drawing/2014/main" id="{B5A56F78-2B2A-2030-BEDA-25A47DD01822}"/>
                    </a:ext>
                  </a:extLst>
                </p:cNvPr>
                <p:cNvGrpSpPr/>
                <p:nvPr/>
              </p:nvGrpSpPr>
              <p:grpSpPr>
                <a:xfrm>
                  <a:off x="4791845" y="2342308"/>
                  <a:ext cx="296785" cy="543781"/>
                  <a:chOff x="4791845" y="2342308"/>
                  <a:chExt cx="296785" cy="543781"/>
                </a:xfrm>
              </p:grpSpPr>
              <p:sp>
                <p:nvSpPr>
                  <p:cNvPr id="494" name="Freeform: Shape 493">
                    <a:extLst>
                      <a:ext uri="{FF2B5EF4-FFF2-40B4-BE49-F238E27FC236}">
                        <a16:creationId xmlns:a16="http://schemas.microsoft.com/office/drawing/2014/main" id="{991E3A61-BDE2-FB4F-DC4D-4C1C95DD439C}"/>
                      </a:ext>
                    </a:extLst>
                  </p:cNvPr>
                  <p:cNvSpPr/>
                  <p:nvPr/>
                </p:nvSpPr>
                <p:spPr>
                  <a:xfrm>
                    <a:off x="4791845" y="2342308"/>
                    <a:ext cx="227450" cy="490546"/>
                  </a:xfrm>
                  <a:custGeom>
                    <a:avLst/>
                    <a:gdLst>
                      <a:gd name="csX0" fmla="*/ 204389 w 227450"/>
                      <a:gd name="csY0" fmla="*/ 0 h 490546"/>
                      <a:gd name="csX1" fmla="*/ 79232 w 227450"/>
                      <a:gd name="csY1" fmla="*/ 90881 h 490546"/>
                      <a:gd name="csX2" fmla="*/ 13144 w 227450"/>
                      <a:gd name="csY2" fmla="*/ 341195 h 490546"/>
                      <a:gd name="csX3" fmla="*/ 10082 w 227450"/>
                      <a:gd name="csY3" fmla="*/ 490547 h 490546"/>
                      <a:gd name="csX4" fmla="*/ 151220 w 227450"/>
                      <a:gd name="csY4" fmla="*/ 428416 h 490546"/>
                      <a:gd name="csX5" fmla="*/ 209318 w 227450"/>
                      <a:gd name="csY5" fmla="*/ 232018 h 490546"/>
                      <a:gd name="csX6" fmla="*/ 204389 w 227450"/>
                      <a:gd name="csY6" fmla="*/ 0 h 49054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227450" h="490546">
                        <a:moveTo>
                          <a:pt x="204389" y="0"/>
                        </a:moveTo>
                        <a:cubicBezTo>
                          <a:pt x="124411" y="17773"/>
                          <a:pt x="98797" y="39952"/>
                          <a:pt x="79232" y="90881"/>
                        </a:cubicBezTo>
                        <a:cubicBezTo>
                          <a:pt x="59667" y="141810"/>
                          <a:pt x="29423" y="266071"/>
                          <a:pt x="13144" y="341195"/>
                        </a:cubicBezTo>
                        <a:cubicBezTo>
                          <a:pt x="-895" y="405565"/>
                          <a:pt x="-6272" y="463439"/>
                          <a:pt x="10082" y="490547"/>
                        </a:cubicBezTo>
                        <a:lnTo>
                          <a:pt x="151220" y="428416"/>
                        </a:lnTo>
                        <a:lnTo>
                          <a:pt x="209318" y="232018"/>
                        </a:lnTo>
                        <a:cubicBezTo>
                          <a:pt x="209318" y="232018"/>
                          <a:pt x="253227" y="63699"/>
                          <a:pt x="204389" y="0"/>
                        </a:cubicBezTo>
                        <a:close/>
                      </a:path>
                    </a:pathLst>
                  </a:custGeom>
                  <a:solidFill>
                    <a:srgbClr val="263238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495" name="Freeform: Shape 494">
                    <a:extLst>
                      <a:ext uri="{FF2B5EF4-FFF2-40B4-BE49-F238E27FC236}">
                        <a16:creationId xmlns:a16="http://schemas.microsoft.com/office/drawing/2014/main" id="{6A678CC2-18EA-4268-007C-C844A1BE0E03}"/>
                      </a:ext>
                    </a:extLst>
                  </p:cNvPr>
                  <p:cNvSpPr/>
                  <p:nvPr/>
                </p:nvSpPr>
                <p:spPr>
                  <a:xfrm>
                    <a:off x="4820521" y="2662443"/>
                    <a:ext cx="133072" cy="104173"/>
                  </a:xfrm>
                  <a:custGeom>
                    <a:avLst/>
                    <a:gdLst>
                      <a:gd name="csX0" fmla="*/ 125530 w 133072"/>
                      <a:gd name="csY0" fmla="*/ 11052 h 104173"/>
                      <a:gd name="csX1" fmla="*/ 72884 w 133072"/>
                      <a:gd name="csY1" fmla="*/ 48390 h 104173"/>
                      <a:gd name="csX2" fmla="*/ 0 w 133072"/>
                      <a:gd name="csY2" fmla="*/ 104173 h 104173"/>
                      <a:gd name="csX3" fmla="*/ 51452 w 133072"/>
                      <a:gd name="csY3" fmla="*/ 43461 h 104173"/>
                      <a:gd name="csX4" fmla="*/ 133073 w 133072"/>
                      <a:gd name="csY4" fmla="*/ 0 h 10417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133072" h="104173">
                        <a:moveTo>
                          <a:pt x="125530" y="11052"/>
                        </a:moveTo>
                        <a:cubicBezTo>
                          <a:pt x="114553" y="27406"/>
                          <a:pt x="101410" y="34052"/>
                          <a:pt x="72884" y="48390"/>
                        </a:cubicBezTo>
                        <a:cubicBezTo>
                          <a:pt x="46299" y="61682"/>
                          <a:pt x="15458" y="74452"/>
                          <a:pt x="0" y="104173"/>
                        </a:cubicBezTo>
                        <a:cubicBezTo>
                          <a:pt x="3958" y="76991"/>
                          <a:pt x="18445" y="63251"/>
                          <a:pt x="51452" y="43461"/>
                        </a:cubicBezTo>
                        <a:cubicBezTo>
                          <a:pt x="84459" y="23672"/>
                          <a:pt x="133073" y="0"/>
                          <a:pt x="133073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496" name="Freeform: Shape 495">
                    <a:extLst>
                      <a:ext uri="{FF2B5EF4-FFF2-40B4-BE49-F238E27FC236}">
                        <a16:creationId xmlns:a16="http://schemas.microsoft.com/office/drawing/2014/main" id="{A607635D-C1A1-4731-4359-36A0AB7E31F2}"/>
                      </a:ext>
                    </a:extLst>
                  </p:cNvPr>
                  <p:cNvSpPr/>
                  <p:nvPr/>
                </p:nvSpPr>
                <p:spPr>
                  <a:xfrm>
                    <a:off x="4798701" y="2673496"/>
                    <a:ext cx="223893" cy="176917"/>
                  </a:xfrm>
                  <a:custGeom>
                    <a:avLst/>
                    <a:gdLst>
                      <a:gd name="csX0" fmla="*/ 147351 w 223893"/>
                      <a:gd name="csY0" fmla="*/ 0 h 176917"/>
                      <a:gd name="csX1" fmla="*/ 94704 w 223893"/>
                      <a:gd name="csY1" fmla="*/ 37338 h 176917"/>
                      <a:gd name="csX2" fmla="*/ 21820 w 223893"/>
                      <a:gd name="csY2" fmla="*/ 93121 h 176917"/>
                      <a:gd name="csX3" fmla="*/ 3226 w 223893"/>
                      <a:gd name="csY3" fmla="*/ 159657 h 176917"/>
                      <a:gd name="csX4" fmla="*/ 83652 w 223893"/>
                      <a:gd name="csY4" fmla="*/ 176086 h 176917"/>
                      <a:gd name="csX5" fmla="*/ 177893 w 223893"/>
                      <a:gd name="csY5" fmla="*/ 116345 h 176917"/>
                      <a:gd name="csX6" fmla="*/ 223894 w 223893"/>
                      <a:gd name="csY6" fmla="*/ 79007 h 17691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223893" h="176917">
                        <a:moveTo>
                          <a:pt x="147351" y="0"/>
                        </a:moveTo>
                        <a:cubicBezTo>
                          <a:pt x="136373" y="16354"/>
                          <a:pt x="123230" y="23000"/>
                          <a:pt x="94704" y="37338"/>
                        </a:cubicBezTo>
                        <a:cubicBezTo>
                          <a:pt x="68120" y="50630"/>
                          <a:pt x="37278" y="63400"/>
                          <a:pt x="21820" y="93121"/>
                        </a:cubicBezTo>
                        <a:cubicBezTo>
                          <a:pt x="8229" y="119258"/>
                          <a:pt x="-6706" y="141138"/>
                          <a:pt x="3226" y="159657"/>
                        </a:cubicBezTo>
                        <a:cubicBezTo>
                          <a:pt x="10096" y="172352"/>
                          <a:pt x="48032" y="179446"/>
                          <a:pt x="83652" y="176086"/>
                        </a:cubicBezTo>
                        <a:cubicBezTo>
                          <a:pt x="119273" y="172726"/>
                          <a:pt x="142646" y="142556"/>
                          <a:pt x="177893" y="116345"/>
                        </a:cubicBezTo>
                        <a:cubicBezTo>
                          <a:pt x="207764" y="93569"/>
                          <a:pt x="223894" y="79007"/>
                          <a:pt x="223894" y="79007"/>
                        </a:cubicBezTo>
                        <a:close/>
                      </a:path>
                    </a:pathLst>
                  </a:custGeom>
                  <a:solidFill>
                    <a:srgbClr val="263238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497" name="Freeform: Shape 496">
                    <a:extLst>
                      <a:ext uri="{FF2B5EF4-FFF2-40B4-BE49-F238E27FC236}">
                        <a16:creationId xmlns:a16="http://schemas.microsoft.com/office/drawing/2014/main" id="{E9FD7EA2-CE22-40FE-14D4-3B9E404C35B7}"/>
                      </a:ext>
                    </a:extLst>
                  </p:cNvPr>
                  <p:cNvSpPr/>
                  <p:nvPr/>
                </p:nvSpPr>
                <p:spPr>
                  <a:xfrm>
                    <a:off x="4844172" y="2637807"/>
                    <a:ext cx="244458" cy="248281"/>
                  </a:xfrm>
                  <a:custGeom>
                    <a:avLst/>
                    <a:gdLst>
                      <a:gd name="csX0" fmla="*/ 150418 w 244458"/>
                      <a:gd name="csY0" fmla="*/ 58988 h 248281"/>
                      <a:gd name="csX1" fmla="*/ 113902 w 244458"/>
                      <a:gd name="csY1" fmla="*/ 25608 h 248281"/>
                      <a:gd name="csX2" fmla="*/ 61629 w 244458"/>
                      <a:gd name="csY2" fmla="*/ 9328 h 248281"/>
                      <a:gd name="csX3" fmla="*/ 9804 w 244458"/>
                      <a:gd name="csY3" fmla="*/ 3055 h 248281"/>
                      <a:gd name="csX4" fmla="*/ 9804 w 244458"/>
                      <a:gd name="csY4" fmla="*/ 23741 h 248281"/>
                      <a:gd name="csX5" fmla="*/ 56028 w 244458"/>
                      <a:gd name="csY5" fmla="*/ 46143 h 248281"/>
                      <a:gd name="csX6" fmla="*/ 85226 w 244458"/>
                      <a:gd name="csY6" fmla="*/ 76387 h 248281"/>
                      <a:gd name="csX7" fmla="*/ 86272 w 244458"/>
                      <a:gd name="csY7" fmla="*/ 157709 h 248281"/>
                      <a:gd name="csX8" fmla="*/ 83583 w 244458"/>
                      <a:gd name="csY8" fmla="*/ 213044 h 248281"/>
                      <a:gd name="csX9" fmla="*/ 104567 w 244458"/>
                      <a:gd name="csY9" fmla="*/ 199752 h 248281"/>
                      <a:gd name="csX10" fmla="*/ 115769 w 244458"/>
                      <a:gd name="csY10" fmla="*/ 124329 h 248281"/>
                      <a:gd name="csX11" fmla="*/ 129136 w 244458"/>
                      <a:gd name="csY11" fmla="*/ 191538 h 248281"/>
                      <a:gd name="csX12" fmla="*/ 137574 w 244458"/>
                      <a:gd name="csY12" fmla="*/ 246126 h 248281"/>
                      <a:gd name="csX13" fmla="*/ 159977 w 244458"/>
                      <a:gd name="csY13" fmla="*/ 224619 h 248281"/>
                      <a:gd name="csX14" fmla="*/ 152509 w 244458"/>
                      <a:gd name="csY14" fmla="*/ 141729 h 248281"/>
                      <a:gd name="csX15" fmla="*/ 183201 w 244458"/>
                      <a:gd name="csY15" fmla="*/ 186086 h 248281"/>
                      <a:gd name="csX16" fmla="*/ 215013 w 244458"/>
                      <a:gd name="csY16" fmla="*/ 233207 h 248281"/>
                      <a:gd name="csX17" fmla="*/ 227036 w 244458"/>
                      <a:gd name="csY17" fmla="*/ 210804 h 248281"/>
                      <a:gd name="csX18" fmla="*/ 198062 w 244458"/>
                      <a:gd name="csY18" fmla="*/ 155394 h 248281"/>
                      <a:gd name="csX19" fmla="*/ 230770 w 244458"/>
                      <a:gd name="csY19" fmla="*/ 182502 h 248281"/>
                      <a:gd name="csX20" fmla="*/ 242867 w 244458"/>
                      <a:gd name="csY20" fmla="*/ 163534 h 248281"/>
                      <a:gd name="csX21" fmla="*/ 207546 w 244458"/>
                      <a:gd name="csY21" fmla="*/ 122313 h 248281"/>
                      <a:gd name="csX22" fmla="*/ 177003 w 244458"/>
                      <a:gd name="csY22" fmla="*/ 80121 h 248281"/>
                      <a:gd name="csX23" fmla="*/ 150418 w 244458"/>
                      <a:gd name="csY23" fmla="*/ 58988 h 24828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</a:cxnLst>
                    <a:rect l="l" t="t" r="r" b="b"/>
                    <a:pathLst>
                      <a:path w="244458" h="248281">
                        <a:moveTo>
                          <a:pt x="150418" y="58988"/>
                        </a:moveTo>
                        <a:cubicBezTo>
                          <a:pt x="136827" y="47413"/>
                          <a:pt x="133467" y="34718"/>
                          <a:pt x="113902" y="25608"/>
                        </a:cubicBezTo>
                        <a:cubicBezTo>
                          <a:pt x="94337" y="16497"/>
                          <a:pt x="82613" y="18140"/>
                          <a:pt x="61629" y="9328"/>
                        </a:cubicBezTo>
                        <a:cubicBezTo>
                          <a:pt x="40645" y="516"/>
                          <a:pt x="24291" y="-3068"/>
                          <a:pt x="9804" y="3055"/>
                        </a:cubicBezTo>
                        <a:cubicBezTo>
                          <a:pt x="-4684" y="9179"/>
                          <a:pt x="-1771" y="17543"/>
                          <a:pt x="9804" y="23741"/>
                        </a:cubicBezTo>
                        <a:cubicBezTo>
                          <a:pt x="21378" y="29939"/>
                          <a:pt x="41765" y="37630"/>
                          <a:pt x="56028" y="46143"/>
                        </a:cubicBezTo>
                        <a:cubicBezTo>
                          <a:pt x="70291" y="54657"/>
                          <a:pt x="83807" y="59361"/>
                          <a:pt x="85226" y="76387"/>
                        </a:cubicBezTo>
                        <a:cubicBezTo>
                          <a:pt x="87025" y="103457"/>
                          <a:pt x="87374" y="130603"/>
                          <a:pt x="86272" y="157709"/>
                        </a:cubicBezTo>
                        <a:cubicBezTo>
                          <a:pt x="84928" y="186534"/>
                          <a:pt x="81194" y="209983"/>
                          <a:pt x="83583" y="213044"/>
                        </a:cubicBezTo>
                        <a:cubicBezTo>
                          <a:pt x="85973" y="216106"/>
                          <a:pt x="98519" y="216330"/>
                          <a:pt x="104567" y="199752"/>
                        </a:cubicBezTo>
                        <a:cubicBezTo>
                          <a:pt x="110616" y="183174"/>
                          <a:pt x="115769" y="124329"/>
                          <a:pt x="115769" y="124329"/>
                        </a:cubicBezTo>
                        <a:cubicBezTo>
                          <a:pt x="115769" y="124329"/>
                          <a:pt x="124581" y="164206"/>
                          <a:pt x="129136" y="191538"/>
                        </a:cubicBezTo>
                        <a:cubicBezTo>
                          <a:pt x="133691" y="218869"/>
                          <a:pt x="136603" y="240226"/>
                          <a:pt x="137574" y="246126"/>
                        </a:cubicBezTo>
                        <a:cubicBezTo>
                          <a:pt x="138545" y="252025"/>
                          <a:pt x="158110" y="246126"/>
                          <a:pt x="159977" y="224619"/>
                        </a:cubicBezTo>
                        <a:cubicBezTo>
                          <a:pt x="161844" y="203112"/>
                          <a:pt x="152509" y="141729"/>
                          <a:pt x="152509" y="141729"/>
                        </a:cubicBezTo>
                        <a:cubicBezTo>
                          <a:pt x="152509" y="141729"/>
                          <a:pt x="171178" y="168612"/>
                          <a:pt x="183201" y="186086"/>
                        </a:cubicBezTo>
                        <a:cubicBezTo>
                          <a:pt x="195224" y="203560"/>
                          <a:pt x="210234" y="227457"/>
                          <a:pt x="215013" y="233207"/>
                        </a:cubicBezTo>
                        <a:cubicBezTo>
                          <a:pt x="219792" y="238957"/>
                          <a:pt x="231442" y="227158"/>
                          <a:pt x="227036" y="210804"/>
                        </a:cubicBezTo>
                        <a:cubicBezTo>
                          <a:pt x="222630" y="194450"/>
                          <a:pt x="198062" y="155394"/>
                          <a:pt x="198062" y="155394"/>
                        </a:cubicBezTo>
                        <a:cubicBezTo>
                          <a:pt x="198062" y="155394"/>
                          <a:pt x="226065" y="180261"/>
                          <a:pt x="230770" y="182502"/>
                        </a:cubicBezTo>
                        <a:cubicBezTo>
                          <a:pt x="235474" y="184742"/>
                          <a:pt x="249065" y="181531"/>
                          <a:pt x="242867" y="163534"/>
                        </a:cubicBezTo>
                        <a:cubicBezTo>
                          <a:pt x="238685" y="151511"/>
                          <a:pt x="230247" y="144342"/>
                          <a:pt x="207546" y="122313"/>
                        </a:cubicBezTo>
                        <a:cubicBezTo>
                          <a:pt x="184844" y="100284"/>
                          <a:pt x="184321" y="90426"/>
                          <a:pt x="177003" y="80121"/>
                        </a:cubicBezTo>
                        <a:cubicBezTo>
                          <a:pt x="166847" y="66455"/>
                          <a:pt x="160276" y="67426"/>
                          <a:pt x="150418" y="58988"/>
                        </a:cubicBezTo>
                        <a:close/>
                      </a:path>
                    </a:pathLst>
                  </a:custGeom>
                  <a:solidFill>
                    <a:srgbClr val="B16668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498" name="Freeform: Shape 497">
                    <a:extLst>
                      <a:ext uri="{FF2B5EF4-FFF2-40B4-BE49-F238E27FC236}">
                        <a16:creationId xmlns:a16="http://schemas.microsoft.com/office/drawing/2014/main" id="{2C0D0207-1600-9628-F915-04B0BD8C71A2}"/>
                      </a:ext>
                    </a:extLst>
                  </p:cNvPr>
                  <p:cNvSpPr/>
                  <p:nvPr/>
                </p:nvSpPr>
                <p:spPr>
                  <a:xfrm>
                    <a:off x="4943961" y="2701798"/>
                    <a:ext cx="43162" cy="16878"/>
                  </a:xfrm>
                  <a:custGeom>
                    <a:avLst/>
                    <a:gdLst>
                      <a:gd name="csX0" fmla="*/ 0 w 43162"/>
                      <a:gd name="csY0" fmla="*/ 8812 h 16878"/>
                      <a:gd name="csX1" fmla="*/ 43163 w 43162"/>
                      <a:gd name="csY1" fmla="*/ 0 h 16878"/>
                      <a:gd name="csX2" fmla="*/ 0 w 43162"/>
                      <a:gd name="csY2" fmla="*/ 8812 h 1687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43162" h="16878">
                        <a:moveTo>
                          <a:pt x="0" y="8812"/>
                        </a:moveTo>
                        <a:cubicBezTo>
                          <a:pt x="21357" y="16279"/>
                          <a:pt x="40773" y="5377"/>
                          <a:pt x="43163" y="0"/>
                        </a:cubicBezTo>
                        <a:cubicBezTo>
                          <a:pt x="43013" y="14338"/>
                          <a:pt x="15383" y="24867"/>
                          <a:pt x="0" y="8812"/>
                        </a:cubicBezTo>
                        <a:close/>
                      </a:path>
                    </a:pathLst>
                  </a:custGeom>
                  <a:solidFill>
                    <a:srgbClr val="9A4A4D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499" name="Freeform: Shape 498">
                    <a:extLst>
                      <a:ext uri="{FF2B5EF4-FFF2-40B4-BE49-F238E27FC236}">
                        <a16:creationId xmlns:a16="http://schemas.microsoft.com/office/drawing/2014/main" id="{5B04907F-EDD9-BE84-00E0-2B196EEE8FB3}"/>
                      </a:ext>
                    </a:extLst>
                  </p:cNvPr>
                  <p:cNvSpPr/>
                  <p:nvPr/>
                </p:nvSpPr>
                <p:spPr>
                  <a:xfrm>
                    <a:off x="5020727" y="2760568"/>
                    <a:ext cx="67208" cy="60347"/>
                  </a:xfrm>
                  <a:custGeom>
                    <a:avLst/>
                    <a:gdLst>
                      <a:gd name="csX0" fmla="*/ 67208 w 67208"/>
                      <a:gd name="csY0" fmla="*/ 51526 h 60347"/>
                      <a:gd name="csX1" fmla="*/ 54140 w 67208"/>
                      <a:gd name="csY1" fmla="*/ 51526 h 60347"/>
                      <a:gd name="csX2" fmla="*/ 28228 w 67208"/>
                      <a:gd name="csY2" fmla="*/ 28078 h 60347"/>
                      <a:gd name="csX3" fmla="*/ 0 w 67208"/>
                      <a:gd name="csY3" fmla="*/ 0 h 60347"/>
                      <a:gd name="csX4" fmla="*/ 20984 w 67208"/>
                      <a:gd name="csY4" fmla="*/ 32633 h 60347"/>
                      <a:gd name="csX5" fmla="*/ 53692 w 67208"/>
                      <a:gd name="csY5" fmla="*/ 59741 h 60347"/>
                      <a:gd name="csX6" fmla="*/ 66693 w 67208"/>
                      <a:gd name="csY6" fmla="*/ 53637 h 60347"/>
                      <a:gd name="csX7" fmla="*/ 67208 w 67208"/>
                      <a:gd name="csY7" fmla="*/ 51526 h 6034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</a:cxnLst>
                    <a:rect l="l" t="t" r="r" b="b"/>
                    <a:pathLst>
                      <a:path w="67208" h="60347">
                        <a:moveTo>
                          <a:pt x="67208" y="51526"/>
                        </a:moveTo>
                        <a:cubicBezTo>
                          <a:pt x="63547" y="55007"/>
                          <a:pt x="57801" y="55007"/>
                          <a:pt x="54140" y="51526"/>
                        </a:cubicBezTo>
                        <a:cubicBezTo>
                          <a:pt x="48614" y="47569"/>
                          <a:pt x="34575" y="34276"/>
                          <a:pt x="28228" y="28078"/>
                        </a:cubicBezTo>
                        <a:cubicBezTo>
                          <a:pt x="21880" y="21880"/>
                          <a:pt x="0" y="0"/>
                          <a:pt x="0" y="0"/>
                        </a:cubicBezTo>
                        <a:lnTo>
                          <a:pt x="20984" y="32633"/>
                        </a:lnTo>
                        <a:cubicBezTo>
                          <a:pt x="20984" y="32633"/>
                          <a:pt x="48987" y="57500"/>
                          <a:pt x="53692" y="59741"/>
                        </a:cubicBezTo>
                        <a:cubicBezTo>
                          <a:pt x="58968" y="61646"/>
                          <a:pt x="64789" y="58913"/>
                          <a:pt x="66693" y="53637"/>
                        </a:cubicBezTo>
                        <a:cubicBezTo>
                          <a:pt x="66940" y="52954"/>
                          <a:pt x="67113" y="52247"/>
                          <a:pt x="67208" y="51526"/>
                        </a:cubicBezTo>
                        <a:close/>
                      </a:path>
                    </a:pathLst>
                  </a:custGeom>
                  <a:solidFill>
                    <a:srgbClr val="9A4A4D"/>
                  </a:solidFill>
                  <a:ln w="7449" cap="flat">
                    <a:noFill/>
                    <a:prstDash val="solid"/>
                    <a:miter/>
                  </a:ln>
                </p:spPr>
              </p:sp>
            </p:grpSp>
            <p:grpSp>
              <p:nvGrpSpPr>
                <p:cNvPr id="500" name="Graphic 4">
                  <a:extLst>
                    <a:ext uri="{FF2B5EF4-FFF2-40B4-BE49-F238E27FC236}">
                      <a16:creationId xmlns:a16="http://schemas.microsoft.com/office/drawing/2014/main" id="{326292ED-EAB6-0B29-CEA2-E5D64BD2A82D}"/>
                    </a:ext>
                  </a:extLst>
                </p:cNvPr>
                <p:cNvGrpSpPr/>
                <p:nvPr/>
              </p:nvGrpSpPr>
              <p:grpSpPr>
                <a:xfrm>
                  <a:off x="5011802" y="1918671"/>
                  <a:ext cx="323207" cy="461198"/>
                  <a:chOff x="5011802" y="1918671"/>
                  <a:chExt cx="323207" cy="461198"/>
                </a:xfrm>
              </p:grpSpPr>
              <p:sp>
                <p:nvSpPr>
                  <p:cNvPr id="501" name="Freeform: Shape 500">
                    <a:extLst>
                      <a:ext uri="{FF2B5EF4-FFF2-40B4-BE49-F238E27FC236}">
                        <a16:creationId xmlns:a16="http://schemas.microsoft.com/office/drawing/2014/main" id="{42A3C03A-69BB-7424-5E1C-2B31CF569AC8}"/>
                      </a:ext>
                    </a:extLst>
                  </p:cNvPr>
                  <p:cNvSpPr/>
                  <p:nvPr/>
                </p:nvSpPr>
                <p:spPr>
                  <a:xfrm>
                    <a:off x="5011802" y="1918671"/>
                    <a:ext cx="311981" cy="325437"/>
                  </a:xfrm>
                  <a:custGeom>
                    <a:avLst/>
                    <a:gdLst>
                      <a:gd name="csX0" fmla="*/ 309422 w 311981"/>
                      <a:gd name="csY0" fmla="*/ 133819 h 325437"/>
                      <a:gd name="csX1" fmla="*/ 272084 w 311981"/>
                      <a:gd name="csY1" fmla="*/ 28227 h 325437"/>
                      <a:gd name="csX2" fmla="*/ 124001 w 311981"/>
                      <a:gd name="csY2" fmla="*/ 7691 h 325437"/>
                      <a:gd name="csX3" fmla="*/ 24832 w 311981"/>
                      <a:gd name="csY3" fmla="*/ 100364 h 325437"/>
                      <a:gd name="csX4" fmla="*/ 15721 w 311981"/>
                      <a:gd name="csY4" fmla="*/ 210586 h 325437"/>
                      <a:gd name="csX5" fmla="*/ 80092 w 311981"/>
                      <a:gd name="csY5" fmla="*/ 325437 h 32543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311981" h="325437">
                        <a:moveTo>
                          <a:pt x="309422" y="133819"/>
                        </a:moveTo>
                        <a:cubicBezTo>
                          <a:pt x="320026" y="94241"/>
                          <a:pt x="295756" y="47941"/>
                          <a:pt x="272084" y="28227"/>
                        </a:cubicBezTo>
                        <a:cubicBezTo>
                          <a:pt x="237882" y="-299"/>
                          <a:pt x="190836" y="-7319"/>
                          <a:pt x="124001" y="7691"/>
                        </a:cubicBezTo>
                        <a:cubicBezTo>
                          <a:pt x="73222" y="19117"/>
                          <a:pt x="26101" y="47941"/>
                          <a:pt x="24832" y="100364"/>
                        </a:cubicBezTo>
                        <a:cubicBezTo>
                          <a:pt x="-14149" y="119033"/>
                          <a:pt x="786" y="183702"/>
                          <a:pt x="15721" y="210586"/>
                        </a:cubicBezTo>
                        <a:cubicBezTo>
                          <a:pt x="46040" y="265771"/>
                          <a:pt x="74566" y="295567"/>
                          <a:pt x="80092" y="325437"/>
                        </a:cubicBezTo>
                        <a:close/>
                      </a:path>
                    </a:pathLst>
                  </a:custGeom>
                  <a:solidFill>
                    <a:srgbClr val="263238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502" name="Freeform: Shape 501">
                    <a:extLst>
                      <a:ext uri="{FF2B5EF4-FFF2-40B4-BE49-F238E27FC236}">
                        <a16:creationId xmlns:a16="http://schemas.microsoft.com/office/drawing/2014/main" id="{E01E233A-AC5F-2EC1-5F73-235DE79A877C}"/>
                      </a:ext>
                    </a:extLst>
                  </p:cNvPr>
                  <p:cNvSpPr/>
                  <p:nvPr/>
                </p:nvSpPr>
                <p:spPr>
                  <a:xfrm>
                    <a:off x="5017509" y="1989201"/>
                    <a:ext cx="317501" cy="390668"/>
                  </a:xfrm>
                  <a:custGeom>
                    <a:avLst/>
                    <a:gdLst>
                      <a:gd name="csX0" fmla="*/ 312601 w 317501"/>
                      <a:gd name="csY0" fmla="*/ 220109 h 390668"/>
                      <a:gd name="csX1" fmla="*/ 262270 w 317501"/>
                      <a:gd name="csY1" fmla="*/ 276191 h 390668"/>
                      <a:gd name="csX2" fmla="*/ 219032 w 317501"/>
                      <a:gd name="csY2" fmla="*/ 278431 h 390668"/>
                      <a:gd name="csX3" fmla="*/ 221796 w 317501"/>
                      <a:gd name="csY3" fmla="*/ 314798 h 390668"/>
                      <a:gd name="csX4" fmla="*/ 224783 w 317501"/>
                      <a:gd name="csY4" fmla="*/ 390669 h 390668"/>
                      <a:gd name="csX5" fmla="*/ 80285 w 317501"/>
                      <a:gd name="csY5" fmla="*/ 328688 h 390668"/>
                      <a:gd name="csX6" fmla="*/ 70801 w 317501"/>
                      <a:gd name="csY6" fmla="*/ 205771 h 390668"/>
                      <a:gd name="csX7" fmla="*/ 26443 w 317501"/>
                      <a:gd name="csY7" fmla="*/ 208758 h 390668"/>
                      <a:gd name="csX8" fmla="*/ 4488 w 317501"/>
                      <a:gd name="csY8" fmla="*/ 138339 h 390668"/>
                      <a:gd name="csX9" fmla="*/ 53700 w 317501"/>
                      <a:gd name="csY9" fmla="*/ 128183 h 390668"/>
                      <a:gd name="csX10" fmla="*/ 79986 w 317501"/>
                      <a:gd name="csY10" fmla="*/ 149241 h 390668"/>
                      <a:gd name="csX11" fmla="*/ 96191 w 317501"/>
                      <a:gd name="csY11" fmla="*/ 131692 h 390668"/>
                      <a:gd name="csX12" fmla="*/ 102687 w 317501"/>
                      <a:gd name="csY12" fmla="*/ 77179 h 390668"/>
                      <a:gd name="csX13" fmla="*/ 123447 w 317501"/>
                      <a:gd name="csY13" fmla="*/ 60227 h 390668"/>
                      <a:gd name="csX14" fmla="*/ 140175 w 317501"/>
                      <a:gd name="csY14" fmla="*/ 17961 h 390668"/>
                      <a:gd name="csX15" fmla="*/ 287436 w 317501"/>
                      <a:gd name="csY15" fmla="*/ 11091 h 390668"/>
                      <a:gd name="csX16" fmla="*/ 314543 w 317501"/>
                      <a:gd name="csY16" fmla="*/ 131618 h 390668"/>
                      <a:gd name="csX17" fmla="*/ 312601 w 317501"/>
                      <a:gd name="csY17" fmla="*/ 220109 h 39066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</a:cxnLst>
                    <a:rect l="l" t="t" r="r" b="b"/>
                    <a:pathLst>
                      <a:path w="317501" h="390668">
                        <a:moveTo>
                          <a:pt x="312601" y="220109"/>
                        </a:moveTo>
                        <a:cubicBezTo>
                          <a:pt x="305657" y="249083"/>
                          <a:pt x="289452" y="270814"/>
                          <a:pt x="262270" y="276191"/>
                        </a:cubicBezTo>
                        <a:cubicBezTo>
                          <a:pt x="247957" y="278262"/>
                          <a:pt x="233483" y="279011"/>
                          <a:pt x="219032" y="278431"/>
                        </a:cubicBezTo>
                        <a:lnTo>
                          <a:pt x="221796" y="314798"/>
                        </a:lnTo>
                        <a:cubicBezTo>
                          <a:pt x="234042" y="344220"/>
                          <a:pt x="224783" y="390669"/>
                          <a:pt x="224783" y="390669"/>
                        </a:cubicBezTo>
                        <a:cubicBezTo>
                          <a:pt x="162876" y="357363"/>
                          <a:pt x="117398" y="366773"/>
                          <a:pt x="80285" y="328688"/>
                        </a:cubicBezTo>
                        <a:lnTo>
                          <a:pt x="70801" y="205771"/>
                        </a:lnTo>
                        <a:cubicBezTo>
                          <a:pt x="70801" y="205771"/>
                          <a:pt x="54895" y="224963"/>
                          <a:pt x="26443" y="208758"/>
                        </a:cubicBezTo>
                        <a:cubicBezTo>
                          <a:pt x="2947" y="193768"/>
                          <a:pt x="-6326" y="164026"/>
                          <a:pt x="4488" y="138339"/>
                        </a:cubicBezTo>
                        <a:cubicBezTo>
                          <a:pt x="16885" y="109738"/>
                          <a:pt x="44813" y="120118"/>
                          <a:pt x="53700" y="128183"/>
                        </a:cubicBezTo>
                        <a:cubicBezTo>
                          <a:pt x="62586" y="136248"/>
                          <a:pt x="73041" y="151780"/>
                          <a:pt x="79986" y="149241"/>
                        </a:cubicBezTo>
                        <a:cubicBezTo>
                          <a:pt x="88012" y="146515"/>
                          <a:pt x="94111" y="139910"/>
                          <a:pt x="96191" y="131692"/>
                        </a:cubicBezTo>
                        <a:cubicBezTo>
                          <a:pt x="101856" y="114111"/>
                          <a:pt x="104063" y="95599"/>
                          <a:pt x="102687" y="77179"/>
                        </a:cubicBezTo>
                        <a:cubicBezTo>
                          <a:pt x="110541" y="72779"/>
                          <a:pt x="117566" y="67043"/>
                          <a:pt x="123447" y="60227"/>
                        </a:cubicBezTo>
                        <a:cubicBezTo>
                          <a:pt x="133829" y="48549"/>
                          <a:pt x="139753" y="33581"/>
                          <a:pt x="140175" y="17961"/>
                        </a:cubicBezTo>
                        <a:cubicBezTo>
                          <a:pt x="198497" y="-2650"/>
                          <a:pt x="253383" y="-6309"/>
                          <a:pt x="287436" y="11091"/>
                        </a:cubicBezTo>
                        <a:cubicBezTo>
                          <a:pt x="302371" y="34539"/>
                          <a:pt x="310735" y="99432"/>
                          <a:pt x="314543" y="131618"/>
                        </a:cubicBezTo>
                        <a:cubicBezTo>
                          <a:pt x="319057" y="161003"/>
                          <a:pt x="318400" y="190950"/>
                          <a:pt x="312601" y="220109"/>
                        </a:cubicBezTo>
                        <a:close/>
                      </a:path>
                    </a:pathLst>
                  </a:custGeom>
                  <a:solidFill>
                    <a:srgbClr val="B16668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503" name="Freeform: Shape 502">
                    <a:extLst>
                      <a:ext uri="{FF2B5EF4-FFF2-40B4-BE49-F238E27FC236}">
                        <a16:creationId xmlns:a16="http://schemas.microsoft.com/office/drawing/2014/main" id="{AFF4C12E-346A-487C-381D-A94F3C2083F0}"/>
                      </a:ext>
                    </a:extLst>
                  </p:cNvPr>
                  <p:cNvSpPr/>
                  <p:nvPr/>
                </p:nvSpPr>
                <p:spPr>
                  <a:xfrm>
                    <a:off x="5165550" y="2055257"/>
                    <a:ext cx="27455" cy="26132"/>
                  </a:xfrm>
                  <a:custGeom>
                    <a:avLst/>
                    <a:gdLst>
                      <a:gd name="csX0" fmla="*/ 27455 w 27455"/>
                      <a:gd name="csY0" fmla="*/ 6792 h 26132"/>
                      <a:gd name="csX1" fmla="*/ 5052 w 27455"/>
                      <a:gd name="csY1" fmla="*/ 26133 h 26132"/>
                      <a:gd name="csX2" fmla="*/ 3738 w 27455"/>
                      <a:gd name="csY2" fmla="*/ 5052 h 26132"/>
                      <a:gd name="csX3" fmla="*/ 24819 w 27455"/>
                      <a:gd name="csY3" fmla="*/ 3738 h 26132"/>
                      <a:gd name="csX4" fmla="*/ 27455 w 27455"/>
                      <a:gd name="csY4" fmla="*/ 6792 h 261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27455" h="26132">
                        <a:moveTo>
                          <a:pt x="27455" y="6792"/>
                        </a:moveTo>
                        <a:lnTo>
                          <a:pt x="5052" y="26133"/>
                        </a:lnTo>
                        <a:cubicBezTo>
                          <a:pt x="-1132" y="20675"/>
                          <a:pt x="-1720" y="11236"/>
                          <a:pt x="3738" y="5052"/>
                        </a:cubicBezTo>
                        <a:cubicBezTo>
                          <a:pt x="9196" y="-1132"/>
                          <a:pt x="18634" y="-1720"/>
                          <a:pt x="24819" y="3738"/>
                        </a:cubicBezTo>
                        <a:cubicBezTo>
                          <a:pt x="25831" y="4632"/>
                          <a:pt x="26718" y="5659"/>
                          <a:pt x="27455" y="6792"/>
                        </a:cubicBezTo>
                        <a:close/>
                      </a:path>
                    </a:pathLst>
                  </a:custGeom>
                  <a:solidFill>
                    <a:srgbClr val="263238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504" name="Freeform: Shape 503">
                    <a:extLst>
                      <a:ext uri="{FF2B5EF4-FFF2-40B4-BE49-F238E27FC236}">
                        <a16:creationId xmlns:a16="http://schemas.microsoft.com/office/drawing/2014/main" id="{994D5900-0123-290B-437A-59F47B6345E0}"/>
                      </a:ext>
                    </a:extLst>
                  </p:cNvPr>
                  <p:cNvSpPr/>
                  <p:nvPr/>
                </p:nvSpPr>
                <p:spPr>
                  <a:xfrm>
                    <a:off x="5210027" y="2176900"/>
                    <a:ext cx="50186" cy="29682"/>
                  </a:xfrm>
                  <a:custGeom>
                    <a:avLst/>
                    <a:gdLst>
                      <a:gd name="csX0" fmla="*/ 751 w 50186"/>
                      <a:gd name="csY0" fmla="*/ 0 h 29682"/>
                      <a:gd name="csX1" fmla="*/ 50186 w 50186"/>
                      <a:gd name="csY1" fmla="*/ 9783 h 29682"/>
                      <a:gd name="csX2" fmla="*/ 19494 w 50186"/>
                      <a:gd name="csY2" fmla="*/ 29198 h 29682"/>
                      <a:gd name="csX3" fmla="*/ 376 w 50186"/>
                      <a:gd name="csY3" fmla="*/ 1716 h 29682"/>
                      <a:gd name="csX4" fmla="*/ 751 w 50186"/>
                      <a:gd name="csY4" fmla="*/ 0 h 2968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50186" h="29682">
                        <a:moveTo>
                          <a:pt x="751" y="0"/>
                        </a:moveTo>
                        <a:lnTo>
                          <a:pt x="50186" y="9783"/>
                        </a:lnTo>
                        <a:cubicBezTo>
                          <a:pt x="46691" y="23346"/>
                          <a:pt x="33248" y="31851"/>
                          <a:pt x="19494" y="29198"/>
                        </a:cubicBezTo>
                        <a:cubicBezTo>
                          <a:pt x="6626" y="26889"/>
                          <a:pt x="-1933" y="14585"/>
                          <a:pt x="376" y="1716"/>
                        </a:cubicBezTo>
                        <a:cubicBezTo>
                          <a:pt x="480" y="1140"/>
                          <a:pt x="605" y="567"/>
                          <a:pt x="751" y="0"/>
                        </a:cubicBezTo>
                        <a:close/>
                      </a:path>
                    </a:pathLst>
                  </a:custGeom>
                  <a:solidFill>
                    <a:srgbClr val="9A4A4D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505" name="Freeform: Shape 504">
                    <a:extLst>
                      <a:ext uri="{FF2B5EF4-FFF2-40B4-BE49-F238E27FC236}">
                        <a16:creationId xmlns:a16="http://schemas.microsoft.com/office/drawing/2014/main" id="{960D9F22-4284-9FED-9779-10F962E92AA7}"/>
                      </a:ext>
                    </a:extLst>
                  </p:cNvPr>
                  <p:cNvSpPr/>
                  <p:nvPr/>
                </p:nvSpPr>
                <p:spPr>
                  <a:xfrm>
                    <a:off x="5278285" y="2042830"/>
                    <a:ext cx="28177" cy="21832"/>
                  </a:xfrm>
                  <a:custGeom>
                    <a:avLst/>
                    <a:gdLst>
                      <a:gd name="csX0" fmla="*/ 26510 w 28177"/>
                      <a:gd name="csY0" fmla="*/ 21833 h 21832"/>
                      <a:gd name="csX1" fmla="*/ 0 w 28177"/>
                      <a:gd name="csY1" fmla="*/ 7868 h 21832"/>
                      <a:gd name="csX2" fmla="*/ 20013 w 28177"/>
                      <a:gd name="csY2" fmla="*/ 1670 h 21832"/>
                      <a:gd name="csX3" fmla="*/ 26550 w 28177"/>
                      <a:gd name="csY3" fmla="*/ 21755 h 21832"/>
                      <a:gd name="csX4" fmla="*/ 26510 w 28177"/>
                      <a:gd name="csY4" fmla="*/ 21833 h 218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28177" h="21832">
                        <a:moveTo>
                          <a:pt x="26510" y="21833"/>
                        </a:moveTo>
                        <a:lnTo>
                          <a:pt x="0" y="7868"/>
                        </a:lnTo>
                        <a:cubicBezTo>
                          <a:pt x="3860" y="685"/>
                          <a:pt x="12769" y="-2074"/>
                          <a:pt x="20013" y="1670"/>
                        </a:cubicBezTo>
                        <a:cubicBezTo>
                          <a:pt x="27364" y="5411"/>
                          <a:pt x="30291" y="14403"/>
                          <a:pt x="26550" y="21755"/>
                        </a:cubicBezTo>
                        <a:cubicBezTo>
                          <a:pt x="26537" y="21781"/>
                          <a:pt x="26523" y="21807"/>
                          <a:pt x="26510" y="21833"/>
                        </a:cubicBezTo>
                        <a:close/>
                      </a:path>
                    </a:pathLst>
                  </a:custGeom>
                  <a:solidFill>
                    <a:srgbClr val="263238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506" name="Freeform: Shape 505">
                    <a:extLst>
                      <a:ext uri="{FF2B5EF4-FFF2-40B4-BE49-F238E27FC236}">
                        <a16:creationId xmlns:a16="http://schemas.microsoft.com/office/drawing/2014/main" id="{5D8E932B-FA1B-A151-3DBF-4536CB4FFBF1}"/>
                      </a:ext>
                    </a:extLst>
                  </p:cNvPr>
                  <p:cNvSpPr/>
                  <p:nvPr/>
                </p:nvSpPr>
                <p:spPr>
                  <a:xfrm>
                    <a:off x="5239304" y="2079896"/>
                    <a:ext cx="59292" cy="84682"/>
                  </a:xfrm>
                  <a:custGeom>
                    <a:avLst/>
                    <a:gdLst>
                      <a:gd name="csX0" fmla="*/ 0 w 59292"/>
                      <a:gd name="csY0" fmla="*/ 0 h 84682"/>
                      <a:gd name="csX1" fmla="*/ 12695 w 59292"/>
                      <a:gd name="csY1" fmla="*/ 84683 h 84682"/>
                      <a:gd name="csX2" fmla="*/ 59293 w 59292"/>
                      <a:gd name="csY2" fmla="*/ 68777 h 84682"/>
                      <a:gd name="csX3" fmla="*/ 0 w 59292"/>
                      <a:gd name="csY3" fmla="*/ 0 h 8468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</a:cxnLst>
                    <a:rect l="l" t="t" r="r" b="b"/>
                    <a:pathLst>
                      <a:path w="59292" h="84682">
                        <a:moveTo>
                          <a:pt x="0" y="0"/>
                        </a:moveTo>
                        <a:lnTo>
                          <a:pt x="12695" y="84683"/>
                        </a:lnTo>
                        <a:lnTo>
                          <a:pt x="59293" y="68777"/>
                        </a:lnTo>
                        <a:cubicBezTo>
                          <a:pt x="44200" y="42205"/>
                          <a:pt x="24058" y="18842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9A4A4D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507" name="Freeform: Shape 506">
                    <a:extLst>
                      <a:ext uri="{FF2B5EF4-FFF2-40B4-BE49-F238E27FC236}">
                        <a16:creationId xmlns:a16="http://schemas.microsoft.com/office/drawing/2014/main" id="{E613176C-3E10-A637-6629-44BD12CEE7CF}"/>
                      </a:ext>
                    </a:extLst>
                  </p:cNvPr>
                  <p:cNvSpPr/>
                  <p:nvPr/>
                </p:nvSpPr>
                <p:spPr>
                  <a:xfrm>
                    <a:off x="5108248" y="2191835"/>
                    <a:ext cx="129786" cy="94241"/>
                  </a:xfrm>
                  <a:custGeom>
                    <a:avLst/>
                    <a:gdLst>
                      <a:gd name="csX0" fmla="*/ 128368 w 129786"/>
                      <a:gd name="csY0" fmla="*/ 75721 h 94241"/>
                      <a:gd name="csX1" fmla="*/ 28676 w 129786"/>
                      <a:gd name="csY1" fmla="*/ 48763 h 94241"/>
                      <a:gd name="csX2" fmla="*/ 0 w 129786"/>
                      <a:gd name="csY2" fmla="*/ 0 h 94241"/>
                      <a:gd name="csX3" fmla="*/ 18893 w 129786"/>
                      <a:gd name="csY3" fmla="*/ 57202 h 94241"/>
                      <a:gd name="csX4" fmla="*/ 76767 w 129786"/>
                      <a:gd name="csY4" fmla="*/ 88939 h 94241"/>
                      <a:gd name="csX5" fmla="*/ 129787 w 129786"/>
                      <a:gd name="csY5" fmla="*/ 94241 h 9424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129786" h="94241">
                        <a:moveTo>
                          <a:pt x="128368" y="75721"/>
                        </a:moveTo>
                        <a:cubicBezTo>
                          <a:pt x="97975" y="75721"/>
                          <a:pt x="45627" y="64371"/>
                          <a:pt x="28676" y="48763"/>
                        </a:cubicBezTo>
                        <a:cubicBezTo>
                          <a:pt x="11724" y="33156"/>
                          <a:pt x="0" y="0"/>
                          <a:pt x="0" y="0"/>
                        </a:cubicBezTo>
                        <a:cubicBezTo>
                          <a:pt x="0" y="0"/>
                          <a:pt x="5526" y="39130"/>
                          <a:pt x="18893" y="57202"/>
                        </a:cubicBezTo>
                        <a:cubicBezTo>
                          <a:pt x="32260" y="75273"/>
                          <a:pt x="57277" y="85205"/>
                          <a:pt x="76767" y="88939"/>
                        </a:cubicBezTo>
                        <a:cubicBezTo>
                          <a:pt x="94331" y="91666"/>
                          <a:pt x="112030" y="93436"/>
                          <a:pt x="129787" y="94241"/>
                        </a:cubicBezTo>
                        <a:close/>
                      </a:path>
                    </a:pathLst>
                  </a:custGeom>
                  <a:solidFill>
                    <a:srgbClr val="9A4A4D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508" name="Freeform: Shape 507">
                    <a:extLst>
                      <a:ext uri="{FF2B5EF4-FFF2-40B4-BE49-F238E27FC236}">
                        <a16:creationId xmlns:a16="http://schemas.microsoft.com/office/drawing/2014/main" id="{0BCB8059-4818-DF7D-0A4B-EAA88E7366C1}"/>
                      </a:ext>
                    </a:extLst>
                  </p:cNvPr>
                  <p:cNvSpPr/>
                  <p:nvPr/>
                </p:nvSpPr>
                <p:spPr>
                  <a:xfrm>
                    <a:off x="5179786" y="2094295"/>
                    <a:ext cx="25241" cy="25240"/>
                  </a:xfrm>
                  <a:custGeom>
                    <a:avLst/>
                    <a:gdLst>
                      <a:gd name="csX0" fmla="*/ 1 w 25241"/>
                      <a:gd name="csY0" fmla="*/ 12560 h 25240"/>
                      <a:gd name="csX1" fmla="*/ 12561 w 25241"/>
                      <a:gd name="csY1" fmla="*/ 25240 h 25240"/>
                      <a:gd name="csX2" fmla="*/ 25241 w 25241"/>
                      <a:gd name="csY2" fmla="*/ 12681 h 25240"/>
                      <a:gd name="csX3" fmla="*/ 12682 w 25241"/>
                      <a:gd name="csY3" fmla="*/ 0 h 25240"/>
                      <a:gd name="csX4" fmla="*/ 12024 w 25241"/>
                      <a:gd name="csY4" fmla="*/ 14 h 25240"/>
                      <a:gd name="csX5" fmla="*/ 1 w 25241"/>
                      <a:gd name="csY5" fmla="*/ 12560 h 2524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25241" h="25240">
                        <a:moveTo>
                          <a:pt x="1" y="12560"/>
                        </a:moveTo>
                        <a:cubicBezTo>
                          <a:pt x="-32" y="19530"/>
                          <a:pt x="5591" y="25207"/>
                          <a:pt x="12561" y="25240"/>
                        </a:cubicBezTo>
                        <a:cubicBezTo>
                          <a:pt x="19530" y="25274"/>
                          <a:pt x="25208" y="19651"/>
                          <a:pt x="25241" y="12681"/>
                        </a:cubicBezTo>
                        <a:cubicBezTo>
                          <a:pt x="25275" y="5711"/>
                          <a:pt x="19652" y="34"/>
                          <a:pt x="12682" y="0"/>
                        </a:cubicBezTo>
                        <a:cubicBezTo>
                          <a:pt x="12462" y="-1"/>
                          <a:pt x="12243" y="4"/>
                          <a:pt x="12024" y="14"/>
                        </a:cubicBezTo>
                        <a:cubicBezTo>
                          <a:pt x="5265" y="217"/>
                          <a:pt x="-84" y="5799"/>
                          <a:pt x="1" y="12560"/>
                        </a:cubicBezTo>
                        <a:close/>
                      </a:path>
                    </a:pathLst>
                  </a:custGeom>
                  <a:solidFill>
                    <a:srgbClr val="263238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509" name="Freeform: Shape 508">
                    <a:extLst>
                      <a:ext uri="{FF2B5EF4-FFF2-40B4-BE49-F238E27FC236}">
                        <a16:creationId xmlns:a16="http://schemas.microsoft.com/office/drawing/2014/main" id="{DC1FE672-6586-F4CC-57F0-E0E37B90402A}"/>
                      </a:ext>
                    </a:extLst>
                  </p:cNvPr>
                  <p:cNvSpPr/>
                  <p:nvPr/>
                </p:nvSpPr>
                <p:spPr>
                  <a:xfrm>
                    <a:off x="5281413" y="2080704"/>
                    <a:ext cx="25247" cy="25240"/>
                  </a:xfrm>
                  <a:custGeom>
                    <a:avLst/>
                    <a:gdLst>
                      <a:gd name="csX0" fmla="*/ 8 w 25247"/>
                      <a:gd name="csY0" fmla="*/ 12784 h 25240"/>
                      <a:gd name="csX1" fmla="*/ 12791 w 25247"/>
                      <a:gd name="csY1" fmla="*/ 25239 h 25240"/>
                      <a:gd name="csX2" fmla="*/ 25247 w 25247"/>
                      <a:gd name="csY2" fmla="*/ 12457 h 25240"/>
                      <a:gd name="csX3" fmla="*/ 12464 w 25247"/>
                      <a:gd name="csY3" fmla="*/ 1 h 25240"/>
                      <a:gd name="csX4" fmla="*/ 12031 w 25247"/>
                      <a:gd name="csY4" fmla="*/ 14 h 25240"/>
                      <a:gd name="csX5" fmla="*/ 3 w 25247"/>
                      <a:gd name="csY5" fmla="*/ 12623 h 25240"/>
                      <a:gd name="csX6" fmla="*/ 8 w 25247"/>
                      <a:gd name="csY6" fmla="*/ 12784 h 2524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25247" h="25240">
                        <a:moveTo>
                          <a:pt x="8" y="12784"/>
                        </a:moveTo>
                        <a:cubicBezTo>
                          <a:pt x="99" y="19753"/>
                          <a:pt x="5822" y="25330"/>
                          <a:pt x="12791" y="25239"/>
                        </a:cubicBezTo>
                        <a:cubicBezTo>
                          <a:pt x="19760" y="25149"/>
                          <a:pt x="25337" y="19426"/>
                          <a:pt x="25247" y="12457"/>
                        </a:cubicBezTo>
                        <a:cubicBezTo>
                          <a:pt x="25156" y="5487"/>
                          <a:pt x="19433" y="-89"/>
                          <a:pt x="12464" y="1"/>
                        </a:cubicBezTo>
                        <a:cubicBezTo>
                          <a:pt x="12320" y="3"/>
                          <a:pt x="12175" y="7"/>
                          <a:pt x="12031" y="14"/>
                        </a:cubicBezTo>
                        <a:cubicBezTo>
                          <a:pt x="5228" y="175"/>
                          <a:pt x="-157" y="5820"/>
                          <a:pt x="3" y="12623"/>
                        </a:cubicBezTo>
                        <a:cubicBezTo>
                          <a:pt x="5" y="12676"/>
                          <a:pt x="6" y="12730"/>
                          <a:pt x="8" y="12784"/>
                        </a:cubicBezTo>
                        <a:close/>
                      </a:path>
                    </a:pathLst>
                  </a:custGeom>
                  <a:solidFill>
                    <a:srgbClr val="263238"/>
                  </a:solidFill>
                  <a:ln w="7449" cap="flat">
                    <a:noFill/>
                    <a:prstDash val="solid"/>
                    <a:miter/>
                  </a:ln>
                </p:spPr>
              </p:sp>
              <p:sp>
                <p:nvSpPr>
                  <p:cNvPr id="510" name="Freeform: Shape 509">
                    <a:extLst>
                      <a:ext uri="{FF2B5EF4-FFF2-40B4-BE49-F238E27FC236}">
                        <a16:creationId xmlns:a16="http://schemas.microsoft.com/office/drawing/2014/main" id="{B549753E-0733-BBEE-6354-A090E00FB271}"/>
                      </a:ext>
                    </a:extLst>
                  </p:cNvPr>
                  <p:cNvSpPr/>
                  <p:nvPr/>
                </p:nvSpPr>
                <p:spPr>
                  <a:xfrm>
                    <a:off x="5211151" y="2186947"/>
                    <a:ext cx="33678" cy="19588"/>
                  </a:xfrm>
                  <a:custGeom>
                    <a:avLst/>
                    <a:gdLst>
                      <a:gd name="csX0" fmla="*/ 0 w 33678"/>
                      <a:gd name="csY0" fmla="*/ 2722 h 19588"/>
                      <a:gd name="csX1" fmla="*/ 9857 w 33678"/>
                      <a:gd name="csY1" fmla="*/ 34 h 19588"/>
                      <a:gd name="csX2" fmla="*/ 33679 w 33678"/>
                      <a:gd name="csY2" fmla="*/ 17508 h 19588"/>
                      <a:gd name="csX3" fmla="*/ 18744 w 33678"/>
                      <a:gd name="csY3" fmla="*/ 19151 h 19588"/>
                      <a:gd name="csX4" fmla="*/ 0 w 33678"/>
                      <a:gd name="csY4" fmla="*/ 2722 h 1958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3678" h="19588">
                        <a:moveTo>
                          <a:pt x="0" y="2722"/>
                        </a:moveTo>
                        <a:cubicBezTo>
                          <a:pt x="3070" y="1170"/>
                          <a:pt x="6424" y="255"/>
                          <a:pt x="9857" y="34"/>
                        </a:cubicBezTo>
                        <a:cubicBezTo>
                          <a:pt x="20948" y="-564"/>
                          <a:pt x="30918" y="6750"/>
                          <a:pt x="33679" y="17508"/>
                        </a:cubicBezTo>
                        <a:cubicBezTo>
                          <a:pt x="28971" y="19515"/>
                          <a:pt x="23775" y="20086"/>
                          <a:pt x="18744" y="19151"/>
                        </a:cubicBezTo>
                        <a:cubicBezTo>
                          <a:pt x="9885" y="17674"/>
                          <a:pt x="2626" y="11311"/>
                          <a:pt x="0" y="2722"/>
                        </a:cubicBezTo>
                        <a:close/>
                      </a:path>
                    </a:pathLst>
                  </a:custGeom>
                  <a:solidFill>
                    <a:srgbClr val="FFA8A7"/>
                  </a:solidFill>
                  <a:ln w="7449" cap="flat">
                    <a:noFill/>
                    <a:prstDash val="solid"/>
                    <a:miter/>
                  </a:ln>
                </p:spPr>
              </p:sp>
            </p:grpSp>
            <p:sp>
              <p:nvSpPr>
                <p:cNvPr id="511" name="Freeform: Shape 510">
                  <a:extLst>
                    <a:ext uri="{FF2B5EF4-FFF2-40B4-BE49-F238E27FC236}">
                      <a16:creationId xmlns:a16="http://schemas.microsoft.com/office/drawing/2014/main" id="{377B491C-3D39-FD5B-288E-6A5EB04358D3}"/>
                    </a:ext>
                  </a:extLst>
                </p:cNvPr>
                <p:cNvSpPr/>
                <p:nvPr/>
              </p:nvSpPr>
              <p:spPr>
                <a:xfrm>
                  <a:off x="5064488" y="2267781"/>
                  <a:ext cx="222249" cy="132475"/>
                </a:xfrm>
                <a:custGeom>
                  <a:avLst/>
                  <a:gdLst>
                    <a:gd name="csX0" fmla="*/ 144423 w 222249"/>
                    <a:gd name="csY0" fmla="*/ 79231 h 132475"/>
                    <a:gd name="csX1" fmla="*/ 31140 w 222249"/>
                    <a:gd name="csY1" fmla="*/ 21656 h 132475"/>
                    <a:gd name="csX2" fmla="*/ 30244 w 222249"/>
                    <a:gd name="csY2" fmla="*/ 9783 h 132475"/>
                    <a:gd name="csX3" fmla="*/ 20984 w 222249"/>
                    <a:gd name="csY3" fmla="*/ 18520 h 132475"/>
                    <a:gd name="csX4" fmla="*/ 0 w 222249"/>
                    <a:gd name="csY4" fmla="*/ 55111 h 132475"/>
                    <a:gd name="csX5" fmla="*/ 53692 w 222249"/>
                    <a:gd name="csY5" fmla="*/ 108877 h 132475"/>
                    <a:gd name="csX6" fmla="*/ 136806 w 222249"/>
                    <a:gd name="csY6" fmla="*/ 132475 h 132475"/>
                    <a:gd name="csX7" fmla="*/ 142855 w 222249"/>
                    <a:gd name="csY7" fmla="*/ 101709 h 132475"/>
                    <a:gd name="csX8" fmla="*/ 177804 w 222249"/>
                    <a:gd name="csY8" fmla="*/ 112089 h 132475"/>
                    <a:gd name="csX9" fmla="*/ 144423 w 222249"/>
                    <a:gd name="csY9" fmla="*/ 79231 h 132475"/>
                    <a:gd name="csX10" fmla="*/ 219099 w 222249"/>
                    <a:gd name="csY10" fmla="*/ 61160 h 132475"/>
                    <a:gd name="csX11" fmla="*/ 203268 w 222249"/>
                    <a:gd name="csY11" fmla="*/ 19266 h 132475"/>
                    <a:gd name="csX12" fmla="*/ 184599 w 222249"/>
                    <a:gd name="csY12" fmla="*/ 0 h 132475"/>
                    <a:gd name="csX13" fmla="*/ 172203 w 222249"/>
                    <a:gd name="csY13" fmla="*/ 0 h 132475"/>
                    <a:gd name="csX14" fmla="*/ 174966 w 222249"/>
                    <a:gd name="csY14" fmla="*/ 36442 h 132475"/>
                    <a:gd name="csX15" fmla="*/ 174966 w 222249"/>
                    <a:gd name="csY15" fmla="*/ 60338 h 132475"/>
                    <a:gd name="csX16" fmla="*/ 177580 w 222249"/>
                    <a:gd name="csY16" fmla="*/ 112611 h 132475"/>
                    <a:gd name="csX17" fmla="*/ 196697 w 222249"/>
                    <a:gd name="csY17" fmla="*/ 84533 h 132475"/>
                    <a:gd name="csX18" fmla="*/ 216934 w 222249"/>
                    <a:gd name="csY18" fmla="*/ 112686 h 132475"/>
                    <a:gd name="csX19" fmla="*/ 218950 w 222249"/>
                    <a:gd name="csY19" fmla="*/ 61160 h 13247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</a:cxnLst>
                  <a:rect l="l" t="t" r="r" b="b"/>
                  <a:pathLst>
                    <a:path w="222249" h="132475">
                      <a:moveTo>
                        <a:pt x="144423" y="79231"/>
                      </a:moveTo>
                      <a:cubicBezTo>
                        <a:pt x="133371" y="71764"/>
                        <a:pt x="53319" y="51078"/>
                        <a:pt x="31140" y="21656"/>
                      </a:cubicBezTo>
                      <a:lnTo>
                        <a:pt x="30244" y="9783"/>
                      </a:lnTo>
                      <a:cubicBezTo>
                        <a:pt x="30244" y="9783"/>
                        <a:pt x="26137" y="9783"/>
                        <a:pt x="20984" y="18520"/>
                      </a:cubicBezTo>
                      <a:cubicBezTo>
                        <a:pt x="15831" y="27257"/>
                        <a:pt x="0" y="55111"/>
                        <a:pt x="0" y="55111"/>
                      </a:cubicBezTo>
                      <a:cubicBezTo>
                        <a:pt x="12568" y="77663"/>
                        <a:pt x="31157" y="96278"/>
                        <a:pt x="53692" y="108877"/>
                      </a:cubicBezTo>
                      <a:cubicBezTo>
                        <a:pt x="79076" y="123362"/>
                        <a:pt x="107599" y="131460"/>
                        <a:pt x="136806" y="132475"/>
                      </a:cubicBezTo>
                      <a:cubicBezTo>
                        <a:pt x="136761" y="121920"/>
                        <a:pt x="138817" y="111461"/>
                        <a:pt x="142855" y="101709"/>
                      </a:cubicBezTo>
                      <a:cubicBezTo>
                        <a:pt x="147410" y="92822"/>
                        <a:pt x="165258" y="109923"/>
                        <a:pt x="177804" y="112089"/>
                      </a:cubicBezTo>
                      <a:cubicBezTo>
                        <a:pt x="161001" y="102082"/>
                        <a:pt x="156148" y="87296"/>
                        <a:pt x="144423" y="79231"/>
                      </a:cubicBezTo>
                      <a:close/>
                      <a:moveTo>
                        <a:pt x="219099" y="61160"/>
                      </a:moveTo>
                      <a:cubicBezTo>
                        <a:pt x="214831" y="46835"/>
                        <a:pt x="209540" y="32834"/>
                        <a:pt x="203268" y="19266"/>
                      </a:cubicBezTo>
                      <a:lnTo>
                        <a:pt x="184599" y="0"/>
                      </a:lnTo>
                      <a:lnTo>
                        <a:pt x="172203" y="0"/>
                      </a:lnTo>
                      <a:lnTo>
                        <a:pt x="174966" y="36442"/>
                      </a:lnTo>
                      <a:cubicBezTo>
                        <a:pt x="174966" y="36442"/>
                        <a:pt x="174966" y="48539"/>
                        <a:pt x="174966" y="60338"/>
                      </a:cubicBezTo>
                      <a:cubicBezTo>
                        <a:pt x="174966" y="72137"/>
                        <a:pt x="179372" y="100365"/>
                        <a:pt x="177580" y="112611"/>
                      </a:cubicBezTo>
                      <a:cubicBezTo>
                        <a:pt x="183628" y="106787"/>
                        <a:pt x="187511" y="81845"/>
                        <a:pt x="196697" y="84533"/>
                      </a:cubicBezTo>
                      <a:cubicBezTo>
                        <a:pt x="205882" y="87221"/>
                        <a:pt x="216934" y="112686"/>
                        <a:pt x="216934" y="112686"/>
                      </a:cubicBezTo>
                      <a:cubicBezTo>
                        <a:pt x="223248" y="96199"/>
                        <a:pt x="223957" y="78090"/>
                        <a:pt x="218950" y="6116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7449" cap="flat">
                  <a:noFill/>
                  <a:prstDash val="solid"/>
                  <a:miter/>
                </a:ln>
              </p:spPr>
            </p:sp>
          </p:grpSp>
        </p:grpSp>
        <p:grpSp>
          <p:nvGrpSpPr>
            <p:cNvPr id="512" name="Graphic 4">
              <a:extLst>
                <a:ext uri="{FF2B5EF4-FFF2-40B4-BE49-F238E27FC236}">
                  <a16:creationId xmlns:a16="http://schemas.microsoft.com/office/drawing/2014/main" id="{1259D566-5004-4786-A71B-6B3C081A01FA}"/>
                </a:ext>
              </a:extLst>
            </p:cNvPr>
            <p:cNvGrpSpPr/>
            <p:nvPr/>
          </p:nvGrpSpPr>
          <p:grpSpPr>
            <a:xfrm>
              <a:off x="4751790" y="1216704"/>
              <a:ext cx="3340450" cy="2146804"/>
              <a:chOff x="4751790" y="1216704"/>
              <a:chExt cx="3340450" cy="2146804"/>
            </a:xfrm>
            <a:solidFill>
              <a:srgbClr val="E0E0E0"/>
            </a:solidFill>
          </p:grpSpPr>
          <p:grpSp>
            <p:nvGrpSpPr>
              <p:cNvPr id="513" name="Graphic 4">
                <a:extLst>
                  <a:ext uri="{FF2B5EF4-FFF2-40B4-BE49-F238E27FC236}">
                    <a16:creationId xmlns:a16="http://schemas.microsoft.com/office/drawing/2014/main" id="{83329BDA-3973-67E1-6D3E-394C368EABB3}"/>
                  </a:ext>
                </a:extLst>
              </p:cNvPr>
              <p:cNvGrpSpPr/>
              <p:nvPr/>
            </p:nvGrpSpPr>
            <p:grpSpPr>
              <a:xfrm>
                <a:off x="7910016" y="3140992"/>
                <a:ext cx="182225" cy="211532"/>
                <a:chOff x="7910016" y="3140992"/>
                <a:chExt cx="182225" cy="211532"/>
              </a:xfrm>
              <a:solidFill>
                <a:srgbClr val="E0E0E0"/>
              </a:solidFill>
            </p:grpSpPr>
            <p:sp>
              <p:nvSpPr>
                <p:cNvPr id="514" name="Freeform: Shape 513">
                  <a:extLst>
                    <a:ext uri="{FF2B5EF4-FFF2-40B4-BE49-F238E27FC236}">
                      <a16:creationId xmlns:a16="http://schemas.microsoft.com/office/drawing/2014/main" id="{0F7F7DA9-A24E-4BD7-6FD9-5D339EB13514}"/>
                    </a:ext>
                  </a:extLst>
                </p:cNvPr>
                <p:cNvSpPr/>
                <p:nvPr/>
              </p:nvSpPr>
              <p:spPr>
                <a:xfrm>
                  <a:off x="7959302" y="3140992"/>
                  <a:ext cx="132939" cy="183080"/>
                </a:xfrm>
                <a:custGeom>
                  <a:avLst/>
                  <a:gdLst>
                    <a:gd name="csX0" fmla="*/ 0 w 132939"/>
                    <a:gd name="csY0" fmla="*/ 88168 h 183080"/>
                    <a:gd name="csX1" fmla="*/ 12695 w 132939"/>
                    <a:gd name="csY1" fmla="*/ 40599 h 183080"/>
                    <a:gd name="csX2" fmla="*/ 1792 w 132939"/>
                    <a:gd name="csY2" fmla="*/ 6472 h 183080"/>
                    <a:gd name="csX3" fmla="*/ 32409 w 132939"/>
                    <a:gd name="csY3" fmla="*/ 7592 h 183080"/>
                    <a:gd name="csX4" fmla="*/ 49734 w 132939"/>
                    <a:gd name="csY4" fmla="*/ 50531 h 183080"/>
                    <a:gd name="csX5" fmla="*/ 100589 w 132939"/>
                    <a:gd name="csY5" fmla="*/ 34401 h 183080"/>
                    <a:gd name="csX6" fmla="*/ 120751 w 132939"/>
                    <a:gd name="csY6" fmla="*/ 45453 h 183080"/>
                    <a:gd name="csX7" fmla="*/ 117241 w 132939"/>
                    <a:gd name="csY7" fmla="*/ 62927 h 183080"/>
                    <a:gd name="csX8" fmla="*/ 132177 w 132939"/>
                    <a:gd name="csY8" fmla="*/ 73979 h 183080"/>
                    <a:gd name="csX9" fmla="*/ 124709 w 132939"/>
                    <a:gd name="csY9" fmla="*/ 93320 h 183080"/>
                    <a:gd name="csX10" fmla="*/ 132177 w 132939"/>
                    <a:gd name="csY10" fmla="*/ 104372 h 183080"/>
                    <a:gd name="csX11" fmla="*/ 122618 w 132939"/>
                    <a:gd name="csY11" fmla="*/ 123788 h 183080"/>
                    <a:gd name="csX12" fmla="*/ 128518 w 132939"/>
                    <a:gd name="csY12" fmla="*/ 134616 h 183080"/>
                    <a:gd name="csX13" fmla="*/ 114852 w 132939"/>
                    <a:gd name="csY13" fmla="*/ 156496 h 183080"/>
                    <a:gd name="csX14" fmla="*/ 30244 w 132939"/>
                    <a:gd name="csY14" fmla="*/ 183081 h 18308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132939" h="183080">
                      <a:moveTo>
                        <a:pt x="0" y="88168"/>
                      </a:moveTo>
                      <a:cubicBezTo>
                        <a:pt x="0" y="88168"/>
                        <a:pt x="12247" y="46797"/>
                        <a:pt x="12695" y="40599"/>
                      </a:cubicBezTo>
                      <a:cubicBezTo>
                        <a:pt x="13143" y="34401"/>
                        <a:pt x="3211" y="10729"/>
                        <a:pt x="1792" y="6472"/>
                      </a:cubicBezTo>
                      <a:cubicBezTo>
                        <a:pt x="373" y="2215"/>
                        <a:pt x="20760" y="-6223"/>
                        <a:pt x="32409" y="7592"/>
                      </a:cubicBezTo>
                      <a:cubicBezTo>
                        <a:pt x="43044" y="19429"/>
                        <a:pt x="49176" y="34628"/>
                        <a:pt x="49734" y="50531"/>
                      </a:cubicBezTo>
                      <a:lnTo>
                        <a:pt x="100589" y="34401"/>
                      </a:lnTo>
                      <a:cubicBezTo>
                        <a:pt x="109207" y="31897"/>
                        <a:pt x="118226" y="36841"/>
                        <a:pt x="120751" y="45453"/>
                      </a:cubicBezTo>
                      <a:cubicBezTo>
                        <a:pt x="122797" y="51486"/>
                        <a:pt x="121459" y="58152"/>
                        <a:pt x="117241" y="62927"/>
                      </a:cubicBezTo>
                      <a:cubicBezTo>
                        <a:pt x="124184" y="62689"/>
                        <a:pt x="130374" y="67270"/>
                        <a:pt x="132177" y="73979"/>
                      </a:cubicBezTo>
                      <a:cubicBezTo>
                        <a:pt x="134494" y="81378"/>
                        <a:pt x="131397" y="89398"/>
                        <a:pt x="124709" y="93320"/>
                      </a:cubicBezTo>
                      <a:cubicBezTo>
                        <a:pt x="128367" y="96063"/>
                        <a:pt x="130997" y="99955"/>
                        <a:pt x="132177" y="104372"/>
                      </a:cubicBezTo>
                      <a:cubicBezTo>
                        <a:pt x="133570" y="112237"/>
                        <a:pt x="129701" y="120096"/>
                        <a:pt x="122618" y="123788"/>
                      </a:cubicBezTo>
                      <a:cubicBezTo>
                        <a:pt x="125256" y="126989"/>
                        <a:pt x="127259" y="130664"/>
                        <a:pt x="128518" y="134616"/>
                      </a:cubicBezTo>
                      <a:cubicBezTo>
                        <a:pt x="130668" y="144412"/>
                        <a:pt x="124598" y="154131"/>
                        <a:pt x="114852" y="156496"/>
                      </a:cubicBezTo>
                      <a:lnTo>
                        <a:pt x="30244" y="183081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515" name="Freeform: Shape 514">
                  <a:extLst>
                    <a:ext uri="{FF2B5EF4-FFF2-40B4-BE49-F238E27FC236}">
                      <a16:creationId xmlns:a16="http://schemas.microsoft.com/office/drawing/2014/main" id="{80EFE3F3-0A05-8A7A-35A9-6D04D8F90DDB}"/>
                    </a:ext>
                  </a:extLst>
                </p:cNvPr>
                <p:cNvSpPr/>
                <p:nvPr/>
              </p:nvSpPr>
              <p:spPr>
                <a:xfrm>
                  <a:off x="7910016" y="3230205"/>
                  <a:ext cx="71913" cy="122319"/>
                </a:xfrm>
                <a:custGeom>
                  <a:avLst/>
                  <a:gdLst>
                    <a:gd name="csX0" fmla="*/ 0 w 71913"/>
                    <a:gd name="csY0" fmla="*/ 11724 h 122319"/>
                    <a:gd name="csX1" fmla="*/ 35247 w 71913"/>
                    <a:gd name="csY1" fmla="*/ 122319 h 122319"/>
                    <a:gd name="csX2" fmla="*/ 71913 w 71913"/>
                    <a:gd name="csY2" fmla="*/ 110670 h 122319"/>
                    <a:gd name="csX3" fmla="*/ 36666 w 71913"/>
                    <a:gd name="csY3" fmla="*/ 0 h 122319"/>
                    <a:gd name="csX4" fmla="*/ 40923 w 71913"/>
                    <a:gd name="csY4" fmla="*/ 99543 h 122319"/>
                    <a:gd name="csX5" fmla="*/ 47721 w 71913"/>
                    <a:gd name="csY5" fmla="*/ 90517 h 122319"/>
                    <a:gd name="csX6" fmla="*/ 47793 w 71913"/>
                    <a:gd name="csY6" fmla="*/ 90507 h 122319"/>
                    <a:gd name="csX7" fmla="*/ 56806 w 71913"/>
                    <a:gd name="csY7" fmla="*/ 97146 h 122319"/>
                    <a:gd name="csX8" fmla="*/ 56828 w 71913"/>
                    <a:gd name="csY8" fmla="*/ 97303 h 122319"/>
                    <a:gd name="csX9" fmla="*/ 50825 w 71913"/>
                    <a:gd name="csY9" fmla="*/ 107001 h 122319"/>
                    <a:gd name="csX10" fmla="*/ 41127 w 71913"/>
                    <a:gd name="csY10" fmla="*/ 100998 h 122319"/>
                    <a:gd name="csX11" fmla="*/ 40922 w 71913"/>
                    <a:gd name="csY11" fmla="*/ 99543 h 12231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71913" h="122319">
                      <a:moveTo>
                        <a:pt x="0" y="11724"/>
                      </a:moveTo>
                      <a:lnTo>
                        <a:pt x="35247" y="122319"/>
                      </a:lnTo>
                      <a:lnTo>
                        <a:pt x="71913" y="110670"/>
                      </a:lnTo>
                      <a:lnTo>
                        <a:pt x="36666" y="0"/>
                      </a:lnTo>
                      <a:close/>
                      <a:moveTo>
                        <a:pt x="40923" y="99543"/>
                      </a:moveTo>
                      <a:cubicBezTo>
                        <a:pt x="40307" y="95173"/>
                        <a:pt x="43351" y="91132"/>
                        <a:pt x="47721" y="90517"/>
                      </a:cubicBezTo>
                      <a:cubicBezTo>
                        <a:pt x="47745" y="90514"/>
                        <a:pt x="47769" y="90510"/>
                        <a:pt x="47793" y="90507"/>
                      </a:cubicBezTo>
                      <a:cubicBezTo>
                        <a:pt x="52115" y="89851"/>
                        <a:pt x="56150" y="92824"/>
                        <a:pt x="56806" y="97146"/>
                      </a:cubicBezTo>
                      <a:cubicBezTo>
                        <a:pt x="56814" y="97198"/>
                        <a:pt x="56821" y="97250"/>
                        <a:pt x="56828" y="97303"/>
                      </a:cubicBezTo>
                      <a:cubicBezTo>
                        <a:pt x="57849" y="101638"/>
                        <a:pt x="55161" y="105981"/>
                        <a:pt x="50825" y="107001"/>
                      </a:cubicBezTo>
                      <a:cubicBezTo>
                        <a:pt x="46489" y="108021"/>
                        <a:pt x="42147" y="105334"/>
                        <a:pt x="41127" y="100998"/>
                      </a:cubicBezTo>
                      <a:cubicBezTo>
                        <a:pt x="41015" y="100520"/>
                        <a:pt x="40946" y="100033"/>
                        <a:pt x="40922" y="99543"/>
                      </a:cubicBezTo>
                      <a:close/>
                    </a:path>
                  </a:pathLst>
                </a:custGeom>
                <a:solidFill>
                  <a:srgbClr val="E0E0E0"/>
                </a:solidFill>
                <a:ln w="7449" cap="flat">
                  <a:noFill/>
                  <a:prstDash val="solid"/>
                  <a:miter/>
                </a:ln>
              </p:spPr>
            </p:sp>
          </p:grp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390F22C6-3A4B-1C8E-E55C-B462BC8B211A}"/>
                  </a:ext>
                </a:extLst>
              </p:cNvPr>
              <p:cNvSpPr/>
              <p:nvPr/>
            </p:nvSpPr>
            <p:spPr>
              <a:xfrm>
                <a:off x="7729813" y="1216704"/>
                <a:ext cx="269923" cy="313650"/>
              </a:xfrm>
              <a:custGeom>
                <a:avLst/>
                <a:gdLst>
                  <a:gd name="csX0" fmla="*/ 208430 w 269923"/>
                  <a:gd name="csY0" fmla="*/ 313427 h 313650"/>
                  <a:gd name="csX1" fmla="*/ 156530 w 269923"/>
                  <a:gd name="csY1" fmla="*/ 295281 h 313650"/>
                  <a:gd name="csX2" fmla="*/ 153692 w 269923"/>
                  <a:gd name="csY2" fmla="*/ 292817 h 313650"/>
                  <a:gd name="csX3" fmla="*/ 153692 w 269923"/>
                  <a:gd name="csY3" fmla="*/ 289083 h 313650"/>
                  <a:gd name="csX4" fmla="*/ 208355 w 269923"/>
                  <a:gd name="csY4" fmla="*/ 132263 h 313650"/>
                  <a:gd name="csX5" fmla="*/ 214390 w 269923"/>
                  <a:gd name="csY5" fmla="*/ 129219 h 313650"/>
                  <a:gd name="csX6" fmla="*/ 214553 w 269923"/>
                  <a:gd name="csY6" fmla="*/ 129276 h 313650"/>
                  <a:gd name="csX7" fmla="*/ 266827 w 269923"/>
                  <a:gd name="csY7" fmla="*/ 147348 h 313650"/>
                  <a:gd name="csX8" fmla="*/ 269589 w 269923"/>
                  <a:gd name="csY8" fmla="*/ 149812 h 313650"/>
                  <a:gd name="csX9" fmla="*/ 269589 w 269923"/>
                  <a:gd name="csY9" fmla="*/ 153546 h 313650"/>
                  <a:gd name="csX10" fmla="*/ 214927 w 269923"/>
                  <a:gd name="csY10" fmla="*/ 310366 h 313650"/>
                  <a:gd name="csX11" fmla="*/ 209550 w 269923"/>
                  <a:gd name="csY11" fmla="*/ 313577 h 313650"/>
                  <a:gd name="csX12" fmla="*/ 215897 w 269923"/>
                  <a:gd name="csY12" fmla="*/ 140104 h 313650"/>
                  <a:gd name="csX13" fmla="*/ 164446 w 269923"/>
                  <a:gd name="csY13" fmla="*/ 287739 h 313650"/>
                  <a:gd name="csX14" fmla="*/ 207160 w 269923"/>
                  <a:gd name="csY14" fmla="*/ 302674 h 313650"/>
                  <a:gd name="csX15" fmla="*/ 258612 w 269923"/>
                  <a:gd name="csY15" fmla="*/ 155039 h 313650"/>
                  <a:gd name="csX16" fmla="*/ 145851 w 269923"/>
                  <a:gd name="csY16" fmla="*/ 271161 h 313650"/>
                  <a:gd name="csX17" fmla="*/ 26370 w 269923"/>
                  <a:gd name="csY17" fmla="*/ 229641 h 313650"/>
                  <a:gd name="csX18" fmla="*/ 4714 w 269923"/>
                  <a:gd name="csY18" fmla="*/ 191631 h 313650"/>
                  <a:gd name="csX19" fmla="*/ 10912 w 269923"/>
                  <a:gd name="csY19" fmla="*/ 179384 h 313650"/>
                  <a:gd name="csX20" fmla="*/ 980 w 269923"/>
                  <a:gd name="csY20" fmla="*/ 148244 h 313650"/>
                  <a:gd name="csX21" fmla="*/ 8448 w 269923"/>
                  <a:gd name="csY21" fmla="*/ 134578 h 313650"/>
                  <a:gd name="csX22" fmla="*/ 1503 w 269923"/>
                  <a:gd name="csY22" fmla="*/ 104708 h 313650"/>
                  <a:gd name="csX23" fmla="*/ 19500 w 269923"/>
                  <a:gd name="csY23" fmla="*/ 87159 h 313650"/>
                  <a:gd name="csX24" fmla="*/ 18604 w 269923"/>
                  <a:gd name="csY24" fmla="*/ 64756 h 313650"/>
                  <a:gd name="csX25" fmla="*/ 54149 w 269923"/>
                  <a:gd name="csY25" fmla="*/ 46311 h 313650"/>
                  <a:gd name="csX26" fmla="*/ 120462 w 269923"/>
                  <a:gd name="csY26" fmla="*/ 69461 h 313650"/>
                  <a:gd name="csX27" fmla="*/ 147419 w 269923"/>
                  <a:gd name="csY27" fmla="*/ 12110 h 313650"/>
                  <a:gd name="csX28" fmla="*/ 192972 w 269923"/>
                  <a:gd name="csY28" fmla="*/ 4642 h 313650"/>
                  <a:gd name="csX29" fmla="*/ 199469 w 269923"/>
                  <a:gd name="csY29" fmla="*/ 16217 h 313650"/>
                  <a:gd name="csX30" fmla="*/ 195959 w 269923"/>
                  <a:gd name="csY30" fmla="*/ 24879 h 313650"/>
                  <a:gd name="csX31" fmla="*/ 182891 w 269923"/>
                  <a:gd name="csY31" fmla="*/ 62665 h 313650"/>
                  <a:gd name="csX32" fmla="*/ 199021 w 269923"/>
                  <a:gd name="csY32" fmla="*/ 130247 h 313650"/>
                  <a:gd name="csX33" fmla="*/ 199021 w 269923"/>
                  <a:gd name="csY33" fmla="*/ 133085 h 313650"/>
                  <a:gd name="csX34" fmla="*/ 152050 w 269923"/>
                  <a:gd name="csY34" fmla="*/ 267502 h 313650"/>
                  <a:gd name="csX35" fmla="*/ 146673 w 269923"/>
                  <a:gd name="csY35" fmla="*/ 270713 h 313650"/>
                  <a:gd name="csX36" fmla="*/ 173258 w 269923"/>
                  <a:gd name="csY36" fmla="*/ 63412 h 313650"/>
                  <a:gd name="csX37" fmla="*/ 187073 w 269923"/>
                  <a:gd name="csY37" fmla="*/ 21444 h 313650"/>
                  <a:gd name="csX38" fmla="*/ 189910 w 269923"/>
                  <a:gd name="csY38" fmla="*/ 14574 h 313650"/>
                  <a:gd name="csX39" fmla="*/ 177365 w 269923"/>
                  <a:gd name="csY39" fmla="*/ 10093 h 313650"/>
                  <a:gd name="csX40" fmla="*/ 154962 w 269923"/>
                  <a:gd name="csY40" fmla="*/ 18606 h 313650"/>
                  <a:gd name="csX41" fmla="*/ 129423 w 269923"/>
                  <a:gd name="csY41" fmla="*/ 76182 h 313650"/>
                  <a:gd name="csX42" fmla="*/ 127182 w 269923"/>
                  <a:gd name="csY42" fmla="*/ 79841 h 313650"/>
                  <a:gd name="csX43" fmla="*/ 122926 w 269923"/>
                  <a:gd name="csY43" fmla="*/ 80364 h 313650"/>
                  <a:gd name="csX44" fmla="*/ 50938 w 269923"/>
                  <a:gd name="csY44" fmla="*/ 55272 h 313650"/>
                  <a:gd name="csX45" fmla="*/ 27789 w 269923"/>
                  <a:gd name="csY45" fmla="*/ 67370 h 313650"/>
                  <a:gd name="csX46" fmla="*/ 31298 w 269923"/>
                  <a:gd name="csY46" fmla="*/ 87756 h 313650"/>
                  <a:gd name="csX47" fmla="*/ 31896 w 269923"/>
                  <a:gd name="csY47" fmla="*/ 93133 h 313650"/>
                  <a:gd name="csX48" fmla="*/ 27116 w 269923"/>
                  <a:gd name="csY48" fmla="*/ 95747 h 313650"/>
                  <a:gd name="csX49" fmla="*/ 10688 w 269923"/>
                  <a:gd name="csY49" fmla="*/ 107695 h 313650"/>
                  <a:gd name="csX50" fmla="*/ 18528 w 269923"/>
                  <a:gd name="csY50" fmla="*/ 130098 h 313650"/>
                  <a:gd name="csX51" fmla="*/ 20843 w 269923"/>
                  <a:gd name="csY51" fmla="*/ 134280 h 313650"/>
                  <a:gd name="csX52" fmla="*/ 18528 w 269923"/>
                  <a:gd name="csY52" fmla="*/ 138461 h 313650"/>
                  <a:gd name="csX53" fmla="*/ 9941 w 269923"/>
                  <a:gd name="csY53" fmla="*/ 151380 h 313650"/>
                  <a:gd name="csX54" fmla="*/ 19873 w 269923"/>
                  <a:gd name="csY54" fmla="*/ 173260 h 313650"/>
                  <a:gd name="csX55" fmla="*/ 23009 w 269923"/>
                  <a:gd name="csY55" fmla="*/ 176696 h 313650"/>
                  <a:gd name="csX56" fmla="*/ 21889 w 269923"/>
                  <a:gd name="csY56" fmla="*/ 181176 h 313650"/>
                  <a:gd name="csX57" fmla="*/ 14048 w 269923"/>
                  <a:gd name="csY57" fmla="*/ 194767 h 313650"/>
                  <a:gd name="csX58" fmla="*/ 29730 w 269923"/>
                  <a:gd name="csY58" fmla="*/ 220381 h 313650"/>
                  <a:gd name="csX59" fmla="*/ 144283 w 269923"/>
                  <a:gd name="csY59" fmla="*/ 260258 h 313650"/>
                  <a:gd name="csX60" fmla="*/ 189089 w 269923"/>
                  <a:gd name="csY60" fmla="*/ 131517 h 313650"/>
                  <a:gd name="csX61" fmla="*/ 173108 w 269923"/>
                  <a:gd name="csY61" fmla="*/ 63412 h 3136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</a:cxnLst>
                <a:rect l="l" t="t" r="r" b="b"/>
                <a:pathLst>
                  <a:path w="269923" h="313650">
                    <a:moveTo>
                      <a:pt x="208430" y="313427"/>
                    </a:moveTo>
                    <a:lnTo>
                      <a:pt x="156530" y="295281"/>
                    </a:lnTo>
                    <a:cubicBezTo>
                      <a:pt x="155278" y="294898"/>
                      <a:pt x="154247" y="294002"/>
                      <a:pt x="153692" y="292817"/>
                    </a:cubicBezTo>
                    <a:cubicBezTo>
                      <a:pt x="153239" y="291613"/>
                      <a:pt x="153239" y="290286"/>
                      <a:pt x="153692" y="289083"/>
                    </a:cubicBezTo>
                    <a:lnTo>
                      <a:pt x="208355" y="132263"/>
                    </a:lnTo>
                    <a:cubicBezTo>
                      <a:pt x="209181" y="129756"/>
                      <a:pt x="211883" y="128393"/>
                      <a:pt x="214390" y="129219"/>
                    </a:cubicBezTo>
                    <a:cubicBezTo>
                      <a:pt x="214445" y="129237"/>
                      <a:pt x="214499" y="129256"/>
                      <a:pt x="214553" y="129276"/>
                    </a:cubicBezTo>
                    <a:lnTo>
                      <a:pt x="266827" y="147348"/>
                    </a:lnTo>
                    <a:cubicBezTo>
                      <a:pt x="268017" y="147805"/>
                      <a:pt x="269000" y="148681"/>
                      <a:pt x="269589" y="149812"/>
                    </a:cubicBezTo>
                    <a:cubicBezTo>
                      <a:pt x="270035" y="151017"/>
                      <a:pt x="270035" y="152341"/>
                      <a:pt x="269589" y="153546"/>
                    </a:cubicBezTo>
                    <a:lnTo>
                      <a:pt x="214927" y="310366"/>
                    </a:lnTo>
                    <a:cubicBezTo>
                      <a:pt x="214183" y="312625"/>
                      <a:pt x="211892" y="313993"/>
                      <a:pt x="209550" y="313577"/>
                    </a:cubicBezTo>
                    <a:close/>
                    <a:moveTo>
                      <a:pt x="215897" y="140104"/>
                    </a:moveTo>
                    <a:lnTo>
                      <a:pt x="164446" y="287739"/>
                    </a:lnTo>
                    <a:lnTo>
                      <a:pt x="207160" y="302674"/>
                    </a:lnTo>
                    <a:lnTo>
                      <a:pt x="258612" y="155039"/>
                    </a:lnTo>
                    <a:close/>
                    <a:moveTo>
                      <a:pt x="145851" y="271161"/>
                    </a:moveTo>
                    <a:lnTo>
                      <a:pt x="26370" y="229641"/>
                    </a:lnTo>
                    <a:cubicBezTo>
                      <a:pt x="9941" y="225063"/>
                      <a:pt x="275" y="208097"/>
                      <a:pt x="4714" y="191631"/>
                    </a:cubicBezTo>
                    <a:cubicBezTo>
                      <a:pt x="6224" y="187290"/>
                      <a:pt x="8309" y="183172"/>
                      <a:pt x="10912" y="179384"/>
                    </a:cubicBezTo>
                    <a:cubicBezTo>
                      <a:pt x="2267" y="171529"/>
                      <a:pt x="-1521" y="159653"/>
                      <a:pt x="980" y="148244"/>
                    </a:cubicBezTo>
                    <a:cubicBezTo>
                      <a:pt x="2583" y="143258"/>
                      <a:pt x="5117" y="138621"/>
                      <a:pt x="8448" y="134578"/>
                    </a:cubicBezTo>
                    <a:cubicBezTo>
                      <a:pt x="701" y="126719"/>
                      <a:pt x="-1982" y="115179"/>
                      <a:pt x="1503" y="104708"/>
                    </a:cubicBezTo>
                    <a:cubicBezTo>
                      <a:pt x="4147" y="96191"/>
                      <a:pt x="10918" y="89588"/>
                      <a:pt x="19500" y="87159"/>
                    </a:cubicBezTo>
                    <a:cubicBezTo>
                      <a:pt x="16303" y="80091"/>
                      <a:pt x="15982" y="72057"/>
                      <a:pt x="18604" y="64756"/>
                    </a:cubicBezTo>
                    <a:cubicBezTo>
                      <a:pt x="23387" y="49899"/>
                      <a:pt x="39247" y="41668"/>
                      <a:pt x="54149" y="46311"/>
                    </a:cubicBezTo>
                    <a:lnTo>
                      <a:pt x="120462" y="69461"/>
                    </a:lnTo>
                    <a:cubicBezTo>
                      <a:pt x="123023" y="47936"/>
                      <a:pt x="132480" y="27817"/>
                      <a:pt x="147419" y="12110"/>
                    </a:cubicBezTo>
                    <a:cubicBezTo>
                      <a:pt x="159062" y="-592"/>
                      <a:pt x="177884" y="-3677"/>
                      <a:pt x="192972" y="4642"/>
                    </a:cubicBezTo>
                    <a:cubicBezTo>
                      <a:pt x="200887" y="9272"/>
                      <a:pt x="200439" y="14275"/>
                      <a:pt x="199469" y="16217"/>
                    </a:cubicBezTo>
                    <a:cubicBezTo>
                      <a:pt x="198498" y="18158"/>
                      <a:pt x="197602" y="20921"/>
                      <a:pt x="195959" y="24879"/>
                    </a:cubicBezTo>
                    <a:cubicBezTo>
                      <a:pt x="192001" y="34512"/>
                      <a:pt x="182667" y="57065"/>
                      <a:pt x="182891" y="62665"/>
                    </a:cubicBezTo>
                    <a:cubicBezTo>
                      <a:pt x="183115" y="68266"/>
                      <a:pt x="192673" y="106425"/>
                      <a:pt x="199021" y="130247"/>
                    </a:cubicBezTo>
                    <a:cubicBezTo>
                      <a:pt x="199282" y="131175"/>
                      <a:pt x="199282" y="132157"/>
                      <a:pt x="199021" y="133085"/>
                    </a:cubicBezTo>
                    <a:lnTo>
                      <a:pt x="152050" y="267502"/>
                    </a:lnTo>
                    <a:cubicBezTo>
                      <a:pt x="151255" y="269719"/>
                      <a:pt x="149002" y="271065"/>
                      <a:pt x="146673" y="270713"/>
                    </a:cubicBezTo>
                    <a:close/>
                    <a:moveTo>
                      <a:pt x="173258" y="63412"/>
                    </a:moveTo>
                    <a:cubicBezTo>
                      <a:pt x="172884" y="55944"/>
                      <a:pt x="179605" y="39441"/>
                      <a:pt x="187073" y="21444"/>
                    </a:cubicBezTo>
                    <a:lnTo>
                      <a:pt x="189910" y="14574"/>
                    </a:lnTo>
                    <a:cubicBezTo>
                      <a:pt x="186252" y="11895"/>
                      <a:pt x="181892" y="10338"/>
                      <a:pt x="177365" y="10093"/>
                    </a:cubicBezTo>
                    <a:cubicBezTo>
                      <a:pt x="168963" y="9164"/>
                      <a:pt x="160626" y="12332"/>
                      <a:pt x="154962" y="18606"/>
                    </a:cubicBezTo>
                    <a:cubicBezTo>
                      <a:pt x="139977" y="34221"/>
                      <a:pt x="130940" y="54594"/>
                      <a:pt x="129423" y="76182"/>
                    </a:cubicBezTo>
                    <a:cubicBezTo>
                      <a:pt x="129274" y="77679"/>
                      <a:pt x="128449" y="79027"/>
                      <a:pt x="127182" y="79841"/>
                    </a:cubicBezTo>
                    <a:cubicBezTo>
                      <a:pt x="125930" y="80689"/>
                      <a:pt x="124346" y="80884"/>
                      <a:pt x="122926" y="80364"/>
                    </a:cubicBezTo>
                    <a:lnTo>
                      <a:pt x="50938" y="55272"/>
                    </a:lnTo>
                    <a:cubicBezTo>
                      <a:pt x="41212" y="52294"/>
                      <a:pt x="30897" y="57684"/>
                      <a:pt x="27789" y="67370"/>
                    </a:cubicBezTo>
                    <a:cubicBezTo>
                      <a:pt x="25310" y="74311"/>
                      <a:pt x="26641" y="82043"/>
                      <a:pt x="31298" y="87756"/>
                    </a:cubicBezTo>
                    <a:cubicBezTo>
                      <a:pt x="32570" y="89261"/>
                      <a:pt x="32806" y="91386"/>
                      <a:pt x="31896" y="93133"/>
                    </a:cubicBezTo>
                    <a:cubicBezTo>
                      <a:pt x="30973" y="94886"/>
                      <a:pt x="29090" y="95915"/>
                      <a:pt x="27116" y="95747"/>
                    </a:cubicBezTo>
                    <a:cubicBezTo>
                      <a:pt x="19505" y="95348"/>
                      <a:pt x="12653" y="100331"/>
                      <a:pt x="10688" y="107695"/>
                    </a:cubicBezTo>
                    <a:cubicBezTo>
                      <a:pt x="7788" y="116077"/>
                      <a:pt x="11034" y="125353"/>
                      <a:pt x="18528" y="130098"/>
                    </a:cubicBezTo>
                    <a:cubicBezTo>
                      <a:pt x="19992" y="130978"/>
                      <a:pt x="20874" y="132572"/>
                      <a:pt x="20843" y="134280"/>
                    </a:cubicBezTo>
                    <a:cubicBezTo>
                      <a:pt x="20817" y="135972"/>
                      <a:pt x="19949" y="137540"/>
                      <a:pt x="18528" y="138461"/>
                    </a:cubicBezTo>
                    <a:cubicBezTo>
                      <a:pt x="14346" y="141727"/>
                      <a:pt x="11333" y="146260"/>
                      <a:pt x="9941" y="151380"/>
                    </a:cubicBezTo>
                    <a:cubicBezTo>
                      <a:pt x="8612" y="159999"/>
                      <a:pt x="12510" y="168587"/>
                      <a:pt x="19873" y="173260"/>
                    </a:cubicBezTo>
                    <a:cubicBezTo>
                      <a:pt x="21434" y="173797"/>
                      <a:pt x="22616" y="175092"/>
                      <a:pt x="23009" y="176696"/>
                    </a:cubicBezTo>
                    <a:cubicBezTo>
                      <a:pt x="23402" y="178282"/>
                      <a:pt x="22982" y="179961"/>
                      <a:pt x="21889" y="181176"/>
                    </a:cubicBezTo>
                    <a:cubicBezTo>
                      <a:pt x="18464" y="185187"/>
                      <a:pt x="15806" y="189794"/>
                      <a:pt x="14048" y="194767"/>
                    </a:cubicBezTo>
                    <a:cubicBezTo>
                      <a:pt x="11544" y="206132"/>
                      <a:pt x="18470" y="217443"/>
                      <a:pt x="29730" y="220381"/>
                    </a:cubicBezTo>
                    <a:lnTo>
                      <a:pt x="144283" y="260258"/>
                    </a:lnTo>
                    <a:lnTo>
                      <a:pt x="189089" y="131517"/>
                    </a:lnTo>
                    <a:cubicBezTo>
                      <a:pt x="186326" y="120987"/>
                      <a:pt x="173482" y="72074"/>
                      <a:pt x="173108" y="63412"/>
                    </a:cubicBezTo>
                    <a:close/>
                  </a:path>
                </a:pathLst>
              </a:custGeom>
              <a:solidFill>
                <a:srgbClr val="E0E0E0"/>
              </a:solidFill>
              <a:ln w="7449" cap="flat">
                <a:noFill/>
                <a:prstDash val="solid"/>
                <a:miter/>
              </a:ln>
            </p:spPr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0D9F47A2-C9B7-D6CE-06AD-E51FCED7C1C9}"/>
                  </a:ext>
                </a:extLst>
              </p:cNvPr>
              <p:cNvSpPr/>
              <p:nvPr/>
            </p:nvSpPr>
            <p:spPr>
              <a:xfrm>
                <a:off x="4751790" y="3109640"/>
                <a:ext cx="225281" cy="253868"/>
              </a:xfrm>
              <a:custGeom>
                <a:avLst/>
                <a:gdLst>
                  <a:gd name="csX0" fmla="*/ 191050 w 225281"/>
                  <a:gd name="csY0" fmla="*/ 253787 h 253868"/>
                  <a:gd name="csX1" fmla="*/ 146692 w 225281"/>
                  <a:gd name="csY1" fmla="*/ 244303 h 253868"/>
                  <a:gd name="csX2" fmla="*/ 144153 w 225281"/>
                  <a:gd name="csY2" fmla="*/ 242511 h 253868"/>
                  <a:gd name="csX3" fmla="*/ 143631 w 225281"/>
                  <a:gd name="csY3" fmla="*/ 239524 h 253868"/>
                  <a:gd name="csX4" fmla="*/ 172978 w 225281"/>
                  <a:gd name="csY4" fmla="*/ 105480 h 253868"/>
                  <a:gd name="csX5" fmla="*/ 177648 w 225281"/>
                  <a:gd name="csY5" fmla="*/ 102395 h 253868"/>
                  <a:gd name="csX6" fmla="*/ 177758 w 225281"/>
                  <a:gd name="csY6" fmla="*/ 102418 h 253868"/>
                  <a:gd name="csX7" fmla="*/ 222115 w 225281"/>
                  <a:gd name="csY7" fmla="*/ 112126 h 253868"/>
                  <a:gd name="csX8" fmla="*/ 225201 w 225281"/>
                  <a:gd name="csY8" fmla="*/ 116796 h 253868"/>
                  <a:gd name="csX9" fmla="*/ 225177 w 225281"/>
                  <a:gd name="csY9" fmla="*/ 116905 h 253868"/>
                  <a:gd name="csX10" fmla="*/ 195829 w 225281"/>
                  <a:gd name="csY10" fmla="*/ 250725 h 253868"/>
                  <a:gd name="csX11" fmla="*/ 191722 w 225281"/>
                  <a:gd name="csY11" fmla="*/ 253861 h 253868"/>
                  <a:gd name="csX12" fmla="*/ 179923 w 225281"/>
                  <a:gd name="csY12" fmla="*/ 110932 h 253868"/>
                  <a:gd name="csX13" fmla="*/ 152368 w 225281"/>
                  <a:gd name="csY13" fmla="*/ 236835 h 253868"/>
                  <a:gd name="csX14" fmla="*/ 188884 w 225281"/>
                  <a:gd name="csY14" fmla="*/ 244826 h 253868"/>
                  <a:gd name="csX15" fmla="*/ 216440 w 225281"/>
                  <a:gd name="csY15" fmla="*/ 118698 h 253868"/>
                  <a:gd name="csX16" fmla="*/ 135118 w 225281"/>
                  <a:gd name="csY16" fmla="*/ 225335 h 253868"/>
                  <a:gd name="csX17" fmla="*/ 33260 w 225281"/>
                  <a:gd name="csY17" fmla="*/ 202932 h 253868"/>
                  <a:gd name="csX18" fmla="*/ 11828 w 225281"/>
                  <a:gd name="csY18" fmla="*/ 173883 h 253868"/>
                  <a:gd name="csX19" fmla="*/ 15636 w 225281"/>
                  <a:gd name="csY19" fmla="*/ 163279 h 253868"/>
                  <a:gd name="csX20" fmla="*/ 4136 w 225281"/>
                  <a:gd name="csY20" fmla="*/ 138711 h 253868"/>
                  <a:gd name="csX21" fmla="*/ 9139 w 225281"/>
                  <a:gd name="csY21" fmla="*/ 126762 h 253868"/>
                  <a:gd name="csX22" fmla="*/ 477 w 225281"/>
                  <a:gd name="csY22" fmla="*/ 103090 h 253868"/>
                  <a:gd name="csX23" fmla="*/ 13471 w 225281"/>
                  <a:gd name="csY23" fmla="*/ 86885 h 253868"/>
                  <a:gd name="csX24" fmla="*/ 10483 w 225281"/>
                  <a:gd name="csY24" fmla="*/ 68291 h 253868"/>
                  <a:gd name="csX25" fmla="*/ 38114 w 225281"/>
                  <a:gd name="csY25" fmla="*/ 50145 h 253868"/>
                  <a:gd name="csX26" fmla="*/ 94793 w 225281"/>
                  <a:gd name="csY26" fmla="*/ 62542 h 253868"/>
                  <a:gd name="csX27" fmla="*/ 111445 w 225281"/>
                  <a:gd name="csY27" fmla="*/ 12807 h 253868"/>
                  <a:gd name="csX28" fmla="*/ 148111 w 225281"/>
                  <a:gd name="csY28" fmla="*/ 2353 h 253868"/>
                  <a:gd name="csX29" fmla="*/ 154608 w 225281"/>
                  <a:gd name="csY29" fmla="*/ 11239 h 253868"/>
                  <a:gd name="csX30" fmla="*/ 152592 w 225281"/>
                  <a:gd name="csY30" fmla="*/ 18707 h 253868"/>
                  <a:gd name="csX31" fmla="*/ 145572 w 225281"/>
                  <a:gd name="csY31" fmla="*/ 51041 h 253868"/>
                  <a:gd name="csX32" fmla="*/ 165511 w 225281"/>
                  <a:gd name="csY32" fmla="*/ 104808 h 253868"/>
                  <a:gd name="csX33" fmla="*/ 165511 w 225281"/>
                  <a:gd name="csY33" fmla="*/ 107198 h 253868"/>
                  <a:gd name="csX34" fmla="*/ 140270 w 225281"/>
                  <a:gd name="csY34" fmla="*/ 222348 h 253868"/>
                  <a:gd name="csX35" fmla="*/ 136163 w 225281"/>
                  <a:gd name="csY35" fmla="*/ 225485 h 253868"/>
                  <a:gd name="csX36" fmla="*/ 137134 w 225281"/>
                  <a:gd name="csY36" fmla="*/ 52236 h 253868"/>
                  <a:gd name="csX37" fmla="*/ 144602 w 225281"/>
                  <a:gd name="csY37" fmla="*/ 16466 h 253868"/>
                  <a:gd name="csX38" fmla="*/ 146244 w 225281"/>
                  <a:gd name="csY38" fmla="*/ 10492 h 253868"/>
                  <a:gd name="csX39" fmla="*/ 135566 w 225281"/>
                  <a:gd name="csY39" fmla="*/ 8103 h 253868"/>
                  <a:gd name="csX40" fmla="*/ 117793 w 225281"/>
                  <a:gd name="csY40" fmla="*/ 17288 h 253868"/>
                  <a:gd name="csX41" fmla="*/ 102858 w 225281"/>
                  <a:gd name="csY41" fmla="*/ 67246 h 253868"/>
                  <a:gd name="csX42" fmla="*/ 101439 w 225281"/>
                  <a:gd name="csY42" fmla="*/ 70457 h 253868"/>
                  <a:gd name="csX43" fmla="*/ 98004 w 225281"/>
                  <a:gd name="csY43" fmla="*/ 71353 h 253868"/>
                  <a:gd name="csX44" fmla="*/ 36769 w 225281"/>
                  <a:gd name="csY44" fmla="*/ 57613 h 253868"/>
                  <a:gd name="csX45" fmla="*/ 19071 w 225281"/>
                  <a:gd name="csY45" fmla="*/ 69860 h 253868"/>
                  <a:gd name="csX46" fmla="*/ 23925 w 225281"/>
                  <a:gd name="csY46" fmla="*/ 86214 h 253868"/>
                  <a:gd name="csX47" fmla="*/ 24896 w 225281"/>
                  <a:gd name="csY47" fmla="*/ 90620 h 253868"/>
                  <a:gd name="csX48" fmla="*/ 21237 w 225281"/>
                  <a:gd name="csY48" fmla="*/ 93159 h 253868"/>
                  <a:gd name="csX49" fmla="*/ 8990 w 225281"/>
                  <a:gd name="csY49" fmla="*/ 104659 h 253868"/>
                  <a:gd name="csX50" fmla="*/ 17652 w 225281"/>
                  <a:gd name="csY50" fmla="*/ 122058 h 253868"/>
                  <a:gd name="csX51" fmla="*/ 19893 w 225281"/>
                  <a:gd name="csY51" fmla="*/ 125195 h 253868"/>
                  <a:gd name="csX52" fmla="*/ 18399 w 225281"/>
                  <a:gd name="csY52" fmla="*/ 128854 h 253868"/>
                  <a:gd name="csX53" fmla="*/ 12649 w 225281"/>
                  <a:gd name="csY53" fmla="*/ 140279 h 253868"/>
                  <a:gd name="csX54" fmla="*/ 22954 w 225281"/>
                  <a:gd name="csY54" fmla="*/ 157305 h 253868"/>
                  <a:gd name="csX55" fmla="*/ 25867 w 225281"/>
                  <a:gd name="csY55" fmla="*/ 159770 h 253868"/>
                  <a:gd name="csX56" fmla="*/ 25419 w 225281"/>
                  <a:gd name="csY56" fmla="*/ 163578 h 253868"/>
                  <a:gd name="csX57" fmla="*/ 20341 w 225281"/>
                  <a:gd name="csY57" fmla="*/ 175452 h 253868"/>
                  <a:gd name="csX58" fmla="*/ 35649 w 225281"/>
                  <a:gd name="csY58" fmla="*/ 194942 h 253868"/>
                  <a:gd name="csX59" fmla="*/ 133624 w 225281"/>
                  <a:gd name="csY59" fmla="*/ 216374 h 253868"/>
                  <a:gd name="csX60" fmla="*/ 157670 w 225281"/>
                  <a:gd name="csY60" fmla="*/ 106376 h 253868"/>
                  <a:gd name="csX61" fmla="*/ 137433 w 225281"/>
                  <a:gd name="csY61" fmla="*/ 52236 h 25386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</a:cxnLst>
                <a:rect l="l" t="t" r="r" b="b"/>
                <a:pathLst>
                  <a:path w="225281" h="253868">
                    <a:moveTo>
                      <a:pt x="191050" y="253787"/>
                    </a:moveTo>
                    <a:lnTo>
                      <a:pt x="146692" y="244303"/>
                    </a:lnTo>
                    <a:cubicBezTo>
                      <a:pt x="145644" y="244061"/>
                      <a:pt x="144732" y="243417"/>
                      <a:pt x="144153" y="242511"/>
                    </a:cubicBezTo>
                    <a:cubicBezTo>
                      <a:pt x="143573" y="241630"/>
                      <a:pt x="143384" y="240549"/>
                      <a:pt x="143631" y="239524"/>
                    </a:cubicBezTo>
                    <a:lnTo>
                      <a:pt x="172978" y="105480"/>
                    </a:lnTo>
                    <a:cubicBezTo>
                      <a:pt x="173416" y="103338"/>
                      <a:pt x="175507" y="101957"/>
                      <a:pt x="177648" y="102395"/>
                    </a:cubicBezTo>
                    <a:cubicBezTo>
                      <a:pt x="177685" y="102402"/>
                      <a:pt x="177721" y="102410"/>
                      <a:pt x="177758" y="102418"/>
                    </a:cubicBezTo>
                    <a:lnTo>
                      <a:pt x="222115" y="112126"/>
                    </a:lnTo>
                    <a:cubicBezTo>
                      <a:pt x="224257" y="112564"/>
                      <a:pt x="225638" y="114654"/>
                      <a:pt x="225201" y="116796"/>
                    </a:cubicBezTo>
                    <a:cubicBezTo>
                      <a:pt x="225193" y="116833"/>
                      <a:pt x="225185" y="116869"/>
                      <a:pt x="225177" y="116905"/>
                    </a:cubicBezTo>
                    <a:lnTo>
                      <a:pt x="195829" y="250725"/>
                    </a:lnTo>
                    <a:cubicBezTo>
                      <a:pt x="195426" y="252643"/>
                      <a:pt x="193679" y="253977"/>
                      <a:pt x="191722" y="253861"/>
                    </a:cubicBezTo>
                    <a:close/>
                    <a:moveTo>
                      <a:pt x="179923" y="110932"/>
                    </a:moveTo>
                    <a:lnTo>
                      <a:pt x="152368" y="236835"/>
                    </a:lnTo>
                    <a:lnTo>
                      <a:pt x="188884" y="244826"/>
                    </a:lnTo>
                    <a:lnTo>
                      <a:pt x="216440" y="118698"/>
                    </a:lnTo>
                    <a:close/>
                    <a:moveTo>
                      <a:pt x="135118" y="225335"/>
                    </a:moveTo>
                    <a:lnTo>
                      <a:pt x="33260" y="202932"/>
                    </a:lnTo>
                    <a:cubicBezTo>
                      <a:pt x="19347" y="200784"/>
                      <a:pt x="9775" y="187811"/>
                      <a:pt x="11828" y="173883"/>
                    </a:cubicBezTo>
                    <a:cubicBezTo>
                      <a:pt x="12646" y="170202"/>
                      <a:pt x="13925" y="166640"/>
                      <a:pt x="15636" y="163279"/>
                    </a:cubicBezTo>
                    <a:cubicBezTo>
                      <a:pt x="7686" y="157734"/>
                      <a:pt x="3301" y="148367"/>
                      <a:pt x="4136" y="138711"/>
                    </a:cubicBezTo>
                    <a:cubicBezTo>
                      <a:pt x="5013" y="134441"/>
                      <a:pt x="6712" y="130383"/>
                      <a:pt x="9139" y="126762"/>
                    </a:cubicBezTo>
                    <a:cubicBezTo>
                      <a:pt x="2030" y="121128"/>
                      <a:pt x="-1317" y="111982"/>
                      <a:pt x="477" y="103090"/>
                    </a:cubicBezTo>
                    <a:cubicBezTo>
                      <a:pt x="1779" y="95834"/>
                      <a:pt x="6671" y="89733"/>
                      <a:pt x="13471" y="86885"/>
                    </a:cubicBezTo>
                    <a:cubicBezTo>
                      <a:pt x="10098" y="81310"/>
                      <a:pt x="9027" y="74642"/>
                      <a:pt x="10483" y="68291"/>
                    </a:cubicBezTo>
                    <a:cubicBezTo>
                      <a:pt x="13175" y="55700"/>
                      <a:pt x="25489" y="47612"/>
                      <a:pt x="38114" y="50145"/>
                    </a:cubicBezTo>
                    <a:lnTo>
                      <a:pt x="94793" y="62542"/>
                    </a:lnTo>
                    <a:cubicBezTo>
                      <a:pt x="94814" y="44598"/>
                      <a:pt x="100658" y="27146"/>
                      <a:pt x="111445" y="12807"/>
                    </a:cubicBezTo>
                    <a:cubicBezTo>
                      <a:pt x="119741" y="1209"/>
                      <a:pt x="134946" y="-3126"/>
                      <a:pt x="148111" y="2353"/>
                    </a:cubicBezTo>
                    <a:cubicBezTo>
                      <a:pt x="155056" y="5414"/>
                      <a:pt x="154907" y="9820"/>
                      <a:pt x="154608" y="11239"/>
                    </a:cubicBezTo>
                    <a:cubicBezTo>
                      <a:pt x="154309" y="12658"/>
                      <a:pt x="153563" y="15271"/>
                      <a:pt x="152592" y="18707"/>
                    </a:cubicBezTo>
                    <a:cubicBezTo>
                      <a:pt x="149165" y="29220"/>
                      <a:pt x="146814" y="40054"/>
                      <a:pt x="145572" y="51041"/>
                    </a:cubicBezTo>
                    <a:cubicBezTo>
                      <a:pt x="146394" y="56045"/>
                      <a:pt x="157969" y="85915"/>
                      <a:pt x="165511" y="104808"/>
                    </a:cubicBezTo>
                    <a:cubicBezTo>
                      <a:pt x="165698" y="105594"/>
                      <a:pt x="165698" y="106412"/>
                      <a:pt x="165511" y="107198"/>
                    </a:cubicBezTo>
                    <a:lnTo>
                      <a:pt x="140270" y="222348"/>
                    </a:lnTo>
                    <a:cubicBezTo>
                      <a:pt x="139867" y="224266"/>
                      <a:pt x="138120" y="225600"/>
                      <a:pt x="136163" y="225485"/>
                    </a:cubicBezTo>
                    <a:close/>
                    <a:moveTo>
                      <a:pt x="137134" y="52236"/>
                    </a:moveTo>
                    <a:cubicBezTo>
                      <a:pt x="137909" y="40018"/>
                      <a:pt x="140423" y="27974"/>
                      <a:pt x="144602" y="16466"/>
                    </a:cubicBezTo>
                    <a:lnTo>
                      <a:pt x="146244" y="10492"/>
                    </a:lnTo>
                    <a:cubicBezTo>
                      <a:pt x="142985" y="8696"/>
                      <a:pt x="139280" y="7867"/>
                      <a:pt x="135566" y="8103"/>
                    </a:cubicBezTo>
                    <a:cubicBezTo>
                      <a:pt x="128501" y="8093"/>
                      <a:pt x="121872" y="11519"/>
                      <a:pt x="117793" y="17288"/>
                    </a:cubicBezTo>
                    <a:cubicBezTo>
                      <a:pt x="107138" y="31688"/>
                      <a:pt x="101855" y="49361"/>
                      <a:pt x="102858" y="67246"/>
                    </a:cubicBezTo>
                    <a:cubicBezTo>
                      <a:pt x="102949" y="68486"/>
                      <a:pt x="102417" y="69690"/>
                      <a:pt x="101439" y="70457"/>
                    </a:cubicBezTo>
                    <a:cubicBezTo>
                      <a:pt x="100489" y="71261"/>
                      <a:pt x="99225" y="71590"/>
                      <a:pt x="98004" y="71353"/>
                    </a:cubicBezTo>
                    <a:lnTo>
                      <a:pt x="36769" y="57613"/>
                    </a:lnTo>
                    <a:cubicBezTo>
                      <a:pt x="28512" y="56160"/>
                      <a:pt x="20621" y="61619"/>
                      <a:pt x="19071" y="69860"/>
                    </a:cubicBezTo>
                    <a:cubicBezTo>
                      <a:pt x="17676" y="75786"/>
                      <a:pt x="19523" y="82008"/>
                      <a:pt x="23925" y="86214"/>
                    </a:cubicBezTo>
                    <a:cubicBezTo>
                      <a:pt x="25117" y="87347"/>
                      <a:pt x="25501" y="89091"/>
                      <a:pt x="24896" y="90620"/>
                    </a:cubicBezTo>
                    <a:cubicBezTo>
                      <a:pt x="24331" y="92151"/>
                      <a:pt x="22869" y="93166"/>
                      <a:pt x="21237" y="93159"/>
                    </a:cubicBezTo>
                    <a:cubicBezTo>
                      <a:pt x="14967" y="93655"/>
                      <a:pt x="9879" y="98432"/>
                      <a:pt x="8990" y="104659"/>
                    </a:cubicBezTo>
                    <a:cubicBezTo>
                      <a:pt x="7558" y="111757"/>
                      <a:pt x="11125" y="118922"/>
                      <a:pt x="17652" y="122058"/>
                    </a:cubicBezTo>
                    <a:cubicBezTo>
                      <a:pt x="18923" y="122608"/>
                      <a:pt x="19785" y="123815"/>
                      <a:pt x="19893" y="125195"/>
                    </a:cubicBezTo>
                    <a:cubicBezTo>
                      <a:pt x="20099" y="126596"/>
                      <a:pt x="19527" y="127998"/>
                      <a:pt x="18399" y="128854"/>
                    </a:cubicBezTo>
                    <a:cubicBezTo>
                      <a:pt x="15332" y="131965"/>
                      <a:pt x="13320" y="135962"/>
                      <a:pt x="12649" y="140279"/>
                    </a:cubicBezTo>
                    <a:cubicBezTo>
                      <a:pt x="12427" y="147490"/>
                      <a:pt x="16463" y="154158"/>
                      <a:pt x="22954" y="157305"/>
                    </a:cubicBezTo>
                    <a:cubicBezTo>
                      <a:pt x="24283" y="157574"/>
                      <a:pt x="25382" y="158504"/>
                      <a:pt x="25867" y="159770"/>
                    </a:cubicBezTo>
                    <a:cubicBezTo>
                      <a:pt x="26356" y="161035"/>
                      <a:pt x="26188" y="162461"/>
                      <a:pt x="25419" y="163578"/>
                    </a:cubicBezTo>
                    <a:cubicBezTo>
                      <a:pt x="22979" y="167173"/>
                      <a:pt x="21255" y="171204"/>
                      <a:pt x="20341" y="175452"/>
                    </a:cubicBezTo>
                    <a:cubicBezTo>
                      <a:pt x="19405" y="184998"/>
                      <a:pt x="26153" y="193589"/>
                      <a:pt x="35649" y="194942"/>
                    </a:cubicBezTo>
                    <a:lnTo>
                      <a:pt x="133624" y="216374"/>
                    </a:lnTo>
                    <a:lnTo>
                      <a:pt x="157670" y="106376"/>
                    </a:lnTo>
                    <a:cubicBezTo>
                      <a:pt x="154011" y="98162"/>
                      <a:pt x="138553" y="59330"/>
                      <a:pt x="137433" y="52236"/>
                    </a:cubicBezTo>
                    <a:close/>
                  </a:path>
                </a:pathLst>
              </a:custGeom>
              <a:solidFill>
                <a:srgbClr val="E0E0E0"/>
              </a:solidFill>
              <a:ln w="7449" cap="flat">
                <a:noFill/>
                <a:prstDash val="solid"/>
                <a:miter/>
              </a:ln>
            </p:spPr>
          </p:sp>
          <p:grpSp>
            <p:nvGrpSpPr>
              <p:cNvPr id="518" name="Graphic 4">
                <a:extLst>
                  <a:ext uri="{FF2B5EF4-FFF2-40B4-BE49-F238E27FC236}">
                    <a16:creationId xmlns:a16="http://schemas.microsoft.com/office/drawing/2014/main" id="{A1E95726-75C2-D584-501E-8A9902B8625D}"/>
                  </a:ext>
                </a:extLst>
              </p:cNvPr>
              <p:cNvGrpSpPr/>
              <p:nvPr/>
            </p:nvGrpSpPr>
            <p:grpSpPr>
              <a:xfrm>
                <a:off x="5128261" y="1234781"/>
                <a:ext cx="302911" cy="357555"/>
                <a:chOff x="5128261" y="1234781"/>
                <a:chExt cx="302911" cy="357555"/>
              </a:xfrm>
              <a:solidFill>
                <a:srgbClr val="E0E0E0"/>
              </a:solidFill>
            </p:grpSpPr>
            <p:sp>
              <p:nvSpPr>
                <p:cNvPr id="519" name="Freeform: Shape 518">
                  <a:extLst>
                    <a:ext uri="{FF2B5EF4-FFF2-40B4-BE49-F238E27FC236}">
                      <a16:creationId xmlns:a16="http://schemas.microsoft.com/office/drawing/2014/main" id="{90A0FDD8-CF9F-0CCD-9928-2A0AE6F4B8F7}"/>
                    </a:ext>
                  </a:extLst>
                </p:cNvPr>
                <p:cNvSpPr/>
                <p:nvPr/>
              </p:nvSpPr>
              <p:spPr>
                <a:xfrm>
                  <a:off x="5195845" y="1234781"/>
                  <a:ext cx="235327" cy="302146"/>
                </a:xfrm>
                <a:custGeom>
                  <a:avLst/>
                  <a:gdLst>
                    <a:gd name="csX0" fmla="*/ 12394 w 235327"/>
                    <a:gd name="csY0" fmla="*/ 149807 h 302146"/>
                    <a:gd name="csX1" fmla="*/ 24641 w 235327"/>
                    <a:gd name="csY1" fmla="*/ 68261 h 302146"/>
                    <a:gd name="csX2" fmla="*/ 222 w 235327"/>
                    <a:gd name="csY2" fmla="*/ 13673 h 302146"/>
                    <a:gd name="csX3" fmla="*/ 51375 w 235327"/>
                    <a:gd name="csY3" fmla="*/ 9864 h 302146"/>
                    <a:gd name="csX4" fmla="*/ 88116 w 235327"/>
                    <a:gd name="csY4" fmla="*/ 77969 h 302146"/>
                    <a:gd name="csX5" fmla="*/ 169512 w 235327"/>
                    <a:gd name="csY5" fmla="*/ 41602 h 302146"/>
                    <a:gd name="csX6" fmla="*/ 205208 w 235327"/>
                    <a:gd name="csY6" fmla="*/ 56537 h 302146"/>
                    <a:gd name="csX7" fmla="*/ 202594 w 235327"/>
                    <a:gd name="csY7" fmla="*/ 86407 h 302146"/>
                    <a:gd name="csX8" fmla="*/ 229104 w 235327"/>
                    <a:gd name="csY8" fmla="*/ 102015 h 302146"/>
                    <a:gd name="csX9" fmla="*/ 219993 w 235327"/>
                    <a:gd name="csY9" fmla="*/ 135096 h 302146"/>
                    <a:gd name="csX10" fmla="*/ 233958 w 235327"/>
                    <a:gd name="csY10" fmla="*/ 152122 h 302146"/>
                    <a:gd name="csX11" fmla="*/ 221711 w 235327"/>
                    <a:gd name="csY11" fmla="*/ 186100 h 302146"/>
                    <a:gd name="csX12" fmla="*/ 233435 w 235327"/>
                    <a:gd name="csY12" fmla="*/ 203051 h 302146"/>
                    <a:gd name="csX13" fmla="*/ 214915 w 235327"/>
                    <a:gd name="csY13" fmla="*/ 241957 h 302146"/>
                    <a:gd name="csX14" fmla="*/ 80499 w 235327"/>
                    <a:gd name="csY14" fmla="*/ 302146 h 30214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235327" h="302146">
                      <a:moveTo>
                        <a:pt x="12394" y="149807"/>
                      </a:moveTo>
                      <a:cubicBezTo>
                        <a:pt x="12394" y="149807"/>
                        <a:pt x="25014" y="78641"/>
                        <a:pt x="24641" y="68261"/>
                      </a:cubicBezTo>
                      <a:cubicBezTo>
                        <a:pt x="24268" y="57881"/>
                        <a:pt x="3433" y="20767"/>
                        <a:pt x="222" y="13673"/>
                      </a:cubicBezTo>
                      <a:cubicBezTo>
                        <a:pt x="-2989" y="6579"/>
                        <a:pt x="29346" y="-10970"/>
                        <a:pt x="51375" y="9864"/>
                      </a:cubicBezTo>
                      <a:cubicBezTo>
                        <a:pt x="71221" y="27562"/>
                        <a:pt x="84224" y="51665"/>
                        <a:pt x="88116" y="77969"/>
                      </a:cubicBezTo>
                      <a:lnTo>
                        <a:pt x="169512" y="41602"/>
                      </a:lnTo>
                      <a:cubicBezTo>
                        <a:pt x="183493" y="35896"/>
                        <a:pt x="199456" y="42575"/>
                        <a:pt x="205208" y="56537"/>
                      </a:cubicBezTo>
                      <a:cubicBezTo>
                        <a:pt x="209665" y="66258"/>
                        <a:pt x="208672" y="77608"/>
                        <a:pt x="202594" y="86407"/>
                      </a:cubicBezTo>
                      <a:cubicBezTo>
                        <a:pt x="213969" y="84892"/>
                        <a:pt x="224910" y="91333"/>
                        <a:pt x="229104" y="102015"/>
                      </a:cubicBezTo>
                      <a:cubicBezTo>
                        <a:pt x="233970" y="113829"/>
                        <a:pt x="230222" y="127439"/>
                        <a:pt x="219993" y="135096"/>
                      </a:cubicBezTo>
                      <a:cubicBezTo>
                        <a:pt x="226417" y="139055"/>
                        <a:pt x="231332" y="145048"/>
                        <a:pt x="233958" y="152122"/>
                      </a:cubicBezTo>
                      <a:cubicBezTo>
                        <a:pt x="237916" y="160934"/>
                        <a:pt x="233136" y="181022"/>
                        <a:pt x="221711" y="186100"/>
                      </a:cubicBezTo>
                      <a:cubicBezTo>
                        <a:pt x="226656" y="190958"/>
                        <a:pt x="230634" y="196710"/>
                        <a:pt x="233435" y="203051"/>
                      </a:cubicBezTo>
                      <a:cubicBezTo>
                        <a:pt x="238847" y="218897"/>
                        <a:pt x="230627" y="236166"/>
                        <a:pt x="214915" y="241957"/>
                      </a:cubicBezTo>
                      <a:lnTo>
                        <a:pt x="80499" y="302146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520" name="Freeform: Shape 519">
                  <a:extLst>
                    <a:ext uri="{FF2B5EF4-FFF2-40B4-BE49-F238E27FC236}">
                      <a16:creationId xmlns:a16="http://schemas.microsoft.com/office/drawing/2014/main" id="{2E729B01-0FAF-0736-B6FB-BFB3901AD3A4}"/>
                    </a:ext>
                  </a:extLst>
                </p:cNvPr>
                <p:cNvSpPr/>
                <p:nvPr/>
              </p:nvSpPr>
              <p:spPr>
                <a:xfrm>
                  <a:off x="5128261" y="1388845"/>
                  <a:ext cx="138225" cy="203492"/>
                </a:xfrm>
                <a:custGeom>
                  <a:avLst/>
                  <a:gdLst>
                    <a:gd name="csX0" fmla="*/ 58695 w 138225"/>
                    <a:gd name="csY0" fmla="*/ 0 h 203492"/>
                    <a:gd name="csX1" fmla="*/ 0 w 138225"/>
                    <a:gd name="csY1" fmla="*/ 26211 h 203492"/>
                    <a:gd name="csX2" fmla="*/ 79082 w 138225"/>
                    <a:gd name="csY2" fmla="*/ 203492 h 203492"/>
                    <a:gd name="csX3" fmla="*/ 138225 w 138225"/>
                    <a:gd name="csY3" fmla="*/ 177281 h 203492"/>
                    <a:gd name="csX4" fmla="*/ 96033 w 138225"/>
                    <a:gd name="csY4" fmla="*/ 174294 h 203492"/>
                    <a:gd name="csX5" fmla="*/ 84459 w 138225"/>
                    <a:gd name="csY5" fmla="*/ 162869 h 203492"/>
                    <a:gd name="csX6" fmla="*/ 95884 w 138225"/>
                    <a:gd name="csY6" fmla="*/ 151294 h 203492"/>
                    <a:gd name="csX7" fmla="*/ 107459 w 138225"/>
                    <a:gd name="csY7" fmla="*/ 162719 h 203492"/>
                    <a:gd name="csX8" fmla="*/ 107459 w 138225"/>
                    <a:gd name="csY8" fmla="*/ 162794 h 203492"/>
                    <a:gd name="csX9" fmla="*/ 96257 w 138225"/>
                    <a:gd name="csY9" fmla="*/ 174294 h 20349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138225" h="203492">
                      <a:moveTo>
                        <a:pt x="58695" y="0"/>
                      </a:moveTo>
                      <a:lnTo>
                        <a:pt x="0" y="26211"/>
                      </a:lnTo>
                      <a:lnTo>
                        <a:pt x="79082" y="203492"/>
                      </a:lnTo>
                      <a:lnTo>
                        <a:pt x="138225" y="177281"/>
                      </a:lnTo>
                      <a:close/>
                      <a:moveTo>
                        <a:pt x="96033" y="174294"/>
                      </a:moveTo>
                      <a:cubicBezTo>
                        <a:pt x="89682" y="174335"/>
                        <a:pt x="84500" y="169220"/>
                        <a:pt x="84459" y="162869"/>
                      </a:cubicBezTo>
                      <a:cubicBezTo>
                        <a:pt x="84418" y="156517"/>
                        <a:pt x="89533" y="151335"/>
                        <a:pt x="95884" y="151294"/>
                      </a:cubicBezTo>
                      <a:cubicBezTo>
                        <a:pt x="102235" y="151253"/>
                        <a:pt x="107417" y="156368"/>
                        <a:pt x="107459" y="162719"/>
                      </a:cubicBezTo>
                      <a:cubicBezTo>
                        <a:pt x="107459" y="162744"/>
                        <a:pt x="107459" y="162769"/>
                        <a:pt x="107459" y="162794"/>
                      </a:cubicBezTo>
                      <a:cubicBezTo>
                        <a:pt x="107501" y="169046"/>
                        <a:pt x="102509" y="174171"/>
                        <a:pt x="96257" y="174294"/>
                      </a:cubicBezTo>
                      <a:close/>
                    </a:path>
                  </a:pathLst>
                </a:custGeom>
                <a:solidFill>
                  <a:srgbClr val="E0E0E0"/>
                </a:solidFill>
                <a:ln w="7449" cap="flat">
                  <a:noFill/>
                  <a:prstDash val="solid"/>
                  <a:miter/>
                </a:ln>
              </p:spPr>
            </p:sp>
          </p:grpSp>
        </p:grpSp>
        <p:grpSp>
          <p:nvGrpSpPr>
            <p:cNvPr id="521" name="Graphic 4">
              <a:extLst>
                <a:ext uri="{FF2B5EF4-FFF2-40B4-BE49-F238E27FC236}">
                  <a16:creationId xmlns:a16="http://schemas.microsoft.com/office/drawing/2014/main" id="{9DFAA622-E14D-5BC5-FE92-4DF82798ADA4}"/>
                </a:ext>
              </a:extLst>
            </p:cNvPr>
            <p:cNvGrpSpPr/>
            <p:nvPr/>
          </p:nvGrpSpPr>
          <p:grpSpPr>
            <a:xfrm>
              <a:off x="5619554" y="951318"/>
              <a:ext cx="1895575" cy="2567658"/>
              <a:chOff x="5619554" y="951318"/>
              <a:chExt cx="1895575" cy="2567658"/>
            </a:xfrm>
          </p:grpSpPr>
          <p:grpSp>
            <p:nvGrpSpPr>
              <p:cNvPr id="522" name="Graphic 4">
                <a:extLst>
                  <a:ext uri="{FF2B5EF4-FFF2-40B4-BE49-F238E27FC236}">
                    <a16:creationId xmlns:a16="http://schemas.microsoft.com/office/drawing/2014/main" id="{88C48D57-3696-916C-8999-281D6C66A5AB}"/>
                  </a:ext>
                </a:extLst>
              </p:cNvPr>
              <p:cNvGrpSpPr/>
              <p:nvPr/>
            </p:nvGrpSpPr>
            <p:grpSpPr>
              <a:xfrm>
                <a:off x="6624917" y="951318"/>
                <a:ext cx="890212" cy="866316"/>
                <a:chOff x="6624917" y="951318"/>
                <a:chExt cx="890212" cy="866316"/>
              </a:xfrm>
              <a:solidFill>
                <a:srgbClr val="30261C"/>
              </a:solidFill>
            </p:grpSpPr>
            <p:sp>
              <p:nvSpPr>
                <p:cNvPr id="523" name="Freeform: Shape 522">
                  <a:extLst>
                    <a:ext uri="{FF2B5EF4-FFF2-40B4-BE49-F238E27FC236}">
                      <a16:creationId xmlns:a16="http://schemas.microsoft.com/office/drawing/2014/main" id="{B25DD844-CB7C-47D6-7EEE-A8BBA56132D3}"/>
                    </a:ext>
                  </a:extLst>
                </p:cNvPr>
                <p:cNvSpPr/>
                <p:nvPr/>
              </p:nvSpPr>
              <p:spPr>
                <a:xfrm>
                  <a:off x="6978134" y="969016"/>
                  <a:ext cx="24792" cy="97825"/>
                </a:xfrm>
                <a:custGeom>
                  <a:avLst/>
                  <a:gdLst>
                    <a:gd name="csX0" fmla="*/ 24792 w 24792"/>
                    <a:gd name="csY0" fmla="*/ 97826 h 97825"/>
                    <a:gd name="csX1" fmla="*/ 9857 w 24792"/>
                    <a:gd name="csY1" fmla="*/ 49585 h 97825"/>
                    <a:gd name="csX2" fmla="*/ 0 w 24792"/>
                    <a:gd name="csY2" fmla="*/ 0 h 97825"/>
                    <a:gd name="csX3" fmla="*/ 14935 w 24792"/>
                    <a:gd name="csY3" fmla="*/ 48241 h 97825"/>
                    <a:gd name="csX4" fmla="*/ 24792 w 24792"/>
                    <a:gd name="csY4" fmla="*/ 97826 h 978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4792" h="97825">
                      <a:moveTo>
                        <a:pt x="24792" y="97826"/>
                      </a:moveTo>
                      <a:cubicBezTo>
                        <a:pt x="18795" y="82079"/>
                        <a:pt x="13807" y="65966"/>
                        <a:pt x="9857" y="49585"/>
                      </a:cubicBezTo>
                      <a:cubicBezTo>
                        <a:pt x="5548" y="33277"/>
                        <a:pt x="2256" y="16716"/>
                        <a:pt x="0" y="0"/>
                      </a:cubicBezTo>
                      <a:cubicBezTo>
                        <a:pt x="5963" y="15759"/>
                        <a:pt x="10951" y="31869"/>
                        <a:pt x="14935" y="48241"/>
                      </a:cubicBezTo>
                      <a:cubicBezTo>
                        <a:pt x="19209" y="64557"/>
                        <a:pt x="22501" y="81115"/>
                        <a:pt x="24792" y="97826"/>
                      </a:cubicBezTo>
                      <a:close/>
                    </a:path>
                  </a:pathLst>
                </a:custGeom>
                <a:solidFill>
                  <a:srgbClr val="30261C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524" name="Freeform: Shape 523">
                  <a:extLst>
                    <a:ext uri="{FF2B5EF4-FFF2-40B4-BE49-F238E27FC236}">
                      <a16:creationId xmlns:a16="http://schemas.microsoft.com/office/drawing/2014/main" id="{DEB387EE-5D2E-6243-95DE-A55E1BCC2464}"/>
                    </a:ext>
                  </a:extLst>
                </p:cNvPr>
                <p:cNvSpPr/>
                <p:nvPr/>
              </p:nvSpPr>
              <p:spPr>
                <a:xfrm>
                  <a:off x="6761350" y="1062212"/>
                  <a:ext cx="88267" cy="90507"/>
                </a:xfrm>
                <a:custGeom>
                  <a:avLst/>
                  <a:gdLst>
                    <a:gd name="csX0" fmla="*/ 88267 w 88267"/>
                    <a:gd name="csY0" fmla="*/ 90507 h 90507"/>
                    <a:gd name="csX1" fmla="*/ 64669 w 88267"/>
                    <a:gd name="csY1" fmla="*/ 69449 h 90507"/>
                    <a:gd name="csX2" fmla="*/ 42267 w 88267"/>
                    <a:gd name="csY2" fmla="*/ 47046 h 90507"/>
                    <a:gd name="csX3" fmla="*/ 20611 w 88267"/>
                    <a:gd name="csY3" fmla="*/ 24046 h 90507"/>
                    <a:gd name="csX4" fmla="*/ 0 w 88267"/>
                    <a:gd name="csY4" fmla="*/ 0 h 90507"/>
                    <a:gd name="csX5" fmla="*/ 23672 w 88267"/>
                    <a:gd name="csY5" fmla="*/ 21059 h 90507"/>
                    <a:gd name="csX6" fmla="*/ 46075 w 88267"/>
                    <a:gd name="csY6" fmla="*/ 43461 h 90507"/>
                    <a:gd name="csX7" fmla="*/ 67656 w 88267"/>
                    <a:gd name="csY7" fmla="*/ 66462 h 90507"/>
                    <a:gd name="csX8" fmla="*/ 88267 w 88267"/>
                    <a:gd name="csY8" fmla="*/ 90507 h 9050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88267" h="90507">
                      <a:moveTo>
                        <a:pt x="88267" y="90507"/>
                      </a:moveTo>
                      <a:cubicBezTo>
                        <a:pt x="80053" y="83786"/>
                        <a:pt x="72286" y="76618"/>
                        <a:pt x="64669" y="69449"/>
                      </a:cubicBezTo>
                      <a:cubicBezTo>
                        <a:pt x="57053" y="62280"/>
                        <a:pt x="49734" y="54513"/>
                        <a:pt x="42267" y="47046"/>
                      </a:cubicBezTo>
                      <a:cubicBezTo>
                        <a:pt x="34799" y="39578"/>
                        <a:pt x="27331" y="32111"/>
                        <a:pt x="20611" y="24046"/>
                      </a:cubicBezTo>
                      <a:cubicBezTo>
                        <a:pt x="13890" y="15981"/>
                        <a:pt x="6572" y="8289"/>
                        <a:pt x="0" y="0"/>
                      </a:cubicBezTo>
                      <a:cubicBezTo>
                        <a:pt x="8214" y="6721"/>
                        <a:pt x="15981" y="13890"/>
                        <a:pt x="23672" y="21059"/>
                      </a:cubicBezTo>
                      <a:cubicBezTo>
                        <a:pt x="31364" y="28228"/>
                        <a:pt x="38608" y="35994"/>
                        <a:pt x="46075" y="43461"/>
                      </a:cubicBezTo>
                      <a:cubicBezTo>
                        <a:pt x="53543" y="50929"/>
                        <a:pt x="60637" y="58397"/>
                        <a:pt x="67656" y="66462"/>
                      </a:cubicBezTo>
                      <a:cubicBezTo>
                        <a:pt x="74676" y="74527"/>
                        <a:pt x="81770" y="82218"/>
                        <a:pt x="88267" y="90507"/>
                      </a:cubicBezTo>
                      <a:close/>
                    </a:path>
                  </a:pathLst>
                </a:custGeom>
                <a:solidFill>
                  <a:srgbClr val="30261C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525" name="Freeform: Shape 524">
                  <a:extLst>
                    <a:ext uri="{FF2B5EF4-FFF2-40B4-BE49-F238E27FC236}">
                      <a16:creationId xmlns:a16="http://schemas.microsoft.com/office/drawing/2014/main" id="{4F302F43-22DB-84C9-34E6-1A7C2EB94835}"/>
                    </a:ext>
                  </a:extLst>
                </p:cNvPr>
                <p:cNvSpPr/>
                <p:nvPr/>
              </p:nvSpPr>
              <p:spPr>
                <a:xfrm>
                  <a:off x="6624917" y="1267272"/>
                  <a:ext cx="191767" cy="53692"/>
                </a:xfrm>
                <a:custGeom>
                  <a:avLst/>
                  <a:gdLst>
                    <a:gd name="csX0" fmla="*/ 191768 w 191767"/>
                    <a:gd name="csY0" fmla="*/ 53692 h 53692"/>
                    <a:gd name="csX1" fmla="*/ 143228 w 191767"/>
                    <a:gd name="csY1" fmla="*/ 42267 h 53692"/>
                    <a:gd name="csX2" fmla="*/ 95137 w 191767"/>
                    <a:gd name="csY2" fmla="*/ 29497 h 53692"/>
                    <a:gd name="csX3" fmla="*/ 47345 w 191767"/>
                    <a:gd name="csY3" fmla="*/ 15458 h 53692"/>
                    <a:gd name="csX4" fmla="*/ 0 w 191767"/>
                    <a:gd name="csY4" fmla="*/ 0 h 53692"/>
                    <a:gd name="csX5" fmla="*/ 48539 w 191767"/>
                    <a:gd name="csY5" fmla="*/ 11351 h 53692"/>
                    <a:gd name="csX6" fmla="*/ 96631 w 191767"/>
                    <a:gd name="csY6" fmla="*/ 24195 h 53692"/>
                    <a:gd name="csX7" fmla="*/ 144423 w 191767"/>
                    <a:gd name="csY7" fmla="*/ 38234 h 53692"/>
                    <a:gd name="csX8" fmla="*/ 191768 w 191767"/>
                    <a:gd name="csY8" fmla="*/ 53692 h 5369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91767" h="53692">
                      <a:moveTo>
                        <a:pt x="191768" y="53692"/>
                      </a:moveTo>
                      <a:cubicBezTo>
                        <a:pt x="175489" y="50332"/>
                        <a:pt x="159359" y="46224"/>
                        <a:pt x="143228" y="42267"/>
                      </a:cubicBezTo>
                      <a:cubicBezTo>
                        <a:pt x="127098" y="38309"/>
                        <a:pt x="111192" y="33754"/>
                        <a:pt x="95137" y="29497"/>
                      </a:cubicBezTo>
                      <a:cubicBezTo>
                        <a:pt x="79082" y="25240"/>
                        <a:pt x="63251" y="20387"/>
                        <a:pt x="47345" y="15458"/>
                      </a:cubicBezTo>
                      <a:cubicBezTo>
                        <a:pt x="31439" y="10529"/>
                        <a:pt x="15682" y="5601"/>
                        <a:pt x="0" y="0"/>
                      </a:cubicBezTo>
                      <a:cubicBezTo>
                        <a:pt x="16279" y="3360"/>
                        <a:pt x="32409" y="7468"/>
                        <a:pt x="48539" y="11351"/>
                      </a:cubicBezTo>
                      <a:cubicBezTo>
                        <a:pt x="64669" y="15234"/>
                        <a:pt x="80575" y="19939"/>
                        <a:pt x="96631" y="24195"/>
                      </a:cubicBezTo>
                      <a:cubicBezTo>
                        <a:pt x="112686" y="28452"/>
                        <a:pt x="128517" y="33305"/>
                        <a:pt x="144423" y="38234"/>
                      </a:cubicBezTo>
                      <a:cubicBezTo>
                        <a:pt x="160329" y="43163"/>
                        <a:pt x="176086" y="48017"/>
                        <a:pt x="191768" y="53692"/>
                      </a:cubicBezTo>
                      <a:close/>
                    </a:path>
                  </a:pathLst>
                </a:custGeom>
                <a:solidFill>
                  <a:srgbClr val="30261C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526" name="Freeform: Shape 525">
                  <a:extLst>
                    <a:ext uri="{FF2B5EF4-FFF2-40B4-BE49-F238E27FC236}">
                      <a16:creationId xmlns:a16="http://schemas.microsoft.com/office/drawing/2014/main" id="{43256FE9-2F6B-ED4C-2991-C8A1FC38C851}"/>
                    </a:ext>
                  </a:extLst>
                </p:cNvPr>
                <p:cNvSpPr/>
                <p:nvPr/>
              </p:nvSpPr>
              <p:spPr>
                <a:xfrm>
                  <a:off x="6666661" y="1467628"/>
                  <a:ext cx="150920" cy="38532"/>
                </a:xfrm>
                <a:custGeom>
                  <a:avLst/>
                  <a:gdLst>
                    <a:gd name="csX0" fmla="*/ 150920 w 150920"/>
                    <a:gd name="csY0" fmla="*/ 0 h 38532"/>
                    <a:gd name="csX1" fmla="*/ 113582 w 150920"/>
                    <a:gd name="csY1" fmla="*/ 11724 h 38532"/>
                    <a:gd name="csX2" fmla="*/ 76244 w 150920"/>
                    <a:gd name="csY2" fmla="*/ 22029 h 38532"/>
                    <a:gd name="csX3" fmla="*/ 38309 w 150920"/>
                    <a:gd name="csY3" fmla="*/ 31065 h 38532"/>
                    <a:gd name="csX4" fmla="*/ 0 w 150920"/>
                    <a:gd name="csY4" fmla="*/ 38533 h 38532"/>
                    <a:gd name="csX5" fmla="*/ 37338 w 150920"/>
                    <a:gd name="csY5" fmla="*/ 26809 h 38532"/>
                    <a:gd name="csX6" fmla="*/ 74676 w 150920"/>
                    <a:gd name="csY6" fmla="*/ 16503 h 38532"/>
                    <a:gd name="csX7" fmla="*/ 112611 w 150920"/>
                    <a:gd name="csY7" fmla="*/ 7468 h 38532"/>
                    <a:gd name="csX8" fmla="*/ 150920 w 150920"/>
                    <a:gd name="csY8" fmla="*/ 0 h 3853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50920" h="38532">
                      <a:moveTo>
                        <a:pt x="150920" y="0"/>
                      </a:moveTo>
                      <a:cubicBezTo>
                        <a:pt x="138599" y="4331"/>
                        <a:pt x="126202" y="8065"/>
                        <a:pt x="113582" y="11724"/>
                      </a:cubicBezTo>
                      <a:cubicBezTo>
                        <a:pt x="100962" y="15383"/>
                        <a:pt x="88566" y="18744"/>
                        <a:pt x="76244" y="22029"/>
                      </a:cubicBezTo>
                      <a:cubicBezTo>
                        <a:pt x="63923" y="25315"/>
                        <a:pt x="51004" y="28302"/>
                        <a:pt x="38309" y="31065"/>
                      </a:cubicBezTo>
                      <a:cubicBezTo>
                        <a:pt x="25614" y="33828"/>
                        <a:pt x="12844" y="36591"/>
                        <a:pt x="0" y="38533"/>
                      </a:cubicBezTo>
                      <a:cubicBezTo>
                        <a:pt x="12321" y="34202"/>
                        <a:pt x="24792" y="30468"/>
                        <a:pt x="37338" y="26809"/>
                      </a:cubicBezTo>
                      <a:cubicBezTo>
                        <a:pt x="49884" y="23150"/>
                        <a:pt x="62354" y="19789"/>
                        <a:pt x="74676" y="16503"/>
                      </a:cubicBezTo>
                      <a:cubicBezTo>
                        <a:pt x="86997" y="13218"/>
                        <a:pt x="99917" y="10156"/>
                        <a:pt x="112611" y="7468"/>
                      </a:cubicBezTo>
                      <a:cubicBezTo>
                        <a:pt x="125306" y="4779"/>
                        <a:pt x="138151" y="2091"/>
                        <a:pt x="150920" y="0"/>
                      </a:cubicBezTo>
                      <a:close/>
                    </a:path>
                  </a:pathLst>
                </a:custGeom>
                <a:solidFill>
                  <a:srgbClr val="30261C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527" name="Freeform: Shape 526">
                  <a:extLst>
                    <a:ext uri="{FF2B5EF4-FFF2-40B4-BE49-F238E27FC236}">
                      <a16:creationId xmlns:a16="http://schemas.microsoft.com/office/drawing/2014/main" id="{253C0B10-B5FE-2656-699B-258C4F4FFF8D}"/>
                    </a:ext>
                  </a:extLst>
                </p:cNvPr>
                <p:cNvSpPr/>
                <p:nvPr/>
              </p:nvSpPr>
              <p:spPr>
                <a:xfrm>
                  <a:off x="6780168" y="1579343"/>
                  <a:ext cx="126351" cy="123962"/>
                </a:xfrm>
                <a:custGeom>
                  <a:avLst/>
                  <a:gdLst>
                    <a:gd name="csX0" fmla="*/ 126352 w 126351"/>
                    <a:gd name="csY0" fmla="*/ 0 h 123962"/>
                    <a:gd name="csX1" fmla="*/ 96481 w 126351"/>
                    <a:gd name="csY1" fmla="*/ 32559 h 123962"/>
                    <a:gd name="csX2" fmla="*/ 65267 w 126351"/>
                    <a:gd name="csY2" fmla="*/ 63997 h 123962"/>
                    <a:gd name="csX3" fmla="*/ 33156 w 126351"/>
                    <a:gd name="csY3" fmla="*/ 94540 h 123962"/>
                    <a:gd name="csX4" fmla="*/ 0 w 126351"/>
                    <a:gd name="csY4" fmla="*/ 123962 h 123962"/>
                    <a:gd name="csX5" fmla="*/ 29870 w 126351"/>
                    <a:gd name="csY5" fmla="*/ 91478 h 123962"/>
                    <a:gd name="csX6" fmla="*/ 61085 w 126351"/>
                    <a:gd name="csY6" fmla="*/ 60039 h 123962"/>
                    <a:gd name="csX7" fmla="*/ 93195 w 126351"/>
                    <a:gd name="csY7" fmla="*/ 29497 h 123962"/>
                    <a:gd name="csX8" fmla="*/ 126352 w 126351"/>
                    <a:gd name="csY8" fmla="*/ 0 h 12396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26351" h="123962">
                      <a:moveTo>
                        <a:pt x="126352" y="0"/>
                      </a:moveTo>
                      <a:cubicBezTo>
                        <a:pt x="116644" y="11201"/>
                        <a:pt x="106413" y="21880"/>
                        <a:pt x="96481" y="32559"/>
                      </a:cubicBezTo>
                      <a:cubicBezTo>
                        <a:pt x="86549" y="43237"/>
                        <a:pt x="75796" y="53617"/>
                        <a:pt x="65267" y="63997"/>
                      </a:cubicBezTo>
                      <a:cubicBezTo>
                        <a:pt x="54737" y="74377"/>
                        <a:pt x="44059" y="84533"/>
                        <a:pt x="33156" y="94540"/>
                      </a:cubicBezTo>
                      <a:cubicBezTo>
                        <a:pt x="22253" y="104546"/>
                        <a:pt x="11351" y="114478"/>
                        <a:pt x="0" y="123962"/>
                      </a:cubicBezTo>
                      <a:cubicBezTo>
                        <a:pt x="9708" y="112835"/>
                        <a:pt x="19938" y="102157"/>
                        <a:pt x="29870" y="91478"/>
                      </a:cubicBezTo>
                      <a:cubicBezTo>
                        <a:pt x="39802" y="80799"/>
                        <a:pt x="50556" y="70419"/>
                        <a:pt x="61085" y="60039"/>
                      </a:cubicBezTo>
                      <a:cubicBezTo>
                        <a:pt x="71614" y="49660"/>
                        <a:pt x="82293" y="39504"/>
                        <a:pt x="93195" y="29497"/>
                      </a:cubicBezTo>
                      <a:cubicBezTo>
                        <a:pt x="104098" y="19490"/>
                        <a:pt x="115001" y="9559"/>
                        <a:pt x="126352" y="0"/>
                      </a:cubicBezTo>
                      <a:close/>
                    </a:path>
                  </a:pathLst>
                </a:custGeom>
                <a:solidFill>
                  <a:srgbClr val="30261C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528" name="Freeform: Shape 527">
                  <a:extLst>
                    <a:ext uri="{FF2B5EF4-FFF2-40B4-BE49-F238E27FC236}">
                      <a16:creationId xmlns:a16="http://schemas.microsoft.com/office/drawing/2014/main" id="{0C68AAD5-B8D6-4B2D-ADF1-58F01D6FA943}"/>
                    </a:ext>
                  </a:extLst>
                </p:cNvPr>
                <p:cNvSpPr/>
                <p:nvPr/>
              </p:nvSpPr>
              <p:spPr>
                <a:xfrm>
                  <a:off x="6976267" y="1683292"/>
                  <a:ext cx="37636" cy="133968"/>
                </a:xfrm>
                <a:custGeom>
                  <a:avLst/>
                  <a:gdLst>
                    <a:gd name="csX0" fmla="*/ 37637 w 37636"/>
                    <a:gd name="csY0" fmla="*/ 0 h 133968"/>
                    <a:gd name="csX1" fmla="*/ 30169 w 37636"/>
                    <a:gd name="csY1" fmla="*/ 34052 h 133968"/>
                    <a:gd name="csX2" fmla="*/ 21432 w 37636"/>
                    <a:gd name="csY2" fmla="*/ 67731 h 133968"/>
                    <a:gd name="csX3" fmla="*/ 11425 w 37636"/>
                    <a:gd name="csY3" fmla="*/ 101111 h 133968"/>
                    <a:gd name="csX4" fmla="*/ 0 w 37636"/>
                    <a:gd name="csY4" fmla="*/ 133969 h 133968"/>
                    <a:gd name="csX5" fmla="*/ 7468 w 37636"/>
                    <a:gd name="csY5" fmla="*/ 99917 h 133968"/>
                    <a:gd name="csX6" fmla="*/ 16205 w 37636"/>
                    <a:gd name="csY6" fmla="*/ 66238 h 133968"/>
                    <a:gd name="csX7" fmla="*/ 26211 w 37636"/>
                    <a:gd name="csY7" fmla="*/ 32932 h 133968"/>
                    <a:gd name="csX8" fmla="*/ 37637 w 37636"/>
                    <a:gd name="csY8" fmla="*/ 0 h 13396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37636" h="133968">
                      <a:moveTo>
                        <a:pt x="37637" y="0"/>
                      </a:moveTo>
                      <a:cubicBezTo>
                        <a:pt x="35621" y="11500"/>
                        <a:pt x="33007" y="22403"/>
                        <a:pt x="30169" y="34052"/>
                      </a:cubicBezTo>
                      <a:cubicBezTo>
                        <a:pt x="27331" y="45702"/>
                        <a:pt x="24494" y="56455"/>
                        <a:pt x="21432" y="67731"/>
                      </a:cubicBezTo>
                      <a:cubicBezTo>
                        <a:pt x="18370" y="79007"/>
                        <a:pt x="15010" y="90134"/>
                        <a:pt x="11425" y="101111"/>
                      </a:cubicBezTo>
                      <a:cubicBezTo>
                        <a:pt x="7841" y="112089"/>
                        <a:pt x="3958" y="123514"/>
                        <a:pt x="0" y="133969"/>
                      </a:cubicBezTo>
                      <a:cubicBezTo>
                        <a:pt x="2016" y="122543"/>
                        <a:pt x="4630" y="111566"/>
                        <a:pt x="7468" y="99917"/>
                      </a:cubicBezTo>
                      <a:cubicBezTo>
                        <a:pt x="10305" y="88267"/>
                        <a:pt x="13143" y="77514"/>
                        <a:pt x="16205" y="66238"/>
                      </a:cubicBezTo>
                      <a:cubicBezTo>
                        <a:pt x="19267" y="54962"/>
                        <a:pt x="22627" y="43835"/>
                        <a:pt x="26211" y="32932"/>
                      </a:cubicBezTo>
                      <a:cubicBezTo>
                        <a:pt x="29796" y="22029"/>
                        <a:pt x="33455" y="10903"/>
                        <a:pt x="37637" y="0"/>
                      </a:cubicBezTo>
                      <a:close/>
                    </a:path>
                  </a:pathLst>
                </a:custGeom>
                <a:solidFill>
                  <a:srgbClr val="30261C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529" name="Freeform: Shape 528">
                  <a:extLst>
                    <a:ext uri="{FF2B5EF4-FFF2-40B4-BE49-F238E27FC236}">
                      <a16:creationId xmlns:a16="http://schemas.microsoft.com/office/drawing/2014/main" id="{D3851E81-8B19-03A6-E1DD-ABE19C6C48EA}"/>
                    </a:ext>
                  </a:extLst>
                </p:cNvPr>
                <p:cNvSpPr/>
                <p:nvPr/>
              </p:nvSpPr>
              <p:spPr>
                <a:xfrm>
                  <a:off x="7188422" y="1757520"/>
                  <a:ext cx="15383" cy="60114"/>
                </a:xfrm>
                <a:custGeom>
                  <a:avLst/>
                  <a:gdLst>
                    <a:gd name="csX0" fmla="*/ 0 w 15383"/>
                    <a:gd name="csY0" fmla="*/ 0 h 60114"/>
                    <a:gd name="csX1" fmla="*/ 10380 w 15383"/>
                    <a:gd name="csY1" fmla="*/ 29348 h 60114"/>
                    <a:gd name="csX2" fmla="*/ 15383 w 15383"/>
                    <a:gd name="csY2" fmla="*/ 60114 h 60114"/>
                    <a:gd name="csX3" fmla="*/ 5003 w 15383"/>
                    <a:gd name="csY3" fmla="*/ 30767 h 60114"/>
                    <a:gd name="csX4" fmla="*/ 0 w 15383"/>
                    <a:gd name="csY4" fmla="*/ 0 h 6011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5383" h="60114">
                      <a:moveTo>
                        <a:pt x="0" y="0"/>
                      </a:moveTo>
                      <a:cubicBezTo>
                        <a:pt x="4385" y="9430"/>
                        <a:pt x="7861" y="19257"/>
                        <a:pt x="10380" y="29348"/>
                      </a:cubicBezTo>
                      <a:cubicBezTo>
                        <a:pt x="13062" y="39412"/>
                        <a:pt x="14738" y="49718"/>
                        <a:pt x="15383" y="60114"/>
                      </a:cubicBezTo>
                      <a:cubicBezTo>
                        <a:pt x="10921" y="50716"/>
                        <a:pt x="7443" y="40881"/>
                        <a:pt x="5003" y="30767"/>
                      </a:cubicBezTo>
                      <a:cubicBezTo>
                        <a:pt x="2322" y="20702"/>
                        <a:pt x="646" y="10396"/>
                        <a:pt x="0" y="0"/>
                      </a:cubicBezTo>
                      <a:close/>
                    </a:path>
                  </a:pathLst>
                </a:custGeom>
                <a:solidFill>
                  <a:srgbClr val="30261C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530" name="Freeform: Shape 529">
                  <a:extLst>
                    <a:ext uri="{FF2B5EF4-FFF2-40B4-BE49-F238E27FC236}">
                      <a16:creationId xmlns:a16="http://schemas.microsoft.com/office/drawing/2014/main" id="{2A66535F-BF40-1102-F2CE-CE5D695E8FA8}"/>
                    </a:ext>
                  </a:extLst>
                </p:cNvPr>
                <p:cNvSpPr/>
                <p:nvPr/>
              </p:nvSpPr>
              <p:spPr>
                <a:xfrm>
                  <a:off x="7309770" y="1611230"/>
                  <a:ext cx="91104" cy="92747"/>
                </a:xfrm>
                <a:custGeom>
                  <a:avLst/>
                  <a:gdLst>
                    <a:gd name="csX0" fmla="*/ 0 w 91104"/>
                    <a:gd name="csY0" fmla="*/ 0 h 92747"/>
                    <a:gd name="csX1" fmla="*/ 24270 w 91104"/>
                    <a:gd name="csY1" fmla="*/ 21805 h 92747"/>
                    <a:gd name="csX2" fmla="*/ 47494 w 91104"/>
                    <a:gd name="csY2" fmla="*/ 44208 h 92747"/>
                    <a:gd name="csX3" fmla="*/ 69897 w 91104"/>
                    <a:gd name="csY3" fmla="*/ 67955 h 92747"/>
                    <a:gd name="csX4" fmla="*/ 91105 w 91104"/>
                    <a:gd name="csY4" fmla="*/ 92748 h 92747"/>
                    <a:gd name="csX5" fmla="*/ 66835 w 91104"/>
                    <a:gd name="csY5" fmla="*/ 70942 h 92747"/>
                    <a:gd name="csX6" fmla="*/ 43611 w 91104"/>
                    <a:gd name="csY6" fmla="*/ 48091 h 92747"/>
                    <a:gd name="csX7" fmla="*/ 21208 w 91104"/>
                    <a:gd name="csY7" fmla="*/ 24419 h 92747"/>
                    <a:gd name="csX8" fmla="*/ 0 w 91104"/>
                    <a:gd name="csY8" fmla="*/ 0 h 927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91104" h="92747">
                      <a:moveTo>
                        <a:pt x="0" y="0"/>
                      </a:moveTo>
                      <a:cubicBezTo>
                        <a:pt x="8364" y="6945"/>
                        <a:pt x="16354" y="14338"/>
                        <a:pt x="24270" y="21805"/>
                      </a:cubicBezTo>
                      <a:cubicBezTo>
                        <a:pt x="32185" y="29273"/>
                        <a:pt x="39877" y="36741"/>
                        <a:pt x="47494" y="44208"/>
                      </a:cubicBezTo>
                      <a:cubicBezTo>
                        <a:pt x="55111" y="51676"/>
                        <a:pt x="62429" y="59815"/>
                        <a:pt x="69897" y="67955"/>
                      </a:cubicBezTo>
                      <a:cubicBezTo>
                        <a:pt x="77364" y="76095"/>
                        <a:pt x="84384" y="84160"/>
                        <a:pt x="91105" y="92748"/>
                      </a:cubicBezTo>
                      <a:cubicBezTo>
                        <a:pt x="82666" y="85728"/>
                        <a:pt x="74751" y="78410"/>
                        <a:pt x="66835" y="70942"/>
                      </a:cubicBezTo>
                      <a:cubicBezTo>
                        <a:pt x="58919" y="63475"/>
                        <a:pt x="51228" y="56007"/>
                        <a:pt x="43611" y="48091"/>
                      </a:cubicBezTo>
                      <a:cubicBezTo>
                        <a:pt x="35994" y="40176"/>
                        <a:pt x="28676" y="32484"/>
                        <a:pt x="21208" y="24419"/>
                      </a:cubicBezTo>
                      <a:cubicBezTo>
                        <a:pt x="13740" y="16354"/>
                        <a:pt x="6721" y="8588"/>
                        <a:pt x="0" y="0"/>
                      </a:cubicBezTo>
                      <a:close/>
                    </a:path>
                  </a:pathLst>
                </a:custGeom>
                <a:solidFill>
                  <a:srgbClr val="30261C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531" name="Freeform: Shape 530">
                  <a:extLst>
                    <a:ext uri="{FF2B5EF4-FFF2-40B4-BE49-F238E27FC236}">
                      <a16:creationId xmlns:a16="http://schemas.microsoft.com/office/drawing/2014/main" id="{91E5DB92-BE25-F1C6-DEF6-1159C7071A6D}"/>
                    </a:ext>
                  </a:extLst>
                </p:cNvPr>
                <p:cNvSpPr/>
                <p:nvPr/>
              </p:nvSpPr>
              <p:spPr>
                <a:xfrm>
                  <a:off x="7344046" y="1459936"/>
                  <a:ext cx="170709" cy="47717"/>
                </a:xfrm>
                <a:custGeom>
                  <a:avLst/>
                  <a:gdLst>
                    <a:gd name="csX0" fmla="*/ 0 w 170709"/>
                    <a:gd name="csY0" fmla="*/ 0 h 47717"/>
                    <a:gd name="csX1" fmla="*/ 43237 w 170709"/>
                    <a:gd name="csY1" fmla="*/ 9857 h 47717"/>
                    <a:gd name="csX2" fmla="*/ 86101 w 170709"/>
                    <a:gd name="csY2" fmla="*/ 21208 h 47717"/>
                    <a:gd name="csX3" fmla="*/ 128592 w 170709"/>
                    <a:gd name="csY3" fmla="*/ 33754 h 47717"/>
                    <a:gd name="csX4" fmla="*/ 170709 w 170709"/>
                    <a:gd name="csY4" fmla="*/ 47718 h 47717"/>
                    <a:gd name="csX5" fmla="*/ 127472 w 170709"/>
                    <a:gd name="csY5" fmla="*/ 37861 h 47717"/>
                    <a:gd name="csX6" fmla="*/ 84608 w 170709"/>
                    <a:gd name="csY6" fmla="*/ 26510 h 47717"/>
                    <a:gd name="csX7" fmla="*/ 42117 w 170709"/>
                    <a:gd name="csY7" fmla="*/ 13964 h 47717"/>
                    <a:gd name="csX8" fmla="*/ 0 w 170709"/>
                    <a:gd name="csY8" fmla="*/ 0 h 4771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70709" h="47717">
                      <a:moveTo>
                        <a:pt x="0" y="0"/>
                      </a:moveTo>
                      <a:cubicBezTo>
                        <a:pt x="14935" y="2838"/>
                        <a:pt x="28900" y="6347"/>
                        <a:pt x="43237" y="9857"/>
                      </a:cubicBezTo>
                      <a:cubicBezTo>
                        <a:pt x="57575" y="13367"/>
                        <a:pt x="71838" y="17325"/>
                        <a:pt x="86101" y="21208"/>
                      </a:cubicBezTo>
                      <a:cubicBezTo>
                        <a:pt x="100365" y="25091"/>
                        <a:pt x="114553" y="29273"/>
                        <a:pt x="128592" y="33754"/>
                      </a:cubicBezTo>
                      <a:cubicBezTo>
                        <a:pt x="142631" y="38234"/>
                        <a:pt x="156820" y="42640"/>
                        <a:pt x="170709" y="47718"/>
                      </a:cubicBezTo>
                      <a:cubicBezTo>
                        <a:pt x="156148" y="44880"/>
                        <a:pt x="141810" y="41371"/>
                        <a:pt x="127472" y="37861"/>
                      </a:cubicBezTo>
                      <a:cubicBezTo>
                        <a:pt x="113134" y="34351"/>
                        <a:pt x="98871" y="30393"/>
                        <a:pt x="84608" y="26510"/>
                      </a:cubicBezTo>
                      <a:cubicBezTo>
                        <a:pt x="70345" y="22627"/>
                        <a:pt x="56231" y="18445"/>
                        <a:pt x="42117" y="13964"/>
                      </a:cubicBezTo>
                      <a:cubicBezTo>
                        <a:pt x="28003" y="9484"/>
                        <a:pt x="13964" y="5078"/>
                        <a:pt x="0" y="0"/>
                      </a:cubicBezTo>
                      <a:close/>
                    </a:path>
                  </a:pathLst>
                </a:custGeom>
                <a:solidFill>
                  <a:srgbClr val="30261C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532" name="Freeform: Shape 531">
                  <a:extLst>
                    <a:ext uri="{FF2B5EF4-FFF2-40B4-BE49-F238E27FC236}">
                      <a16:creationId xmlns:a16="http://schemas.microsoft.com/office/drawing/2014/main" id="{6B863A9E-A8E5-5F8D-CD8C-C4FFD806CEF2}"/>
                    </a:ext>
                  </a:extLst>
                </p:cNvPr>
                <p:cNvSpPr/>
                <p:nvPr/>
              </p:nvSpPr>
              <p:spPr>
                <a:xfrm>
                  <a:off x="7343449" y="1280340"/>
                  <a:ext cx="171680" cy="44058"/>
                </a:xfrm>
                <a:custGeom>
                  <a:avLst/>
                  <a:gdLst>
                    <a:gd name="csX0" fmla="*/ 0 w 171680"/>
                    <a:gd name="csY0" fmla="*/ 44059 h 44058"/>
                    <a:gd name="csX1" fmla="*/ 42341 w 171680"/>
                    <a:gd name="csY1" fmla="*/ 30991 h 44058"/>
                    <a:gd name="csX2" fmla="*/ 85131 w 171680"/>
                    <a:gd name="csY2" fmla="*/ 19341 h 44058"/>
                    <a:gd name="csX3" fmla="*/ 128219 w 171680"/>
                    <a:gd name="csY3" fmla="*/ 8961 h 44058"/>
                    <a:gd name="csX4" fmla="*/ 171680 w 171680"/>
                    <a:gd name="csY4" fmla="*/ 0 h 44058"/>
                    <a:gd name="csX5" fmla="*/ 129264 w 171680"/>
                    <a:gd name="csY5" fmla="*/ 13068 h 44058"/>
                    <a:gd name="csX6" fmla="*/ 86475 w 171680"/>
                    <a:gd name="csY6" fmla="*/ 24718 h 44058"/>
                    <a:gd name="csX7" fmla="*/ 43387 w 171680"/>
                    <a:gd name="csY7" fmla="*/ 35098 h 44058"/>
                    <a:gd name="csX8" fmla="*/ 0 w 171680"/>
                    <a:gd name="csY8" fmla="*/ 44059 h 440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71680" h="44058">
                      <a:moveTo>
                        <a:pt x="0" y="44059"/>
                      </a:moveTo>
                      <a:cubicBezTo>
                        <a:pt x="13964" y="39280"/>
                        <a:pt x="28153" y="35098"/>
                        <a:pt x="42341" y="30991"/>
                      </a:cubicBezTo>
                      <a:cubicBezTo>
                        <a:pt x="56530" y="26883"/>
                        <a:pt x="70867" y="23075"/>
                        <a:pt x="85131" y="19341"/>
                      </a:cubicBezTo>
                      <a:cubicBezTo>
                        <a:pt x="99394" y="15607"/>
                        <a:pt x="113806" y="11873"/>
                        <a:pt x="128219" y="8961"/>
                      </a:cubicBezTo>
                      <a:cubicBezTo>
                        <a:pt x="142631" y="6049"/>
                        <a:pt x="157044" y="2614"/>
                        <a:pt x="171680" y="0"/>
                      </a:cubicBezTo>
                      <a:cubicBezTo>
                        <a:pt x="157641" y="4779"/>
                        <a:pt x="143453" y="8961"/>
                        <a:pt x="129264" y="13068"/>
                      </a:cubicBezTo>
                      <a:cubicBezTo>
                        <a:pt x="115076" y="17175"/>
                        <a:pt x="100813" y="20984"/>
                        <a:pt x="86475" y="24718"/>
                      </a:cubicBezTo>
                      <a:cubicBezTo>
                        <a:pt x="72137" y="28452"/>
                        <a:pt x="57874" y="32185"/>
                        <a:pt x="43387" y="35098"/>
                      </a:cubicBezTo>
                      <a:cubicBezTo>
                        <a:pt x="28900" y="38010"/>
                        <a:pt x="14562" y="41445"/>
                        <a:pt x="0" y="44059"/>
                      </a:cubicBezTo>
                      <a:close/>
                    </a:path>
                  </a:pathLst>
                </a:custGeom>
                <a:solidFill>
                  <a:srgbClr val="30261C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533" name="Freeform: Shape 532">
                  <a:extLst>
                    <a:ext uri="{FF2B5EF4-FFF2-40B4-BE49-F238E27FC236}">
                      <a16:creationId xmlns:a16="http://schemas.microsoft.com/office/drawing/2014/main" id="{97A5F2A0-E923-7D06-A0DA-64E6B21F0DD3}"/>
                    </a:ext>
                  </a:extLst>
                </p:cNvPr>
                <p:cNvSpPr/>
                <p:nvPr/>
              </p:nvSpPr>
              <p:spPr>
                <a:xfrm>
                  <a:off x="7303946" y="1056761"/>
                  <a:ext cx="125306" cy="122319"/>
                </a:xfrm>
                <a:custGeom>
                  <a:avLst/>
                  <a:gdLst>
                    <a:gd name="csX0" fmla="*/ 0 w 125306"/>
                    <a:gd name="csY0" fmla="*/ 122319 h 122319"/>
                    <a:gd name="csX1" fmla="*/ 29870 w 125306"/>
                    <a:gd name="csY1" fmla="*/ 90134 h 122319"/>
                    <a:gd name="csX2" fmla="*/ 60712 w 125306"/>
                    <a:gd name="csY2" fmla="*/ 58994 h 122319"/>
                    <a:gd name="csX3" fmla="*/ 92524 w 125306"/>
                    <a:gd name="csY3" fmla="*/ 29124 h 122319"/>
                    <a:gd name="csX4" fmla="*/ 125306 w 125306"/>
                    <a:gd name="csY4" fmla="*/ 0 h 122319"/>
                    <a:gd name="csX5" fmla="*/ 95436 w 125306"/>
                    <a:gd name="csY5" fmla="*/ 32185 h 122319"/>
                    <a:gd name="csX6" fmla="*/ 64520 w 125306"/>
                    <a:gd name="csY6" fmla="*/ 63251 h 122319"/>
                    <a:gd name="csX7" fmla="*/ 32783 w 125306"/>
                    <a:gd name="csY7" fmla="*/ 93121 h 122319"/>
                    <a:gd name="csX8" fmla="*/ 0 w 125306"/>
                    <a:gd name="csY8" fmla="*/ 122319 h 12231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25306" h="122319">
                      <a:moveTo>
                        <a:pt x="0" y="122319"/>
                      </a:moveTo>
                      <a:cubicBezTo>
                        <a:pt x="9633" y="111267"/>
                        <a:pt x="19715" y="100663"/>
                        <a:pt x="29870" y="90134"/>
                      </a:cubicBezTo>
                      <a:cubicBezTo>
                        <a:pt x="40026" y="79605"/>
                        <a:pt x="50332" y="69299"/>
                        <a:pt x="60712" y="58994"/>
                      </a:cubicBezTo>
                      <a:cubicBezTo>
                        <a:pt x="71091" y="48689"/>
                        <a:pt x="81696" y="38682"/>
                        <a:pt x="92524" y="29124"/>
                      </a:cubicBezTo>
                      <a:cubicBezTo>
                        <a:pt x="103352" y="19565"/>
                        <a:pt x="114105" y="9409"/>
                        <a:pt x="125306" y="0"/>
                      </a:cubicBezTo>
                      <a:cubicBezTo>
                        <a:pt x="115673" y="11052"/>
                        <a:pt x="105592" y="21656"/>
                        <a:pt x="95436" y="32185"/>
                      </a:cubicBezTo>
                      <a:cubicBezTo>
                        <a:pt x="85280" y="42715"/>
                        <a:pt x="74900" y="53020"/>
                        <a:pt x="64520" y="63251"/>
                      </a:cubicBezTo>
                      <a:cubicBezTo>
                        <a:pt x="54140" y="73481"/>
                        <a:pt x="43536" y="83637"/>
                        <a:pt x="32783" y="93121"/>
                      </a:cubicBezTo>
                      <a:cubicBezTo>
                        <a:pt x="22030" y="102605"/>
                        <a:pt x="11276" y="112910"/>
                        <a:pt x="0" y="122319"/>
                      </a:cubicBezTo>
                      <a:close/>
                    </a:path>
                  </a:pathLst>
                </a:custGeom>
                <a:solidFill>
                  <a:srgbClr val="30261C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534" name="Freeform: Shape 533">
                  <a:extLst>
                    <a:ext uri="{FF2B5EF4-FFF2-40B4-BE49-F238E27FC236}">
                      <a16:creationId xmlns:a16="http://schemas.microsoft.com/office/drawing/2014/main" id="{D3355499-D4AD-951A-55ED-5CCD1949039A}"/>
                    </a:ext>
                  </a:extLst>
                </p:cNvPr>
                <p:cNvSpPr/>
                <p:nvPr/>
              </p:nvSpPr>
              <p:spPr>
                <a:xfrm>
                  <a:off x="7175951" y="951318"/>
                  <a:ext cx="34276" cy="122393"/>
                </a:xfrm>
                <a:custGeom>
                  <a:avLst/>
                  <a:gdLst>
                    <a:gd name="csX0" fmla="*/ 0 w 34276"/>
                    <a:gd name="csY0" fmla="*/ 122394 h 122393"/>
                    <a:gd name="csX1" fmla="*/ 6497 w 34276"/>
                    <a:gd name="csY1" fmla="*/ 91179 h 122393"/>
                    <a:gd name="csX2" fmla="*/ 14487 w 34276"/>
                    <a:gd name="csY2" fmla="*/ 60338 h 122393"/>
                    <a:gd name="csX3" fmla="*/ 23672 w 34276"/>
                    <a:gd name="csY3" fmla="*/ 29870 h 122393"/>
                    <a:gd name="csX4" fmla="*/ 34276 w 34276"/>
                    <a:gd name="csY4" fmla="*/ 0 h 122393"/>
                    <a:gd name="csX5" fmla="*/ 27779 w 34276"/>
                    <a:gd name="csY5" fmla="*/ 31215 h 122393"/>
                    <a:gd name="csX6" fmla="*/ 19789 w 34276"/>
                    <a:gd name="csY6" fmla="*/ 61981 h 122393"/>
                    <a:gd name="csX7" fmla="*/ 10604 w 34276"/>
                    <a:gd name="csY7" fmla="*/ 92449 h 122393"/>
                    <a:gd name="csX8" fmla="*/ 0 w 34276"/>
                    <a:gd name="csY8" fmla="*/ 122394 h 12239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34276" h="122393">
                      <a:moveTo>
                        <a:pt x="0" y="122394"/>
                      </a:moveTo>
                      <a:cubicBezTo>
                        <a:pt x="1792" y="111865"/>
                        <a:pt x="4107" y="101485"/>
                        <a:pt x="6497" y="91179"/>
                      </a:cubicBezTo>
                      <a:cubicBezTo>
                        <a:pt x="8886" y="80874"/>
                        <a:pt x="11724" y="70569"/>
                        <a:pt x="14487" y="60338"/>
                      </a:cubicBezTo>
                      <a:cubicBezTo>
                        <a:pt x="17250" y="50108"/>
                        <a:pt x="20312" y="39952"/>
                        <a:pt x="23672" y="29870"/>
                      </a:cubicBezTo>
                      <a:cubicBezTo>
                        <a:pt x="27033" y="19789"/>
                        <a:pt x="30318" y="9708"/>
                        <a:pt x="34276" y="0"/>
                      </a:cubicBezTo>
                      <a:cubicBezTo>
                        <a:pt x="32559" y="10529"/>
                        <a:pt x="30169" y="20835"/>
                        <a:pt x="27779" y="31215"/>
                      </a:cubicBezTo>
                      <a:cubicBezTo>
                        <a:pt x="25390" y="41595"/>
                        <a:pt x="22627" y="51750"/>
                        <a:pt x="19789" y="61981"/>
                      </a:cubicBezTo>
                      <a:cubicBezTo>
                        <a:pt x="16951" y="72212"/>
                        <a:pt x="13964" y="82368"/>
                        <a:pt x="10604" y="92449"/>
                      </a:cubicBezTo>
                      <a:cubicBezTo>
                        <a:pt x="7244" y="102530"/>
                        <a:pt x="3958" y="112462"/>
                        <a:pt x="0" y="122394"/>
                      </a:cubicBezTo>
                      <a:close/>
                    </a:path>
                  </a:pathLst>
                </a:custGeom>
                <a:solidFill>
                  <a:srgbClr val="30261C"/>
                </a:solidFill>
                <a:ln w="7449" cap="flat">
                  <a:noFill/>
                  <a:prstDash val="solid"/>
                  <a:miter/>
                </a:ln>
              </p:spPr>
            </p:sp>
          </p:grpSp>
          <p:grpSp>
            <p:nvGrpSpPr>
              <p:cNvPr id="535" name="Graphic 4">
                <a:extLst>
                  <a:ext uri="{FF2B5EF4-FFF2-40B4-BE49-F238E27FC236}">
                    <a16:creationId xmlns:a16="http://schemas.microsoft.com/office/drawing/2014/main" id="{D64190DF-DB6E-1700-60FF-A59E044E2786}"/>
                  </a:ext>
                </a:extLst>
              </p:cNvPr>
              <p:cNvGrpSpPr/>
              <p:nvPr/>
            </p:nvGrpSpPr>
            <p:grpSpPr>
              <a:xfrm>
                <a:off x="5619554" y="1778280"/>
                <a:ext cx="1629205" cy="1740697"/>
                <a:chOff x="5619554" y="1778280"/>
                <a:chExt cx="1629205" cy="1740697"/>
              </a:xfrm>
            </p:grpSpPr>
            <p:sp>
              <p:nvSpPr>
                <p:cNvPr id="536" name="Freeform: Shape 535">
                  <a:extLst>
                    <a:ext uri="{FF2B5EF4-FFF2-40B4-BE49-F238E27FC236}">
                      <a16:creationId xmlns:a16="http://schemas.microsoft.com/office/drawing/2014/main" id="{157B1982-A052-3AD3-4B68-C587FC8607B8}"/>
                    </a:ext>
                  </a:extLst>
                </p:cNvPr>
                <p:cNvSpPr/>
                <p:nvPr/>
              </p:nvSpPr>
              <p:spPr>
                <a:xfrm>
                  <a:off x="7130473" y="2838007"/>
                  <a:ext cx="68179" cy="104621"/>
                </a:xfrm>
                <a:custGeom>
                  <a:avLst/>
                  <a:gdLst>
                    <a:gd name="csX0" fmla="*/ 35546 w 68179"/>
                    <a:gd name="csY0" fmla="*/ 0 h 104621"/>
                    <a:gd name="csX1" fmla="*/ 0 w 68179"/>
                    <a:gd name="csY1" fmla="*/ 52870 h 104621"/>
                    <a:gd name="csX2" fmla="*/ 35919 w 68179"/>
                    <a:gd name="csY2" fmla="*/ 104621 h 104621"/>
                    <a:gd name="csX3" fmla="*/ 68179 w 68179"/>
                    <a:gd name="csY3" fmla="*/ 53319 h 104621"/>
                    <a:gd name="csX4" fmla="*/ 35546 w 68179"/>
                    <a:gd name="csY4" fmla="*/ 0 h 10462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68179" h="104621">
                      <a:moveTo>
                        <a:pt x="35546" y="0"/>
                      </a:moveTo>
                      <a:cubicBezTo>
                        <a:pt x="35546" y="24195"/>
                        <a:pt x="34874" y="47419"/>
                        <a:pt x="0" y="52870"/>
                      </a:cubicBezTo>
                      <a:cubicBezTo>
                        <a:pt x="36890" y="52348"/>
                        <a:pt x="34127" y="75273"/>
                        <a:pt x="35919" y="104621"/>
                      </a:cubicBezTo>
                      <a:cubicBezTo>
                        <a:pt x="36890" y="75572"/>
                        <a:pt x="39429" y="54663"/>
                        <a:pt x="68179" y="53319"/>
                      </a:cubicBezTo>
                      <a:cubicBezTo>
                        <a:pt x="38458" y="48390"/>
                        <a:pt x="39205" y="34650"/>
                        <a:pt x="35546" y="0"/>
                      </a:cubicBezTo>
                      <a:close/>
                    </a:path>
                  </a:pathLst>
                </a:custGeom>
                <a:solidFill>
                  <a:srgbClr val="455A64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537" name="Freeform: Shape 536">
                  <a:extLst>
                    <a:ext uri="{FF2B5EF4-FFF2-40B4-BE49-F238E27FC236}">
                      <a16:creationId xmlns:a16="http://schemas.microsoft.com/office/drawing/2014/main" id="{D7EFA223-00EF-6EDF-84BD-CC621EF4C5AD}"/>
                    </a:ext>
                  </a:extLst>
                </p:cNvPr>
                <p:cNvSpPr/>
                <p:nvPr/>
              </p:nvSpPr>
              <p:spPr>
                <a:xfrm>
                  <a:off x="6768444" y="2321846"/>
                  <a:ext cx="68104" cy="104621"/>
                </a:xfrm>
                <a:custGeom>
                  <a:avLst/>
                  <a:gdLst>
                    <a:gd name="csX0" fmla="*/ 35471 w 68104"/>
                    <a:gd name="csY0" fmla="*/ 0 h 104621"/>
                    <a:gd name="csX1" fmla="*/ 0 w 68104"/>
                    <a:gd name="csY1" fmla="*/ 52796 h 104621"/>
                    <a:gd name="csX2" fmla="*/ 35844 w 68104"/>
                    <a:gd name="csY2" fmla="*/ 104621 h 104621"/>
                    <a:gd name="csX3" fmla="*/ 68104 w 68104"/>
                    <a:gd name="csY3" fmla="*/ 53319 h 104621"/>
                    <a:gd name="csX4" fmla="*/ 35471 w 68104"/>
                    <a:gd name="csY4" fmla="*/ 0 h 10462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68104" h="104621">
                      <a:moveTo>
                        <a:pt x="35471" y="0"/>
                      </a:moveTo>
                      <a:cubicBezTo>
                        <a:pt x="35471" y="24195"/>
                        <a:pt x="34874" y="47419"/>
                        <a:pt x="0" y="52796"/>
                      </a:cubicBezTo>
                      <a:cubicBezTo>
                        <a:pt x="36815" y="52348"/>
                        <a:pt x="34052" y="75199"/>
                        <a:pt x="35844" y="104621"/>
                      </a:cubicBezTo>
                      <a:cubicBezTo>
                        <a:pt x="36815" y="75572"/>
                        <a:pt x="39354" y="54663"/>
                        <a:pt x="68104" y="53319"/>
                      </a:cubicBezTo>
                      <a:cubicBezTo>
                        <a:pt x="38383" y="48390"/>
                        <a:pt x="39205" y="34650"/>
                        <a:pt x="35471" y="0"/>
                      </a:cubicBezTo>
                      <a:close/>
                    </a:path>
                  </a:pathLst>
                </a:custGeom>
                <a:solidFill>
                  <a:srgbClr val="455A64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538" name="Freeform: Shape 537">
                  <a:extLst>
                    <a:ext uri="{FF2B5EF4-FFF2-40B4-BE49-F238E27FC236}">
                      <a16:creationId xmlns:a16="http://schemas.microsoft.com/office/drawing/2014/main" id="{8EC2E8C8-2C55-670A-DCDF-715B89049412}"/>
                    </a:ext>
                  </a:extLst>
                </p:cNvPr>
                <p:cNvSpPr/>
                <p:nvPr/>
              </p:nvSpPr>
              <p:spPr>
                <a:xfrm>
                  <a:off x="5619554" y="2510627"/>
                  <a:ext cx="53244" cy="81695"/>
                </a:xfrm>
                <a:custGeom>
                  <a:avLst/>
                  <a:gdLst>
                    <a:gd name="csX0" fmla="*/ 27779 w 53244"/>
                    <a:gd name="csY0" fmla="*/ 0 h 81695"/>
                    <a:gd name="csX1" fmla="*/ 0 w 53244"/>
                    <a:gd name="csY1" fmla="*/ 41221 h 81695"/>
                    <a:gd name="csX2" fmla="*/ 28003 w 53244"/>
                    <a:gd name="csY2" fmla="*/ 81695 h 81695"/>
                    <a:gd name="csX3" fmla="*/ 53244 w 53244"/>
                    <a:gd name="csY3" fmla="*/ 41594 h 81695"/>
                    <a:gd name="csX4" fmla="*/ 27779 w 53244"/>
                    <a:gd name="csY4" fmla="*/ 0 h 8169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53244" h="81695">
                      <a:moveTo>
                        <a:pt x="27779" y="0"/>
                      </a:moveTo>
                      <a:cubicBezTo>
                        <a:pt x="27779" y="18818"/>
                        <a:pt x="27257" y="37338"/>
                        <a:pt x="0" y="41221"/>
                      </a:cubicBezTo>
                      <a:cubicBezTo>
                        <a:pt x="28825" y="40848"/>
                        <a:pt x="26659" y="58994"/>
                        <a:pt x="28003" y="81695"/>
                      </a:cubicBezTo>
                      <a:cubicBezTo>
                        <a:pt x="28825" y="59293"/>
                        <a:pt x="30766" y="42640"/>
                        <a:pt x="53244" y="41594"/>
                      </a:cubicBezTo>
                      <a:cubicBezTo>
                        <a:pt x="30244" y="37786"/>
                        <a:pt x="30841" y="27033"/>
                        <a:pt x="27779" y="0"/>
                      </a:cubicBezTo>
                      <a:close/>
                    </a:path>
                  </a:pathLst>
                </a:custGeom>
                <a:solidFill>
                  <a:srgbClr val="455A64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539" name="Freeform: Shape 538">
                  <a:extLst>
                    <a:ext uri="{FF2B5EF4-FFF2-40B4-BE49-F238E27FC236}">
                      <a16:creationId xmlns:a16="http://schemas.microsoft.com/office/drawing/2014/main" id="{739420BD-BFC3-2B39-03F0-C6DB37CD7106}"/>
                    </a:ext>
                  </a:extLst>
                </p:cNvPr>
                <p:cNvSpPr/>
                <p:nvPr/>
              </p:nvSpPr>
              <p:spPr>
                <a:xfrm>
                  <a:off x="6021610" y="2067425"/>
                  <a:ext cx="53244" cy="81695"/>
                </a:xfrm>
                <a:custGeom>
                  <a:avLst/>
                  <a:gdLst>
                    <a:gd name="csX0" fmla="*/ 27705 w 53244"/>
                    <a:gd name="csY0" fmla="*/ 0 h 81695"/>
                    <a:gd name="csX1" fmla="*/ 0 w 53244"/>
                    <a:gd name="csY1" fmla="*/ 41296 h 81695"/>
                    <a:gd name="csX2" fmla="*/ 28003 w 53244"/>
                    <a:gd name="csY2" fmla="*/ 81696 h 81695"/>
                    <a:gd name="csX3" fmla="*/ 53244 w 53244"/>
                    <a:gd name="csY3" fmla="*/ 41669 h 81695"/>
                    <a:gd name="csX4" fmla="*/ 27705 w 53244"/>
                    <a:gd name="csY4" fmla="*/ 0 h 8169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53244" h="81695">
                      <a:moveTo>
                        <a:pt x="27705" y="0"/>
                      </a:moveTo>
                      <a:cubicBezTo>
                        <a:pt x="27705" y="18893"/>
                        <a:pt x="27257" y="37338"/>
                        <a:pt x="0" y="41296"/>
                      </a:cubicBezTo>
                      <a:cubicBezTo>
                        <a:pt x="28825" y="40848"/>
                        <a:pt x="26585" y="58994"/>
                        <a:pt x="28003" y="81696"/>
                      </a:cubicBezTo>
                      <a:cubicBezTo>
                        <a:pt x="28825" y="59293"/>
                        <a:pt x="30767" y="42715"/>
                        <a:pt x="53244" y="41669"/>
                      </a:cubicBezTo>
                      <a:cubicBezTo>
                        <a:pt x="30020" y="37786"/>
                        <a:pt x="30617" y="27033"/>
                        <a:pt x="27705" y="0"/>
                      </a:cubicBezTo>
                      <a:close/>
                    </a:path>
                  </a:pathLst>
                </a:custGeom>
                <a:solidFill>
                  <a:srgbClr val="30261C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540" name="Freeform: Shape 539">
                  <a:extLst>
                    <a:ext uri="{FF2B5EF4-FFF2-40B4-BE49-F238E27FC236}">
                      <a16:creationId xmlns:a16="http://schemas.microsoft.com/office/drawing/2014/main" id="{4C8CC109-F37F-7BB3-5328-40435CF55DE9}"/>
                    </a:ext>
                  </a:extLst>
                </p:cNvPr>
                <p:cNvSpPr/>
                <p:nvPr/>
              </p:nvSpPr>
              <p:spPr>
                <a:xfrm>
                  <a:off x="5982853" y="2941209"/>
                  <a:ext cx="62802" cy="96107"/>
                </a:xfrm>
                <a:custGeom>
                  <a:avLst/>
                  <a:gdLst>
                    <a:gd name="csX0" fmla="*/ 32633 w 62802"/>
                    <a:gd name="csY0" fmla="*/ 0 h 96107"/>
                    <a:gd name="csX1" fmla="*/ 0 w 62802"/>
                    <a:gd name="csY1" fmla="*/ 48539 h 96107"/>
                    <a:gd name="csX2" fmla="*/ 32932 w 62802"/>
                    <a:gd name="csY2" fmla="*/ 96108 h 96107"/>
                    <a:gd name="csX3" fmla="*/ 62803 w 62802"/>
                    <a:gd name="csY3" fmla="*/ 48987 h 96107"/>
                    <a:gd name="csX4" fmla="*/ 32633 w 62802"/>
                    <a:gd name="csY4" fmla="*/ 0 h 9610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62802" h="96107">
                      <a:moveTo>
                        <a:pt x="32633" y="0"/>
                      </a:moveTo>
                      <a:cubicBezTo>
                        <a:pt x="32633" y="22403"/>
                        <a:pt x="32036" y="43536"/>
                        <a:pt x="0" y="48539"/>
                      </a:cubicBezTo>
                      <a:cubicBezTo>
                        <a:pt x="33903" y="48091"/>
                        <a:pt x="31289" y="69374"/>
                        <a:pt x="32932" y="96108"/>
                      </a:cubicBezTo>
                      <a:cubicBezTo>
                        <a:pt x="33903" y="69374"/>
                        <a:pt x="36218" y="50257"/>
                        <a:pt x="62803" y="48987"/>
                      </a:cubicBezTo>
                      <a:cubicBezTo>
                        <a:pt x="35322" y="44432"/>
                        <a:pt x="36069" y="31887"/>
                        <a:pt x="32633" y="0"/>
                      </a:cubicBezTo>
                      <a:close/>
                    </a:path>
                  </a:pathLst>
                </a:custGeom>
                <a:solidFill>
                  <a:srgbClr val="455A64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541" name="Freeform: Shape 540">
                  <a:extLst>
                    <a:ext uri="{FF2B5EF4-FFF2-40B4-BE49-F238E27FC236}">
                      <a16:creationId xmlns:a16="http://schemas.microsoft.com/office/drawing/2014/main" id="{807AF478-C2CE-9D0D-7745-AE8B36C98AF6}"/>
                    </a:ext>
                  </a:extLst>
                </p:cNvPr>
                <p:cNvSpPr/>
                <p:nvPr/>
              </p:nvSpPr>
              <p:spPr>
                <a:xfrm>
                  <a:off x="6864253" y="3091681"/>
                  <a:ext cx="75870" cy="116569"/>
                </a:xfrm>
                <a:custGeom>
                  <a:avLst/>
                  <a:gdLst>
                    <a:gd name="csX0" fmla="*/ 39504 w 75870"/>
                    <a:gd name="csY0" fmla="*/ 0 h 116569"/>
                    <a:gd name="csX1" fmla="*/ 0 w 75870"/>
                    <a:gd name="csY1" fmla="*/ 58845 h 116569"/>
                    <a:gd name="csX2" fmla="*/ 39952 w 75870"/>
                    <a:gd name="csY2" fmla="*/ 116569 h 116569"/>
                    <a:gd name="csX3" fmla="*/ 75871 w 75870"/>
                    <a:gd name="csY3" fmla="*/ 59367 h 116569"/>
                    <a:gd name="csX4" fmla="*/ 39504 w 75870"/>
                    <a:gd name="csY4" fmla="*/ 0 h 11656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75870" h="116569">
                      <a:moveTo>
                        <a:pt x="39504" y="0"/>
                      </a:moveTo>
                      <a:cubicBezTo>
                        <a:pt x="39504" y="26883"/>
                        <a:pt x="38832" y="52796"/>
                        <a:pt x="0" y="58845"/>
                      </a:cubicBezTo>
                      <a:cubicBezTo>
                        <a:pt x="40997" y="58247"/>
                        <a:pt x="37936" y="84160"/>
                        <a:pt x="39952" y="116569"/>
                      </a:cubicBezTo>
                      <a:cubicBezTo>
                        <a:pt x="40997" y="84160"/>
                        <a:pt x="43910" y="60861"/>
                        <a:pt x="75871" y="59367"/>
                      </a:cubicBezTo>
                      <a:cubicBezTo>
                        <a:pt x="42789" y="53916"/>
                        <a:pt x="43685" y="38234"/>
                        <a:pt x="39504" y="0"/>
                      </a:cubicBezTo>
                      <a:close/>
                    </a:path>
                  </a:pathLst>
                </a:custGeom>
                <a:solidFill>
                  <a:srgbClr val="30261C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542" name="Freeform: Shape 541">
                  <a:extLst>
                    <a:ext uri="{FF2B5EF4-FFF2-40B4-BE49-F238E27FC236}">
                      <a16:creationId xmlns:a16="http://schemas.microsoft.com/office/drawing/2014/main" id="{432D27E2-EDFA-1924-1B9C-3AC8C1882549}"/>
                    </a:ext>
                  </a:extLst>
                </p:cNvPr>
                <p:cNvSpPr/>
                <p:nvPr/>
              </p:nvSpPr>
              <p:spPr>
                <a:xfrm>
                  <a:off x="7008527" y="2074295"/>
                  <a:ext cx="73929" cy="113656"/>
                </a:xfrm>
                <a:custGeom>
                  <a:avLst/>
                  <a:gdLst>
                    <a:gd name="csX0" fmla="*/ 38533 w 73929"/>
                    <a:gd name="csY0" fmla="*/ 0 h 113656"/>
                    <a:gd name="csX1" fmla="*/ 0 w 73929"/>
                    <a:gd name="csY1" fmla="*/ 57351 h 113656"/>
                    <a:gd name="csX2" fmla="*/ 38906 w 73929"/>
                    <a:gd name="csY2" fmla="*/ 113657 h 113656"/>
                    <a:gd name="csX3" fmla="*/ 73929 w 73929"/>
                    <a:gd name="csY3" fmla="*/ 57874 h 113656"/>
                    <a:gd name="csX4" fmla="*/ 38533 w 73929"/>
                    <a:gd name="csY4" fmla="*/ 0 h 1136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73929" h="113656">
                      <a:moveTo>
                        <a:pt x="38533" y="0"/>
                      </a:moveTo>
                      <a:cubicBezTo>
                        <a:pt x="38533" y="26286"/>
                        <a:pt x="37861" y="51526"/>
                        <a:pt x="0" y="57351"/>
                      </a:cubicBezTo>
                      <a:cubicBezTo>
                        <a:pt x="40026" y="56828"/>
                        <a:pt x="37338" y="82069"/>
                        <a:pt x="38906" y="113657"/>
                      </a:cubicBezTo>
                      <a:cubicBezTo>
                        <a:pt x="40026" y="82069"/>
                        <a:pt x="42789" y="59367"/>
                        <a:pt x="73929" y="57874"/>
                      </a:cubicBezTo>
                      <a:cubicBezTo>
                        <a:pt x="41669" y="52572"/>
                        <a:pt x="42715" y="37637"/>
                        <a:pt x="38533" y="0"/>
                      </a:cubicBezTo>
                      <a:close/>
                    </a:path>
                  </a:pathLst>
                </a:custGeom>
                <a:solidFill>
                  <a:srgbClr val="30261C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543" name="Freeform: Shape 542">
                  <a:extLst>
                    <a:ext uri="{FF2B5EF4-FFF2-40B4-BE49-F238E27FC236}">
                      <a16:creationId xmlns:a16="http://schemas.microsoft.com/office/drawing/2014/main" id="{EB985B50-CBB7-7E5F-CA9C-F816A9243299}"/>
                    </a:ext>
                  </a:extLst>
                </p:cNvPr>
                <p:cNvSpPr/>
                <p:nvPr/>
              </p:nvSpPr>
              <p:spPr>
                <a:xfrm>
                  <a:off x="5667496" y="3101464"/>
                  <a:ext cx="86698" cy="125903"/>
                </a:xfrm>
                <a:custGeom>
                  <a:avLst/>
                  <a:gdLst>
                    <a:gd name="csX0" fmla="*/ 42715 w 86698"/>
                    <a:gd name="csY0" fmla="*/ 0 h 125903"/>
                    <a:gd name="csX1" fmla="*/ 0 w 86698"/>
                    <a:gd name="csY1" fmla="*/ 63549 h 125903"/>
                    <a:gd name="csX2" fmla="*/ 43163 w 86698"/>
                    <a:gd name="csY2" fmla="*/ 125904 h 125903"/>
                    <a:gd name="csX3" fmla="*/ 86699 w 86698"/>
                    <a:gd name="csY3" fmla="*/ 62952 h 125903"/>
                    <a:gd name="csX4" fmla="*/ 42715 w 86698"/>
                    <a:gd name="csY4" fmla="*/ 0 h 12590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86698" h="125903">
                      <a:moveTo>
                        <a:pt x="42715" y="0"/>
                      </a:moveTo>
                      <a:cubicBezTo>
                        <a:pt x="42715" y="29049"/>
                        <a:pt x="41968" y="57052"/>
                        <a:pt x="0" y="63549"/>
                      </a:cubicBezTo>
                      <a:cubicBezTo>
                        <a:pt x="44358" y="62952"/>
                        <a:pt x="40997" y="90881"/>
                        <a:pt x="43163" y="125904"/>
                      </a:cubicBezTo>
                      <a:cubicBezTo>
                        <a:pt x="44358" y="90881"/>
                        <a:pt x="52124" y="64595"/>
                        <a:pt x="86699" y="62952"/>
                      </a:cubicBezTo>
                      <a:cubicBezTo>
                        <a:pt x="50929" y="57052"/>
                        <a:pt x="47046" y="41669"/>
                        <a:pt x="42715" y="0"/>
                      </a:cubicBezTo>
                      <a:close/>
                    </a:path>
                  </a:pathLst>
                </a:custGeom>
                <a:solidFill>
                  <a:srgbClr val="30261C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544" name="Freeform: Shape 543">
                  <a:extLst>
                    <a:ext uri="{FF2B5EF4-FFF2-40B4-BE49-F238E27FC236}">
                      <a16:creationId xmlns:a16="http://schemas.microsoft.com/office/drawing/2014/main" id="{61E5C26C-9EB9-20B6-69CC-E32BCF12FB83}"/>
                    </a:ext>
                  </a:extLst>
                </p:cNvPr>
                <p:cNvSpPr/>
                <p:nvPr/>
              </p:nvSpPr>
              <p:spPr>
                <a:xfrm>
                  <a:off x="6859922" y="2625703"/>
                  <a:ext cx="84533" cy="113731"/>
                </a:xfrm>
                <a:custGeom>
                  <a:avLst/>
                  <a:gdLst>
                    <a:gd name="csX0" fmla="*/ 43163 w 84533"/>
                    <a:gd name="csY0" fmla="*/ 0 h 113731"/>
                    <a:gd name="csX1" fmla="*/ 0 w 84533"/>
                    <a:gd name="csY1" fmla="*/ 58471 h 113731"/>
                    <a:gd name="csX2" fmla="*/ 43611 w 84533"/>
                    <a:gd name="csY2" fmla="*/ 113732 h 113731"/>
                    <a:gd name="csX3" fmla="*/ 84533 w 84533"/>
                    <a:gd name="csY3" fmla="*/ 56231 h 113731"/>
                    <a:gd name="csX4" fmla="*/ 43163 w 84533"/>
                    <a:gd name="csY4" fmla="*/ 0 h 11373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84533" h="113731">
                      <a:moveTo>
                        <a:pt x="43163" y="0"/>
                      </a:moveTo>
                      <a:cubicBezTo>
                        <a:pt x="43163" y="26211"/>
                        <a:pt x="37935" y="52273"/>
                        <a:pt x="0" y="58471"/>
                      </a:cubicBezTo>
                      <a:cubicBezTo>
                        <a:pt x="40026" y="57949"/>
                        <a:pt x="41595" y="82069"/>
                        <a:pt x="43611" y="113732"/>
                      </a:cubicBezTo>
                      <a:cubicBezTo>
                        <a:pt x="44656" y="82069"/>
                        <a:pt x="53319" y="57725"/>
                        <a:pt x="84533" y="56231"/>
                      </a:cubicBezTo>
                      <a:cubicBezTo>
                        <a:pt x="52273" y="50929"/>
                        <a:pt x="47195" y="37637"/>
                        <a:pt x="43163" y="0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545" name="Freeform: Shape 544">
                  <a:extLst>
                    <a:ext uri="{FF2B5EF4-FFF2-40B4-BE49-F238E27FC236}">
                      <a16:creationId xmlns:a16="http://schemas.microsoft.com/office/drawing/2014/main" id="{0C1FD3C5-49DE-00DD-808E-70009DCBA14D}"/>
                    </a:ext>
                  </a:extLst>
                </p:cNvPr>
                <p:cNvSpPr/>
                <p:nvPr/>
              </p:nvSpPr>
              <p:spPr>
                <a:xfrm>
                  <a:off x="5911463" y="1778280"/>
                  <a:ext cx="94838" cy="145842"/>
                </a:xfrm>
                <a:custGeom>
                  <a:avLst/>
                  <a:gdLst>
                    <a:gd name="csX0" fmla="*/ 49510 w 94838"/>
                    <a:gd name="csY0" fmla="*/ 0 h 145842"/>
                    <a:gd name="csX1" fmla="*/ 0 w 94838"/>
                    <a:gd name="csY1" fmla="*/ 73631 h 145842"/>
                    <a:gd name="csX2" fmla="*/ 50033 w 94838"/>
                    <a:gd name="csY2" fmla="*/ 145842 h 145842"/>
                    <a:gd name="csX3" fmla="*/ 94839 w 94838"/>
                    <a:gd name="csY3" fmla="*/ 74303 h 145842"/>
                    <a:gd name="csX4" fmla="*/ 49510 w 94838"/>
                    <a:gd name="csY4" fmla="*/ 0 h 14584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94838" h="145842">
                      <a:moveTo>
                        <a:pt x="49510" y="0"/>
                      </a:moveTo>
                      <a:cubicBezTo>
                        <a:pt x="49884" y="33679"/>
                        <a:pt x="48614" y="66088"/>
                        <a:pt x="0" y="73631"/>
                      </a:cubicBezTo>
                      <a:cubicBezTo>
                        <a:pt x="51377" y="72958"/>
                        <a:pt x="47494" y="105293"/>
                        <a:pt x="50033" y="145842"/>
                      </a:cubicBezTo>
                      <a:cubicBezTo>
                        <a:pt x="51377" y="105293"/>
                        <a:pt x="54962" y="76244"/>
                        <a:pt x="94839" y="74303"/>
                      </a:cubicBezTo>
                      <a:cubicBezTo>
                        <a:pt x="53841" y="67208"/>
                        <a:pt x="54962" y="47942"/>
                        <a:pt x="49510" y="0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546" name="Freeform: Shape 545">
                  <a:extLst>
                    <a:ext uri="{FF2B5EF4-FFF2-40B4-BE49-F238E27FC236}">
                      <a16:creationId xmlns:a16="http://schemas.microsoft.com/office/drawing/2014/main" id="{A371F383-A58D-8416-40CC-44F6C4854888}"/>
                    </a:ext>
                  </a:extLst>
                </p:cNvPr>
                <p:cNvSpPr/>
                <p:nvPr/>
              </p:nvSpPr>
              <p:spPr>
                <a:xfrm>
                  <a:off x="7174756" y="2299817"/>
                  <a:ext cx="74003" cy="113731"/>
                </a:xfrm>
                <a:custGeom>
                  <a:avLst/>
                  <a:gdLst>
                    <a:gd name="csX0" fmla="*/ 38533 w 74003"/>
                    <a:gd name="csY0" fmla="*/ 0 h 113731"/>
                    <a:gd name="csX1" fmla="*/ 0 w 74003"/>
                    <a:gd name="csY1" fmla="*/ 57426 h 113731"/>
                    <a:gd name="csX2" fmla="*/ 38981 w 74003"/>
                    <a:gd name="csY2" fmla="*/ 113732 h 113731"/>
                    <a:gd name="csX3" fmla="*/ 74004 w 74003"/>
                    <a:gd name="csY3" fmla="*/ 57949 h 113731"/>
                    <a:gd name="csX4" fmla="*/ 38533 w 74003"/>
                    <a:gd name="csY4" fmla="*/ 0 h 11373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74003" h="113731">
                      <a:moveTo>
                        <a:pt x="38533" y="0"/>
                      </a:moveTo>
                      <a:cubicBezTo>
                        <a:pt x="38533" y="26286"/>
                        <a:pt x="37935" y="51526"/>
                        <a:pt x="0" y="57426"/>
                      </a:cubicBezTo>
                      <a:cubicBezTo>
                        <a:pt x="40026" y="56903"/>
                        <a:pt x="37338" y="82144"/>
                        <a:pt x="38981" y="113732"/>
                      </a:cubicBezTo>
                      <a:cubicBezTo>
                        <a:pt x="40026" y="82144"/>
                        <a:pt x="42789" y="59442"/>
                        <a:pt x="74004" y="57949"/>
                      </a:cubicBezTo>
                      <a:cubicBezTo>
                        <a:pt x="41744" y="52572"/>
                        <a:pt x="42640" y="37637"/>
                        <a:pt x="38533" y="0"/>
                      </a:cubicBezTo>
                      <a:close/>
                    </a:path>
                  </a:pathLst>
                </a:custGeom>
                <a:solidFill>
                  <a:srgbClr val="E0E0E0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547" name="Freeform: Shape 546">
                  <a:extLst>
                    <a:ext uri="{FF2B5EF4-FFF2-40B4-BE49-F238E27FC236}">
                      <a16:creationId xmlns:a16="http://schemas.microsoft.com/office/drawing/2014/main" id="{E7DBDE76-AC46-F34B-BE0D-EF89A4C8DA89}"/>
                    </a:ext>
                  </a:extLst>
                </p:cNvPr>
                <p:cNvSpPr/>
                <p:nvPr/>
              </p:nvSpPr>
              <p:spPr>
                <a:xfrm>
                  <a:off x="7093509" y="3299056"/>
                  <a:ext cx="74003" cy="113731"/>
                </a:xfrm>
                <a:custGeom>
                  <a:avLst/>
                  <a:gdLst>
                    <a:gd name="csX0" fmla="*/ 38533 w 74003"/>
                    <a:gd name="csY0" fmla="*/ 0 h 113731"/>
                    <a:gd name="csX1" fmla="*/ 0 w 74003"/>
                    <a:gd name="csY1" fmla="*/ 57426 h 113731"/>
                    <a:gd name="csX2" fmla="*/ 38981 w 74003"/>
                    <a:gd name="csY2" fmla="*/ 113732 h 113731"/>
                    <a:gd name="csX3" fmla="*/ 74004 w 74003"/>
                    <a:gd name="csY3" fmla="*/ 57949 h 113731"/>
                    <a:gd name="csX4" fmla="*/ 38533 w 74003"/>
                    <a:gd name="csY4" fmla="*/ 0 h 11373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74003" h="113731">
                      <a:moveTo>
                        <a:pt x="38533" y="0"/>
                      </a:moveTo>
                      <a:cubicBezTo>
                        <a:pt x="38533" y="26286"/>
                        <a:pt x="37861" y="51526"/>
                        <a:pt x="0" y="57426"/>
                      </a:cubicBezTo>
                      <a:cubicBezTo>
                        <a:pt x="40026" y="56903"/>
                        <a:pt x="37338" y="82144"/>
                        <a:pt x="38981" y="113732"/>
                      </a:cubicBezTo>
                      <a:cubicBezTo>
                        <a:pt x="40026" y="82144"/>
                        <a:pt x="42789" y="59442"/>
                        <a:pt x="74004" y="57949"/>
                      </a:cubicBezTo>
                      <a:cubicBezTo>
                        <a:pt x="41744" y="52572"/>
                        <a:pt x="42565" y="37637"/>
                        <a:pt x="38533" y="0"/>
                      </a:cubicBezTo>
                      <a:close/>
                    </a:path>
                  </a:pathLst>
                </a:custGeom>
                <a:solidFill>
                  <a:srgbClr val="E0E0E0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548" name="Freeform: Shape 547">
                  <a:extLst>
                    <a:ext uri="{FF2B5EF4-FFF2-40B4-BE49-F238E27FC236}">
                      <a16:creationId xmlns:a16="http://schemas.microsoft.com/office/drawing/2014/main" id="{94B99D49-94C7-E66D-A6AC-4DB80C90A59C}"/>
                    </a:ext>
                  </a:extLst>
                </p:cNvPr>
                <p:cNvSpPr/>
                <p:nvPr/>
              </p:nvSpPr>
              <p:spPr>
                <a:xfrm>
                  <a:off x="5887044" y="2305044"/>
                  <a:ext cx="72585" cy="107981"/>
                </a:xfrm>
                <a:custGeom>
                  <a:avLst/>
                  <a:gdLst>
                    <a:gd name="csX0" fmla="*/ 36591 w 72585"/>
                    <a:gd name="csY0" fmla="*/ 107982 h 107981"/>
                    <a:gd name="csX1" fmla="*/ 0 w 72585"/>
                    <a:gd name="csY1" fmla="*/ 55260 h 107981"/>
                    <a:gd name="csX2" fmla="*/ 37338 w 72585"/>
                    <a:gd name="csY2" fmla="*/ 0 h 107981"/>
                    <a:gd name="csX3" fmla="*/ 72585 w 72585"/>
                    <a:gd name="csY3" fmla="*/ 57202 h 107981"/>
                    <a:gd name="csX4" fmla="*/ 36591 w 72585"/>
                    <a:gd name="csY4" fmla="*/ 107982 h 10798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72585" h="107981">
                      <a:moveTo>
                        <a:pt x="36591" y="107982"/>
                      </a:moveTo>
                      <a:cubicBezTo>
                        <a:pt x="36591" y="83040"/>
                        <a:pt x="35994" y="60786"/>
                        <a:pt x="0" y="55260"/>
                      </a:cubicBezTo>
                      <a:cubicBezTo>
                        <a:pt x="38010" y="55708"/>
                        <a:pt x="35172" y="30020"/>
                        <a:pt x="37338" y="0"/>
                      </a:cubicBezTo>
                      <a:cubicBezTo>
                        <a:pt x="38383" y="29870"/>
                        <a:pt x="42939" y="55783"/>
                        <a:pt x="72585" y="57202"/>
                      </a:cubicBezTo>
                      <a:cubicBezTo>
                        <a:pt x="41594" y="61981"/>
                        <a:pt x="40474" y="72062"/>
                        <a:pt x="36591" y="107982"/>
                      </a:cubicBezTo>
                      <a:close/>
                    </a:path>
                  </a:pathLst>
                </a:custGeom>
                <a:solidFill>
                  <a:srgbClr val="E0E0E0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549" name="Freeform: Shape 548">
                  <a:extLst>
                    <a:ext uri="{FF2B5EF4-FFF2-40B4-BE49-F238E27FC236}">
                      <a16:creationId xmlns:a16="http://schemas.microsoft.com/office/drawing/2014/main" id="{A01CB7C9-732E-2E31-9EBE-5A8104408486}"/>
                    </a:ext>
                  </a:extLst>
                </p:cNvPr>
                <p:cNvSpPr/>
                <p:nvPr/>
              </p:nvSpPr>
              <p:spPr>
                <a:xfrm>
                  <a:off x="5861878" y="3387921"/>
                  <a:ext cx="87445" cy="131056"/>
                </a:xfrm>
                <a:custGeom>
                  <a:avLst/>
                  <a:gdLst>
                    <a:gd name="csX0" fmla="*/ 44358 w 87445"/>
                    <a:gd name="csY0" fmla="*/ 131056 h 131056"/>
                    <a:gd name="csX1" fmla="*/ 0 w 87445"/>
                    <a:gd name="csY1" fmla="*/ 67208 h 131056"/>
                    <a:gd name="csX2" fmla="*/ 44806 w 87445"/>
                    <a:gd name="csY2" fmla="*/ 0 h 131056"/>
                    <a:gd name="csX3" fmla="*/ 87446 w 87445"/>
                    <a:gd name="csY3" fmla="*/ 69225 h 131056"/>
                    <a:gd name="csX4" fmla="*/ 44358 w 87445"/>
                    <a:gd name="csY4" fmla="*/ 131056 h 1310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87445" h="131056">
                      <a:moveTo>
                        <a:pt x="44358" y="131056"/>
                      </a:moveTo>
                      <a:cubicBezTo>
                        <a:pt x="44358" y="101186"/>
                        <a:pt x="43536" y="74004"/>
                        <a:pt x="0" y="67208"/>
                      </a:cubicBezTo>
                      <a:cubicBezTo>
                        <a:pt x="46000" y="67806"/>
                        <a:pt x="42565" y="36666"/>
                        <a:pt x="44806" y="0"/>
                      </a:cubicBezTo>
                      <a:cubicBezTo>
                        <a:pt x="46000" y="36367"/>
                        <a:pt x="51601" y="67208"/>
                        <a:pt x="87446" y="69225"/>
                      </a:cubicBezTo>
                      <a:cubicBezTo>
                        <a:pt x="50332" y="75722"/>
                        <a:pt x="48987" y="87819"/>
                        <a:pt x="44358" y="131056"/>
                      </a:cubicBezTo>
                      <a:close/>
                    </a:path>
                  </a:pathLst>
                </a:custGeom>
                <a:solidFill>
                  <a:srgbClr val="E0E0E0"/>
                </a:solidFill>
                <a:ln w="7449" cap="flat">
                  <a:noFill/>
                  <a:prstDash val="solid"/>
                  <a:miter/>
                </a:ln>
              </p:spPr>
            </p:sp>
          </p:grpSp>
        </p:grpSp>
        <p:grpSp>
          <p:nvGrpSpPr>
            <p:cNvPr id="550" name="Graphic 4">
              <a:extLst>
                <a:ext uri="{FF2B5EF4-FFF2-40B4-BE49-F238E27FC236}">
                  <a16:creationId xmlns:a16="http://schemas.microsoft.com/office/drawing/2014/main" id="{405388F5-6D49-10A1-7DC3-C37ABD647FB3}"/>
                </a:ext>
              </a:extLst>
            </p:cNvPr>
            <p:cNvGrpSpPr/>
            <p:nvPr/>
          </p:nvGrpSpPr>
          <p:grpSpPr>
            <a:xfrm>
              <a:off x="4766726" y="1341064"/>
              <a:ext cx="3201144" cy="644332"/>
              <a:chOff x="4766726" y="1341064"/>
              <a:chExt cx="3201144" cy="644332"/>
            </a:xfrm>
          </p:grpSpPr>
          <p:grpSp>
            <p:nvGrpSpPr>
              <p:cNvPr id="551" name="Graphic 4">
                <a:extLst>
                  <a:ext uri="{FF2B5EF4-FFF2-40B4-BE49-F238E27FC236}">
                    <a16:creationId xmlns:a16="http://schemas.microsoft.com/office/drawing/2014/main" id="{C54F04D8-C999-8D32-B9B2-0A7AD56262FC}"/>
                  </a:ext>
                </a:extLst>
              </p:cNvPr>
              <p:cNvGrpSpPr/>
              <p:nvPr/>
            </p:nvGrpSpPr>
            <p:grpSpPr>
              <a:xfrm>
                <a:off x="7745489" y="1680103"/>
                <a:ext cx="222382" cy="271775"/>
                <a:chOff x="7745489" y="1680103"/>
                <a:chExt cx="222382" cy="271775"/>
              </a:xfrm>
            </p:grpSpPr>
            <p:sp>
              <p:nvSpPr>
                <p:cNvPr id="552" name="Freeform: Shape 551">
                  <a:extLst>
                    <a:ext uri="{FF2B5EF4-FFF2-40B4-BE49-F238E27FC236}">
                      <a16:creationId xmlns:a16="http://schemas.microsoft.com/office/drawing/2014/main" id="{230DA915-4612-CC8D-70FE-82DE201CB141}"/>
                    </a:ext>
                  </a:extLst>
                </p:cNvPr>
                <p:cNvSpPr/>
                <p:nvPr/>
              </p:nvSpPr>
              <p:spPr>
                <a:xfrm>
                  <a:off x="7745489" y="1680103"/>
                  <a:ext cx="118729" cy="193060"/>
                </a:xfrm>
                <a:custGeom>
                  <a:avLst/>
                  <a:gdLst>
                    <a:gd name="csX0" fmla="*/ 11815 w 118729"/>
                    <a:gd name="csY0" fmla="*/ 142983 h 193060"/>
                    <a:gd name="csX1" fmla="*/ 15997 w 118729"/>
                    <a:gd name="csY1" fmla="*/ 139025 h 193060"/>
                    <a:gd name="csX2" fmla="*/ 21672 w 118729"/>
                    <a:gd name="csY2" fmla="*/ 139025 h 193060"/>
                    <a:gd name="csX3" fmla="*/ 53708 w 118729"/>
                    <a:gd name="csY3" fmla="*/ 153064 h 193060"/>
                    <a:gd name="csX4" fmla="*/ 57666 w 118729"/>
                    <a:gd name="csY4" fmla="*/ 157171 h 193060"/>
                    <a:gd name="csX5" fmla="*/ 57666 w 118729"/>
                    <a:gd name="csY5" fmla="*/ 162921 h 193060"/>
                    <a:gd name="csX6" fmla="*/ 46390 w 118729"/>
                    <a:gd name="csY6" fmla="*/ 188610 h 193060"/>
                    <a:gd name="csX7" fmla="*/ 36541 w 118729"/>
                    <a:gd name="csY7" fmla="*/ 192422 h 193060"/>
                    <a:gd name="csX8" fmla="*/ 36533 w 118729"/>
                    <a:gd name="csY8" fmla="*/ 192418 h 193060"/>
                    <a:gd name="csX9" fmla="*/ 4571 w 118729"/>
                    <a:gd name="csY9" fmla="*/ 178454 h 193060"/>
                    <a:gd name="csX10" fmla="*/ 613 w 118729"/>
                    <a:gd name="csY10" fmla="*/ 174272 h 193060"/>
                    <a:gd name="csX11" fmla="*/ 613 w 118729"/>
                    <a:gd name="csY11" fmla="*/ 168597 h 193060"/>
                    <a:gd name="csX12" fmla="*/ 72377 w 118729"/>
                    <a:gd name="csY12" fmla="*/ 4533 h 193060"/>
                    <a:gd name="csX13" fmla="*/ 76484 w 118729"/>
                    <a:gd name="csY13" fmla="*/ 576 h 193060"/>
                    <a:gd name="csX14" fmla="*/ 82234 w 118729"/>
                    <a:gd name="csY14" fmla="*/ 576 h 193060"/>
                    <a:gd name="csX15" fmla="*/ 114196 w 118729"/>
                    <a:gd name="csY15" fmla="*/ 14615 h 193060"/>
                    <a:gd name="csX16" fmla="*/ 118154 w 118729"/>
                    <a:gd name="csY16" fmla="*/ 18722 h 193060"/>
                    <a:gd name="csX17" fmla="*/ 118154 w 118729"/>
                    <a:gd name="csY17" fmla="*/ 24472 h 193060"/>
                    <a:gd name="csX18" fmla="*/ 70286 w 118729"/>
                    <a:gd name="csY18" fmla="*/ 133947 h 193060"/>
                    <a:gd name="csX19" fmla="*/ 66179 w 118729"/>
                    <a:gd name="csY19" fmla="*/ 137905 h 193060"/>
                    <a:gd name="csX20" fmla="*/ 60429 w 118729"/>
                    <a:gd name="csY20" fmla="*/ 137905 h 193060"/>
                    <a:gd name="csX21" fmla="*/ 28393 w 118729"/>
                    <a:gd name="csY21" fmla="*/ 123866 h 193060"/>
                    <a:gd name="csX22" fmla="*/ 24581 w 118729"/>
                    <a:gd name="csY22" fmla="*/ 114017 h 193060"/>
                    <a:gd name="csX23" fmla="*/ 24585 w 118729"/>
                    <a:gd name="csY23" fmla="*/ 114008 h 1930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</a:cxnLst>
                  <a:rect l="l" t="t" r="r" b="b"/>
                  <a:pathLst>
                    <a:path w="118729" h="193060">
                      <a:moveTo>
                        <a:pt x="11815" y="142983"/>
                      </a:moveTo>
                      <a:cubicBezTo>
                        <a:pt x="12624" y="141157"/>
                        <a:pt x="14130" y="139732"/>
                        <a:pt x="15997" y="139025"/>
                      </a:cubicBezTo>
                      <a:cubicBezTo>
                        <a:pt x="17815" y="138278"/>
                        <a:pt x="19854" y="138278"/>
                        <a:pt x="21672" y="139025"/>
                      </a:cubicBezTo>
                      <a:lnTo>
                        <a:pt x="53708" y="153064"/>
                      </a:lnTo>
                      <a:cubicBezTo>
                        <a:pt x="55519" y="153855"/>
                        <a:pt x="56942" y="155332"/>
                        <a:pt x="57666" y="157171"/>
                      </a:cubicBezTo>
                      <a:cubicBezTo>
                        <a:pt x="58434" y="159011"/>
                        <a:pt x="58434" y="161081"/>
                        <a:pt x="57666" y="162921"/>
                      </a:cubicBezTo>
                      <a:lnTo>
                        <a:pt x="46390" y="188610"/>
                      </a:lnTo>
                      <a:cubicBezTo>
                        <a:pt x="44723" y="192382"/>
                        <a:pt x="40314" y="194089"/>
                        <a:pt x="36541" y="192422"/>
                      </a:cubicBezTo>
                      <a:cubicBezTo>
                        <a:pt x="36538" y="192421"/>
                        <a:pt x="36536" y="192420"/>
                        <a:pt x="36533" y="192418"/>
                      </a:cubicBezTo>
                      <a:lnTo>
                        <a:pt x="4571" y="178454"/>
                      </a:lnTo>
                      <a:cubicBezTo>
                        <a:pt x="2746" y="177645"/>
                        <a:pt x="1321" y="176139"/>
                        <a:pt x="613" y="174272"/>
                      </a:cubicBezTo>
                      <a:cubicBezTo>
                        <a:pt x="-204" y="172469"/>
                        <a:pt x="-204" y="170400"/>
                        <a:pt x="613" y="168597"/>
                      </a:cubicBezTo>
                      <a:close/>
                      <a:moveTo>
                        <a:pt x="72377" y="4533"/>
                      </a:moveTo>
                      <a:cubicBezTo>
                        <a:pt x="73116" y="2687"/>
                        <a:pt x="74612" y="1246"/>
                        <a:pt x="76484" y="576"/>
                      </a:cubicBezTo>
                      <a:cubicBezTo>
                        <a:pt x="78324" y="-192"/>
                        <a:pt x="80394" y="-192"/>
                        <a:pt x="82234" y="576"/>
                      </a:cubicBezTo>
                      <a:lnTo>
                        <a:pt x="114196" y="14615"/>
                      </a:lnTo>
                      <a:cubicBezTo>
                        <a:pt x="116042" y="15354"/>
                        <a:pt x="117483" y="16849"/>
                        <a:pt x="118154" y="18722"/>
                      </a:cubicBezTo>
                      <a:cubicBezTo>
                        <a:pt x="118921" y="20562"/>
                        <a:pt x="118921" y="22632"/>
                        <a:pt x="118154" y="24472"/>
                      </a:cubicBezTo>
                      <a:lnTo>
                        <a:pt x="70286" y="133947"/>
                      </a:lnTo>
                      <a:cubicBezTo>
                        <a:pt x="69495" y="135758"/>
                        <a:pt x="68018" y="137181"/>
                        <a:pt x="66179" y="137905"/>
                      </a:cubicBezTo>
                      <a:cubicBezTo>
                        <a:pt x="64339" y="138672"/>
                        <a:pt x="62269" y="138672"/>
                        <a:pt x="60429" y="137905"/>
                      </a:cubicBezTo>
                      <a:lnTo>
                        <a:pt x="28393" y="123866"/>
                      </a:lnTo>
                      <a:cubicBezTo>
                        <a:pt x="24621" y="122199"/>
                        <a:pt x="22914" y="117789"/>
                        <a:pt x="24581" y="114017"/>
                      </a:cubicBezTo>
                      <a:cubicBezTo>
                        <a:pt x="24582" y="114014"/>
                        <a:pt x="24583" y="114011"/>
                        <a:pt x="24585" y="114008"/>
                      </a:cubicBezTo>
                      <a:close/>
                    </a:path>
                  </a:pathLst>
                </a:custGeom>
                <a:solidFill>
                  <a:srgbClr val="30261C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553" name="Freeform: Shape 552">
                  <a:extLst>
                    <a:ext uri="{FF2B5EF4-FFF2-40B4-BE49-F238E27FC236}">
                      <a16:creationId xmlns:a16="http://schemas.microsoft.com/office/drawing/2014/main" id="{9DBC6923-346A-BFCD-8F0B-D2995F93D1B0}"/>
                    </a:ext>
                  </a:extLst>
                </p:cNvPr>
                <p:cNvSpPr/>
                <p:nvPr/>
              </p:nvSpPr>
              <p:spPr>
                <a:xfrm>
                  <a:off x="7745489" y="1680103"/>
                  <a:ext cx="118729" cy="193060"/>
                </a:xfrm>
                <a:custGeom>
                  <a:avLst/>
                  <a:gdLst>
                    <a:gd name="csX0" fmla="*/ 11815 w 118729"/>
                    <a:gd name="csY0" fmla="*/ 142983 h 193060"/>
                    <a:gd name="csX1" fmla="*/ 15997 w 118729"/>
                    <a:gd name="csY1" fmla="*/ 139025 h 193060"/>
                    <a:gd name="csX2" fmla="*/ 21672 w 118729"/>
                    <a:gd name="csY2" fmla="*/ 139025 h 193060"/>
                    <a:gd name="csX3" fmla="*/ 53708 w 118729"/>
                    <a:gd name="csY3" fmla="*/ 153064 h 193060"/>
                    <a:gd name="csX4" fmla="*/ 57666 w 118729"/>
                    <a:gd name="csY4" fmla="*/ 157171 h 193060"/>
                    <a:gd name="csX5" fmla="*/ 57666 w 118729"/>
                    <a:gd name="csY5" fmla="*/ 162921 h 193060"/>
                    <a:gd name="csX6" fmla="*/ 46390 w 118729"/>
                    <a:gd name="csY6" fmla="*/ 188610 h 193060"/>
                    <a:gd name="csX7" fmla="*/ 36541 w 118729"/>
                    <a:gd name="csY7" fmla="*/ 192422 h 193060"/>
                    <a:gd name="csX8" fmla="*/ 36533 w 118729"/>
                    <a:gd name="csY8" fmla="*/ 192418 h 193060"/>
                    <a:gd name="csX9" fmla="*/ 4571 w 118729"/>
                    <a:gd name="csY9" fmla="*/ 178454 h 193060"/>
                    <a:gd name="csX10" fmla="*/ 613 w 118729"/>
                    <a:gd name="csY10" fmla="*/ 174272 h 193060"/>
                    <a:gd name="csX11" fmla="*/ 613 w 118729"/>
                    <a:gd name="csY11" fmla="*/ 168597 h 193060"/>
                    <a:gd name="csX12" fmla="*/ 72377 w 118729"/>
                    <a:gd name="csY12" fmla="*/ 4533 h 193060"/>
                    <a:gd name="csX13" fmla="*/ 76484 w 118729"/>
                    <a:gd name="csY13" fmla="*/ 576 h 193060"/>
                    <a:gd name="csX14" fmla="*/ 82234 w 118729"/>
                    <a:gd name="csY14" fmla="*/ 576 h 193060"/>
                    <a:gd name="csX15" fmla="*/ 114196 w 118729"/>
                    <a:gd name="csY15" fmla="*/ 14615 h 193060"/>
                    <a:gd name="csX16" fmla="*/ 118154 w 118729"/>
                    <a:gd name="csY16" fmla="*/ 18722 h 193060"/>
                    <a:gd name="csX17" fmla="*/ 118154 w 118729"/>
                    <a:gd name="csY17" fmla="*/ 24472 h 193060"/>
                    <a:gd name="csX18" fmla="*/ 70286 w 118729"/>
                    <a:gd name="csY18" fmla="*/ 133947 h 193060"/>
                    <a:gd name="csX19" fmla="*/ 66179 w 118729"/>
                    <a:gd name="csY19" fmla="*/ 137905 h 193060"/>
                    <a:gd name="csX20" fmla="*/ 60429 w 118729"/>
                    <a:gd name="csY20" fmla="*/ 137905 h 193060"/>
                    <a:gd name="csX21" fmla="*/ 28393 w 118729"/>
                    <a:gd name="csY21" fmla="*/ 123866 h 193060"/>
                    <a:gd name="csX22" fmla="*/ 24581 w 118729"/>
                    <a:gd name="csY22" fmla="*/ 114017 h 193060"/>
                    <a:gd name="csX23" fmla="*/ 24585 w 118729"/>
                    <a:gd name="csY23" fmla="*/ 114008 h 1930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</a:cxnLst>
                  <a:rect l="l" t="t" r="r" b="b"/>
                  <a:pathLst>
                    <a:path w="118729" h="193060">
                      <a:moveTo>
                        <a:pt x="11815" y="142983"/>
                      </a:moveTo>
                      <a:cubicBezTo>
                        <a:pt x="12624" y="141157"/>
                        <a:pt x="14130" y="139732"/>
                        <a:pt x="15997" y="139025"/>
                      </a:cubicBezTo>
                      <a:cubicBezTo>
                        <a:pt x="17815" y="138278"/>
                        <a:pt x="19854" y="138278"/>
                        <a:pt x="21672" y="139025"/>
                      </a:cubicBezTo>
                      <a:lnTo>
                        <a:pt x="53708" y="153064"/>
                      </a:lnTo>
                      <a:cubicBezTo>
                        <a:pt x="55519" y="153855"/>
                        <a:pt x="56942" y="155332"/>
                        <a:pt x="57666" y="157171"/>
                      </a:cubicBezTo>
                      <a:cubicBezTo>
                        <a:pt x="58434" y="159011"/>
                        <a:pt x="58434" y="161081"/>
                        <a:pt x="57666" y="162921"/>
                      </a:cubicBezTo>
                      <a:lnTo>
                        <a:pt x="46390" y="188610"/>
                      </a:lnTo>
                      <a:cubicBezTo>
                        <a:pt x="44723" y="192382"/>
                        <a:pt x="40314" y="194089"/>
                        <a:pt x="36541" y="192422"/>
                      </a:cubicBezTo>
                      <a:cubicBezTo>
                        <a:pt x="36538" y="192421"/>
                        <a:pt x="36536" y="192420"/>
                        <a:pt x="36533" y="192418"/>
                      </a:cubicBezTo>
                      <a:lnTo>
                        <a:pt x="4571" y="178454"/>
                      </a:lnTo>
                      <a:cubicBezTo>
                        <a:pt x="2746" y="177645"/>
                        <a:pt x="1321" y="176139"/>
                        <a:pt x="613" y="174272"/>
                      </a:cubicBezTo>
                      <a:cubicBezTo>
                        <a:pt x="-204" y="172469"/>
                        <a:pt x="-204" y="170400"/>
                        <a:pt x="613" y="168597"/>
                      </a:cubicBezTo>
                      <a:close/>
                      <a:moveTo>
                        <a:pt x="72377" y="4533"/>
                      </a:moveTo>
                      <a:cubicBezTo>
                        <a:pt x="73116" y="2687"/>
                        <a:pt x="74612" y="1246"/>
                        <a:pt x="76484" y="576"/>
                      </a:cubicBezTo>
                      <a:cubicBezTo>
                        <a:pt x="78324" y="-192"/>
                        <a:pt x="80394" y="-192"/>
                        <a:pt x="82234" y="576"/>
                      </a:cubicBezTo>
                      <a:lnTo>
                        <a:pt x="114196" y="14615"/>
                      </a:lnTo>
                      <a:cubicBezTo>
                        <a:pt x="116042" y="15354"/>
                        <a:pt x="117483" y="16849"/>
                        <a:pt x="118154" y="18722"/>
                      </a:cubicBezTo>
                      <a:cubicBezTo>
                        <a:pt x="118921" y="20562"/>
                        <a:pt x="118921" y="22632"/>
                        <a:pt x="118154" y="24472"/>
                      </a:cubicBezTo>
                      <a:lnTo>
                        <a:pt x="70286" y="133947"/>
                      </a:lnTo>
                      <a:cubicBezTo>
                        <a:pt x="69495" y="135758"/>
                        <a:pt x="68018" y="137181"/>
                        <a:pt x="66179" y="137905"/>
                      </a:cubicBezTo>
                      <a:cubicBezTo>
                        <a:pt x="64339" y="138672"/>
                        <a:pt x="62269" y="138672"/>
                        <a:pt x="60429" y="137905"/>
                      </a:cubicBezTo>
                      <a:lnTo>
                        <a:pt x="28393" y="123866"/>
                      </a:lnTo>
                      <a:cubicBezTo>
                        <a:pt x="24621" y="122199"/>
                        <a:pt x="22914" y="117789"/>
                        <a:pt x="24581" y="114017"/>
                      </a:cubicBezTo>
                      <a:cubicBezTo>
                        <a:pt x="24582" y="114014"/>
                        <a:pt x="24583" y="114011"/>
                        <a:pt x="24585" y="11400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554" name="Freeform: Shape 553">
                  <a:extLst>
                    <a:ext uri="{FF2B5EF4-FFF2-40B4-BE49-F238E27FC236}">
                      <a16:creationId xmlns:a16="http://schemas.microsoft.com/office/drawing/2014/main" id="{780C7E05-29A3-0DC6-7D38-2C7C4916C0BB}"/>
                    </a:ext>
                  </a:extLst>
                </p:cNvPr>
                <p:cNvSpPr/>
                <p:nvPr/>
              </p:nvSpPr>
              <p:spPr>
                <a:xfrm>
                  <a:off x="7809181" y="1778774"/>
                  <a:ext cx="158689" cy="173104"/>
                </a:xfrm>
                <a:custGeom>
                  <a:avLst/>
                  <a:gdLst>
                    <a:gd name="csX0" fmla="*/ 20185 w 158689"/>
                    <a:gd name="csY0" fmla="*/ 116672 h 173104"/>
                    <a:gd name="csX1" fmla="*/ 25337 w 158689"/>
                    <a:gd name="csY1" fmla="*/ 114208 h 173104"/>
                    <a:gd name="csX2" fmla="*/ 30714 w 158689"/>
                    <a:gd name="csY2" fmla="*/ 115926 h 173104"/>
                    <a:gd name="csX3" fmla="*/ 57149 w 158689"/>
                    <a:gd name="csY3" fmla="*/ 138851 h 173104"/>
                    <a:gd name="csX4" fmla="*/ 59688 w 158689"/>
                    <a:gd name="csY4" fmla="*/ 143929 h 173104"/>
                    <a:gd name="csX5" fmla="*/ 57896 w 158689"/>
                    <a:gd name="csY5" fmla="*/ 149380 h 173104"/>
                    <a:gd name="csX6" fmla="*/ 39526 w 158689"/>
                    <a:gd name="csY6" fmla="*/ 170588 h 173104"/>
                    <a:gd name="csX7" fmla="*/ 34373 w 158689"/>
                    <a:gd name="csY7" fmla="*/ 173053 h 173104"/>
                    <a:gd name="csX8" fmla="*/ 28996 w 158689"/>
                    <a:gd name="csY8" fmla="*/ 171335 h 173104"/>
                    <a:gd name="csX9" fmla="*/ 2561 w 158689"/>
                    <a:gd name="csY9" fmla="*/ 148410 h 173104"/>
                    <a:gd name="csX10" fmla="*/ 22 w 158689"/>
                    <a:gd name="csY10" fmla="*/ 143332 h 173104"/>
                    <a:gd name="csX11" fmla="*/ 1814 w 158689"/>
                    <a:gd name="csY11" fmla="*/ 137880 h 173104"/>
                    <a:gd name="csX12" fmla="*/ 119205 w 158689"/>
                    <a:gd name="csY12" fmla="*/ 2568 h 173104"/>
                    <a:gd name="csX13" fmla="*/ 124283 w 158689"/>
                    <a:gd name="csY13" fmla="*/ 29 h 173104"/>
                    <a:gd name="csX14" fmla="*/ 129734 w 158689"/>
                    <a:gd name="csY14" fmla="*/ 1746 h 173104"/>
                    <a:gd name="csX15" fmla="*/ 156169 w 158689"/>
                    <a:gd name="csY15" fmla="*/ 24672 h 173104"/>
                    <a:gd name="csX16" fmla="*/ 158634 w 158689"/>
                    <a:gd name="csY16" fmla="*/ 29824 h 173104"/>
                    <a:gd name="csX17" fmla="*/ 156916 w 158689"/>
                    <a:gd name="csY17" fmla="*/ 35201 h 173104"/>
                    <a:gd name="csX18" fmla="*/ 78432 w 158689"/>
                    <a:gd name="csY18" fmla="*/ 125559 h 173104"/>
                    <a:gd name="csX19" fmla="*/ 67902 w 158689"/>
                    <a:gd name="csY19" fmla="*/ 126306 h 173104"/>
                    <a:gd name="csX20" fmla="*/ 41467 w 158689"/>
                    <a:gd name="csY20" fmla="*/ 103380 h 173104"/>
                    <a:gd name="csX21" fmla="*/ 38928 w 158689"/>
                    <a:gd name="csY21" fmla="*/ 98227 h 173104"/>
                    <a:gd name="csX22" fmla="*/ 40720 w 158689"/>
                    <a:gd name="csY22" fmla="*/ 92851 h 17310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</a:cxnLst>
                  <a:rect l="l" t="t" r="r" b="b"/>
                  <a:pathLst>
                    <a:path w="158689" h="173104">
                      <a:moveTo>
                        <a:pt x="20185" y="116672"/>
                      </a:moveTo>
                      <a:cubicBezTo>
                        <a:pt x="21508" y="115201"/>
                        <a:pt x="23361" y="114314"/>
                        <a:pt x="25337" y="114208"/>
                      </a:cubicBezTo>
                      <a:cubicBezTo>
                        <a:pt x="27292" y="113994"/>
                        <a:pt x="29246" y="114618"/>
                        <a:pt x="30714" y="115926"/>
                      </a:cubicBezTo>
                      <a:lnTo>
                        <a:pt x="57149" y="138851"/>
                      </a:lnTo>
                      <a:cubicBezTo>
                        <a:pt x="58631" y="140144"/>
                        <a:pt x="59543" y="141968"/>
                        <a:pt x="59688" y="143929"/>
                      </a:cubicBezTo>
                      <a:cubicBezTo>
                        <a:pt x="59894" y="145919"/>
                        <a:pt x="59242" y="147902"/>
                        <a:pt x="57896" y="149380"/>
                      </a:cubicBezTo>
                      <a:lnTo>
                        <a:pt x="39526" y="170588"/>
                      </a:lnTo>
                      <a:cubicBezTo>
                        <a:pt x="38202" y="172060"/>
                        <a:pt x="36349" y="172947"/>
                        <a:pt x="34373" y="173053"/>
                      </a:cubicBezTo>
                      <a:cubicBezTo>
                        <a:pt x="32416" y="173297"/>
                        <a:pt x="30450" y="172669"/>
                        <a:pt x="28996" y="171335"/>
                      </a:cubicBezTo>
                      <a:lnTo>
                        <a:pt x="2561" y="148410"/>
                      </a:lnTo>
                      <a:cubicBezTo>
                        <a:pt x="1079" y="147117"/>
                        <a:pt x="167" y="145293"/>
                        <a:pt x="22" y="143332"/>
                      </a:cubicBezTo>
                      <a:cubicBezTo>
                        <a:pt x="-130" y="141349"/>
                        <a:pt x="515" y="139386"/>
                        <a:pt x="1814" y="137880"/>
                      </a:cubicBezTo>
                      <a:close/>
                      <a:moveTo>
                        <a:pt x="119205" y="2568"/>
                      </a:moveTo>
                      <a:cubicBezTo>
                        <a:pt x="120452" y="1029"/>
                        <a:pt x="122303" y="103"/>
                        <a:pt x="124283" y="29"/>
                      </a:cubicBezTo>
                      <a:cubicBezTo>
                        <a:pt x="126256" y="-144"/>
                        <a:pt x="128217" y="473"/>
                        <a:pt x="129734" y="1746"/>
                      </a:cubicBezTo>
                      <a:lnTo>
                        <a:pt x="156169" y="24672"/>
                      </a:lnTo>
                      <a:cubicBezTo>
                        <a:pt x="157641" y="25995"/>
                        <a:pt x="158528" y="27848"/>
                        <a:pt x="158634" y="29824"/>
                      </a:cubicBezTo>
                      <a:cubicBezTo>
                        <a:pt x="158888" y="31783"/>
                        <a:pt x="158259" y="33753"/>
                        <a:pt x="156916" y="35201"/>
                      </a:cubicBezTo>
                      <a:lnTo>
                        <a:pt x="78432" y="125559"/>
                      </a:lnTo>
                      <a:cubicBezTo>
                        <a:pt x="75729" y="128671"/>
                        <a:pt x="71017" y="129005"/>
                        <a:pt x="67902" y="126306"/>
                      </a:cubicBezTo>
                      <a:lnTo>
                        <a:pt x="41467" y="103380"/>
                      </a:lnTo>
                      <a:cubicBezTo>
                        <a:pt x="39968" y="102070"/>
                        <a:pt x="39053" y="100215"/>
                        <a:pt x="38928" y="98227"/>
                      </a:cubicBezTo>
                      <a:cubicBezTo>
                        <a:pt x="38734" y="96262"/>
                        <a:pt x="39385" y="94307"/>
                        <a:pt x="40720" y="92851"/>
                      </a:cubicBezTo>
                      <a:close/>
                    </a:path>
                  </a:pathLst>
                </a:custGeom>
                <a:solidFill>
                  <a:srgbClr val="30261C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555" name="Freeform: Shape 554">
                  <a:extLst>
                    <a:ext uri="{FF2B5EF4-FFF2-40B4-BE49-F238E27FC236}">
                      <a16:creationId xmlns:a16="http://schemas.microsoft.com/office/drawing/2014/main" id="{EC38C4CA-5E04-9EDE-BE97-84C5E754E326}"/>
                    </a:ext>
                  </a:extLst>
                </p:cNvPr>
                <p:cNvSpPr/>
                <p:nvPr/>
              </p:nvSpPr>
              <p:spPr>
                <a:xfrm>
                  <a:off x="7809181" y="1778774"/>
                  <a:ext cx="158689" cy="173104"/>
                </a:xfrm>
                <a:custGeom>
                  <a:avLst/>
                  <a:gdLst>
                    <a:gd name="csX0" fmla="*/ 20185 w 158689"/>
                    <a:gd name="csY0" fmla="*/ 116672 h 173104"/>
                    <a:gd name="csX1" fmla="*/ 25337 w 158689"/>
                    <a:gd name="csY1" fmla="*/ 114208 h 173104"/>
                    <a:gd name="csX2" fmla="*/ 30714 w 158689"/>
                    <a:gd name="csY2" fmla="*/ 115926 h 173104"/>
                    <a:gd name="csX3" fmla="*/ 57149 w 158689"/>
                    <a:gd name="csY3" fmla="*/ 138851 h 173104"/>
                    <a:gd name="csX4" fmla="*/ 59688 w 158689"/>
                    <a:gd name="csY4" fmla="*/ 143929 h 173104"/>
                    <a:gd name="csX5" fmla="*/ 57896 w 158689"/>
                    <a:gd name="csY5" fmla="*/ 149380 h 173104"/>
                    <a:gd name="csX6" fmla="*/ 39526 w 158689"/>
                    <a:gd name="csY6" fmla="*/ 170588 h 173104"/>
                    <a:gd name="csX7" fmla="*/ 34373 w 158689"/>
                    <a:gd name="csY7" fmla="*/ 173053 h 173104"/>
                    <a:gd name="csX8" fmla="*/ 28996 w 158689"/>
                    <a:gd name="csY8" fmla="*/ 171335 h 173104"/>
                    <a:gd name="csX9" fmla="*/ 2561 w 158689"/>
                    <a:gd name="csY9" fmla="*/ 148410 h 173104"/>
                    <a:gd name="csX10" fmla="*/ 22 w 158689"/>
                    <a:gd name="csY10" fmla="*/ 143332 h 173104"/>
                    <a:gd name="csX11" fmla="*/ 1814 w 158689"/>
                    <a:gd name="csY11" fmla="*/ 137880 h 173104"/>
                    <a:gd name="csX12" fmla="*/ 119205 w 158689"/>
                    <a:gd name="csY12" fmla="*/ 2568 h 173104"/>
                    <a:gd name="csX13" fmla="*/ 124283 w 158689"/>
                    <a:gd name="csY13" fmla="*/ 29 h 173104"/>
                    <a:gd name="csX14" fmla="*/ 129734 w 158689"/>
                    <a:gd name="csY14" fmla="*/ 1746 h 173104"/>
                    <a:gd name="csX15" fmla="*/ 156169 w 158689"/>
                    <a:gd name="csY15" fmla="*/ 24672 h 173104"/>
                    <a:gd name="csX16" fmla="*/ 158634 w 158689"/>
                    <a:gd name="csY16" fmla="*/ 29824 h 173104"/>
                    <a:gd name="csX17" fmla="*/ 156916 w 158689"/>
                    <a:gd name="csY17" fmla="*/ 35201 h 173104"/>
                    <a:gd name="csX18" fmla="*/ 78432 w 158689"/>
                    <a:gd name="csY18" fmla="*/ 125559 h 173104"/>
                    <a:gd name="csX19" fmla="*/ 67902 w 158689"/>
                    <a:gd name="csY19" fmla="*/ 126306 h 173104"/>
                    <a:gd name="csX20" fmla="*/ 41467 w 158689"/>
                    <a:gd name="csY20" fmla="*/ 103380 h 173104"/>
                    <a:gd name="csX21" fmla="*/ 38928 w 158689"/>
                    <a:gd name="csY21" fmla="*/ 98227 h 173104"/>
                    <a:gd name="csX22" fmla="*/ 40720 w 158689"/>
                    <a:gd name="csY22" fmla="*/ 92851 h 17310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</a:cxnLst>
                  <a:rect l="l" t="t" r="r" b="b"/>
                  <a:pathLst>
                    <a:path w="158689" h="173104">
                      <a:moveTo>
                        <a:pt x="20185" y="116672"/>
                      </a:moveTo>
                      <a:cubicBezTo>
                        <a:pt x="21508" y="115201"/>
                        <a:pt x="23361" y="114314"/>
                        <a:pt x="25337" y="114208"/>
                      </a:cubicBezTo>
                      <a:cubicBezTo>
                        <a:pt x="27292" y="113994"/>
                        <a:pt x="29246" y="114618"/>
                        <a:pt x="30714" y="115926"/>
                      </a:cubicBezTo>
                      <a:lnTo>
                        <a:pt x="57149" y="138851"/>
                      </a:lnTo>
                      <a:cubicBezTo>
                        <a:pt x="58631" y="140144"/>
                        <a:pt x="59543" y="141968"/>
                        <a:pt x="59688" y="143929"/>
                      </a:cubicBezTo>
                      <a:cubicBezTo>
                        <a:pt x="59894" y="145919"/>
                        <a:pt x="59242" y="147902"/>
                        <a:pt x="57896" y="149380"/>
                      </a:cubicBezTo>
                      <a:lnTo>
                        <a:pt x="39526" y="170588"/>
                      </a:lnTo>
                      <a:cubicBezTo>
                        <a:pt x="38202" y="172060"/>
                        <a:pt x="36349" y="172947"/>
                        <a:pt x="34373" y="173053"/>
                      </a:cubicBezTo>
                      <a:cubicBezTo>
                        <a:pt x="32416" y="173297"/>
                        <a:pt x="30450" y="172669"/>
                        <a:pt x="28996" y="171335"/>
                      </a:cubicBezTo>
                      <a:lnTo>
                        <a:pt x="2561" y="148410"/>
                      </a:lnTo>
                      <a:cubicBezTo>
                        <a:pt x="1079" y="147117"/>
                        <a:pt x="167" y="145293"/>
                        <a:pt x="22" y="143332"/>
                      </a:cubicBezTo>
                      <a:cubicBezTo>
                        <a:pt x="-130" y="141349"/>
                        <a:pt x="515" y="139386"/>
                        <a:pt x="1814" y="137880"/>
                      </a:cubicBezTo>
                      <a:close/>
                      <a:moveTo>
                        <a:pt x="119205" y="2568"/>
                      </a:moveTo>
                      <a:cubicBezTo>
                        <a:pt x="120452" y="1029"/>
                        <a:pt x="122303" y="103"/>
                        <a:pt x="124283" y="29"/>
                      </a:cubicBezTo>
                      <a:cubicBezTo>
                        <a:pt x="126256" y="-144"/>
                        <a:pt x="128217" y="473"/>
                        <a:pt x="129734" y="1746"/>
                      </a:cubicBezTo>
                      <a:lnTo>
                        <a:pt x="156169" y="24672"/>
                      </a:lnTo>
                      <a:cubicBezTo>
                        <a:pt x="157641" y="25995"/>
                        <a:pt x="158528" y="27848"/>
                        <a:pt x="158634" y="29824"/>
                      </a:cubicBezTo>
                      <a:cubicBezTo>
                        <a:pt x="158888" y="31783"/>
                        <a:pt x="158259" y="33753"/>
                        <a:pt x="156916" y="35201"/>
                      </a:cubicBezTo>
                      <a:lnTo>
                        <a:pt x="78432" y="125559"/>
                      </a:lnTo>
                      <a:cubicBezTo>
                        <a:pt x="75729" y="128671"/>
                        <a:pt x="71017" y="129005"/>
                        <a:pt x="67902" y="126306"/>
                      </a:cubicBezTo>
                      <a:lnTo>
                        <a:pt x="41467" y="103380"/>
                      </a:lnTo>
                      <a:cubicBezTo>
                        <a:pt x="39968" y="102070"/>
                        <a:pt x="39053" y="100215"/>
                        <a:pt x="38928" y="98227"/>
                      </a:cubicBezTo>
                      <a:cubicBezTo>
                        <a:pt x="38734" y="96262"/>
                        <a:pt x="39385" y="94307"/>
                        <a:pt x="40720" y="9285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449" cap="flat">
                  <a:noFill/>
                  <a:prstDash val="solid"/>
                  <a:miter/>
                </a:ln>
              </p:spPr>
            </p:sp>
          </p:grpSp>
          <p:grpSp>
            <p:nvGrpSpPr>
              <p:cNvPr id="556" name="Graphic 4">
                <a:extLst>
                  <a:ext uri="{FF2B5EF4-FFF2-40B4-BE49-F238E27FC236}">
                    <a16:creationId xmlns:a16="http://schemas.microsoft.com/office/drawing/2014/main" id="{E167130F-C1EC-48A1-881F-F04DC23708B2}"/>
                  </a:ext>
                </a:extLst>
              </p:cNvPr>
              <p:cNvGrpSpPr/>
              <p:nvPr/>
            </p:nvGrpSpPr>
            <p:grpSpPr>
              <a:xfrm>
                <a:off x="6110440" y="1341064"/>
                <a:ext cx="232150" cy="205082"/>
                <a:chOff x="6110440" y="1341064"/>
                <a:chExt cx="232150" cy="205082"/>
              </a:xfrm>
            </p:grpSpPr>
            <p:sp>
              <p:nvSpPr>
                <p:cNvPr id="557" name="Freeform: Shape 556">
                  <a:extLst>
                    <a:ext uri="{FF2B5EF4-FFF2-40B4-BE49-F238E27FC236}">
                      <a16:creationId xmlns:a16="http://schemas.microsoft.com/office/drawing/2014/main" id="{00710BA3-0EB3-5E17-9469-7A4065A1811D}"/>
                    </a:ext>
                  </a:extLst>
                </p:cNvPr>
                <p:cNvSpPr/>
                <p:nvPr/>
              </p:nvSpPr>
              <p:spPr>
                <a:xfrm>
                  <a:off x="6110440" y="1356924"/>
                  <a:ext cx="130541" cy="189222"/>
                </a:xfrm>
                <a:custGeom>
                  <a:avLst/>
                  <a:gdLst>
                    <a:gd name="csX0" fmla="*/ 72470 w 130541"/>
                    <a:gd name="csY0" fmla="*/ 160662 h 189222"/>
                    <a:gd name="csX1" fmla="*/ 75425 w 130541"/>
                    <a:gd name="csY1" fmla="*/ 150523 h 189222"/>
                    <a:gd name="csX2" fmla="*/ 75457 w 130541"/>
                    <a:gd name="csY2" fmla="*/ 150506 h 189222"/>
                    <a:gd name="csX3" fmla="*/ 106298 w 130541"/>
                    <a:gd name="csY3" fmla="*/ 133928 h 189222"/>
                    <a:gd name="csX4" fmla="*/ 111973 w 130541"/>
                    <a:gd name="csY4" fmla="*/ 133405 h 189222"/>
                    <a:gd name="csX5" fmla="*/ 116379 w 130541"/>
                    <a:gd name="csY5" fmla="*/ 136990 h 189222"/>
                    <a:gd name="csX6" fmla="*/ 129672 w 130541"/>
                    <a:gd name="csY6" fmla="*/ 161633 h 189222"/>
                    <a:gd name="csX7" fmla="*/ 130194 w 130541"/>
                    <a:gd name="csY7" fmla="*/ 167383 h 189222"/>
                    <a:gd name="csX8" fmla="*/ 126610 w 130541"/>
                    <a:gd name="csY8" fmla="*/ 171789 h 189222"/>
                    <a:gd name="csX9" fmla="*/ 95843 w 130541"/>
                    <a:gd name="csY9" fmla="*/ 188367 h 189222"/>
                    <a:gd name="csX10" fmla="*/ 90168 w 130541"/>
                    <a:gd name="csY10" fmla="*/ 188890 h 189222"/>
                    <a:gd name="csX11" fmla="*/ 85688 w 130541"/>
                    <a:gd name="csY11" fmla="*/ 185305 h 189222"/>
                    <a:gd name="csX12" fmla="*/ 856 w 130541"/>
                    <a:gd name="csY12" fmla="*/ 27515 h 189222"/>
                    <a:gd name="csX13" fmla="*/ 333 w 130541"/>
                    <a:gd name="csY13" fmla="*/ 21840 h 189222"/>
                    <a:gd name="csX14" fmla="*/ 3917 w 130541"/>
                    <a:gd name="csY14" fmla="*/ 17434 h 189222"/>
                    <a:gd name="csX15" fmla="*/ 34684 w 130541"/>
                    <a:gd name="csY15" fmla="*/ 856 h 189222"/>
                    <a:gd name="csX16" fmla="*/ 40359 w 130541"/>
                    <a:gd name="csY16" fmla="*/ 333 h 189222"/>
                    <a:gd name="csX17" fmla="*/ 44840 w 130541"/>
                    <a:gd name="csY17" fmla="*/ 3917 h 189222"/>
                    <a:gd name="csX18" fmla="*/ 101444 w 130541"/>
                    <a:gd name="csY18" fmla="*/ 109136 h 189222"/>
                    <a:gd name="csX19" fmla="*/ 98441 w 130541"/>
                    <a:gd name="csY19" fmla="*/ 119260 h 189222"/>
                    <a:gd name="csX20" fmla="*/ 98382 w 130541"/>
                    <a:gd name="csY20" fmla="*/ 119292 h 189222"/>
                    <a:gd name="csX21" fmla="*/ 67616 w 130541"/>
                    <a:gd name="csY21" fmla="*/ 135870 h 189222"/>
                    <a:gd name="csX22" fmla="*/ 61941 w 130541"/>
                    <a:gd name="csY22" fmla="*/ 136392 h 189222"/>
                    <a:gd name="csX23" fmla="*/ 57460 w 130541"/>
                    <a:gd name="csY23" fmla="*/ 132808 h 18922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</a:cxnLst>
                  <a:rect l="l" t="t" r="r" b="b"/>
                  <a:pathLst>
                    <a:path w="130541" h="189222">
                      <a:moveTo>
                        <a:pt x="72470" y="160662"/>
                      </a:moveTo>
                      <a:cubicBezTo>
                        <a:pt x="70486" y="157046"/>
                        <a:pt x="71810" y="152507"/>
                        <a:pt x="75425" y="150523"/>
                      </a:cubicBezTo>
                      <a:cubicBezTo>
                        <a:pt x="75436" y="150518"/>
                        <a:pt x="75446" y="150512"/>
                        <a:pt x="75457" y="150506"/>
                      </a:cubicBezTo>
                      <a:lnTo>
                        <a:pt x="106298" y="133928"/>
                      </a:lnTo>
                      <a:cubicBezTo>
                        <a:pt x="108046" y="133010"/>
                        <a:pt x="110087" y="132823"/>
                        <a:pt x="111973" y="133405"/>
                      </a:cubicBezTo>
                      <a:cubicBezTo>
                        <a:pt x="113857" y="133973"/>
                        <a:pt x="115440" y="135261"/>
                        <a:pt x="116379" y="136990"/>
                      </a:cubicBezTo>
                      <a:lnTo>
                        <a:pt x="129672" y="161633"/>
                      </a:lnTo>
                      <a:cubicBezTo>
                        <a:pt x="130610" y="163402"/>
                        <a:pt x="130798" y="165474"/>
                        <a:pt x="130194" y="167383"/>
                      </a:cubicBezTo>
                      <a:cubicBezTo>
                        <a:pt x="129627" y="169266"/>
                        <a:pt x="128338" y="170850"/>
                        <a:pt x="126610" y="171789"/>
                      </a:cubicBezTo>
                      <a:lnTo>
                        <a:pt x="95843" y="188367"/>
                      </a:lnTo>
                      <a:cubicBezTo>
                        <a:pt x="94095" y="189285"/>
                        <a:pt x="92055" y="189473"/>
                        <a:pt x="90168" y="188890"/>
                      </a:cubicBezTo>
                      <a:cubicBezTo>
                        <a:pt x="88257" y="188339"/>
                        <a:pt x="86644" y="187049"/>
                        <a:pt x="85688" y="185305"/>
                      </a:cubicBezTo>
                      <a:close/>
                      <a:moveTo>
                        <a:pt x="856" y="27515"/>
                      </a:moveTo>
                      <a:cubicBezTo>
                        <a:pt x="-62" y="25767"/>
                        <a:pt x="-250" y="23726"/>
                        <a:pt x="333" y="21840"/>
                      </a:cubicBezTo>
                      <a:cubicBezTo>
                        <a:pt x="836" y="19923"/>
                        <a:pt x="2143" y="18317"/>
                        <a:pt x="3917" y="17434"/>
                      </a:cubicBezTo>
                      <a:lnTo>
                        <a:pt x="34684" y="856"/>
                      </a:lnTo>
                      <a:cubicBezTo>
                        <a:pt x="36432" y="-62"/>
                        <a:pt x="38473" y="-250"/>
                        <a:pt x="40359" y="333"/>
                      </a:cubicBezTo>
                      <a:cubicBezTo>
                        <a:pt x="42270" y="883"/>
                        <a:pt x="43883" y="2174"/>
                        <a:pt x="44840" y="3917"/>
                      </a:cubicBezTo>
                      <a:lnTo>
                        <a:pt x="101444" y="109136"/>
                      </a:lnTo>
                      <a:cubicBezTo>
                        <a:pt x="103411" y="112761"/>
                        <a:pt x="102066" y="117294"/>
                        <a:pt x="98441" y="119260"/>
                      </a:cubicBezTo>
                      <a:cubicBezTo>
                        <a:pt x="98421" y="119271"/>
                        <a:pt x="98402" y="119281"/>
                        <a:pt x="98382" y="119292"/>
                      </a:cubicBezTo>
                      <a:lnTo>
                        <a:pt x="67616" y="135870"/>
                      </a:lnTo>
                      <a:cubicBezTo>
                        <a:pt x="65868" y="136787"/>
                        <a:pt x="63827" y="136975"/>
                        <a:pt x="61941" y="136392"/>
                      </a:cubicBezTo>
                      <a:cubicBezTo>
                        <a:pt x="60029" y="135842"/>
                        <a:pt x="58417" y="134552"/>
                        <a:pt x="57460" y="132808"/>
                      </a:cubicBezTo>
                      <a:close/>
                    </a:path>
                  </a:pathLst>
                </a:custGeom>
                <a:solidFill>
                  <a:srgbClr val="30261C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558" name="Freeform: Shape 557">
                  <a:extLst>
                    <a:ext uri="{FF2B5EF4-FFF2-40B4-BE49-F238E27FC236}">
                      <a16:creationId xmlns:a16="http://schemas.microsoft.com/office/drawing/2014/main" id="{CAFA509B-23B6-1D30-9A93-C251E153C890}"/>
                    </a:ext>
                  </a:extLst>
                </p:cNvPr>
                <p:cNvSpPr/>
                <p:nvPr/>
              </p:nvSpPr>
              <p:spPr>
                <a:xfrm>
                  <a:off x="6110440" y="1356924"/>
                  <a:ext cx="130541" cy="189222"/>
                </a:xfrm>
                <a:custGeom>
                  <a:avLst/>
                  <a:gdLst>
                    <a:gd name="csX0" fmla="*/ 72470 w 130541"/>
                    <a:gd name="csY0" fmla="*/ 160662 h 189222"/>
                    <a:gd name="csX1" fmla="*/ 75425 w 130541"/>
                    <a:gd name="csY1" fmla="*/ 150523 h 189222"/>
                    <a:gd name="csX2" fmla="*/ 75457 w 130541"/>
                    <a:gd name="csY2" fmla="*/ 150506 h 189222"/>
                    <a:gd name="csX3" fmla="*/ 106298 w 130541"/>
                    <a:gd name="csY3" fmla="*/ 133928 h 189222"/>
                    <a:gd name="csX4" fmla="*/ 111973 w 130541"/>
                    <a:gd name="csY4" fmla="*/ 133405 h 189222"/>
                    <a:gd name="csX5" fmla="*/ 116379 w 130541"/>
                    <a:gd name="csY5" fmla="*/ 136990 h 189222"/>
                    <a:gd name="csX6" fmla="*/ 129672 w 130541"/>
                    <a:gd name="csY6" fmla="*/ 161633 h 189222"/>
                    <a:gd name="csX7" fmla="*/ 130194 w 130541"/>
                    <a:gd name="csY7" fmla="*/ 167383 h 189222"/>
                    <a:gd name="csX8" fmla="*/ 126610 w 130541"/>
                    <a:gd name="csY8" fmla="*/ 171789 h 189222"/>
                    <a:gd name="csX9" fmla="*/ 95843 w 130541"/>
                    <a:gd name="csY9" fmla="*/ 188367 h 189222"/>
                    <a:gd name="csX10" fmla="*/ 90168 w 130541"/>
                    <a:gd name="csY10" fmla="*/ 188890 h 189222"/>
                    <a:gd name="csX11" fmla="*/ 85688 w 130541"/>
                    <a:gd name="csY11" fmla="*/ 185305 h 189222"/>
                    <a:gd name="csX12" fmla="*/ 856 w 130541"/>
                    <a:gd name="csY12" fmla="*/ 27515 h 189222"/>
                    <a:gd name="csX13" fmla="*/ 333 w 130541"/>
                    <a:gd name="csY13" fmla="*/ 21840 h 189222"/>
                    <a:gd name="csX14" fmla="*/ 3917 w 130541"/>
                    <a:gd name="csY14" fmla="*/ 17434 h 189222"/>
                    <a:gd name="csX15" fmla="*/ 34684 w 130541"/>
                    <a:gd name="csY15" fmla="*/ 856 h 189222"/>
                    <a:gd name="csX16" fmla="*/ 40359 w 130541"/>
                    <a:gd name="csY16" fmla="*/ 333 h 189222"/>
                    <a:gd name="csX17" fmla="*/ 44840 w 130541"/>
                    <a:gd name="csY17" fmla="*/ 3917 h 189222"/>
                    <a:gd name="csX18" fmla="*/ 101444 w 130541"/>
                    <a:gd name="csY18" fmla="*/ 109136 h 189222"/>
                    <a:gd name="csX19" fmla="*/ 98441 w 130541"/>
                    <a:gd name="csY19" fmla="*/ 119260 h 189222"/>
                    <a:gd name="csX20" fmla="*/ 98382 w 130541"/>
                    <a:gd name="csY20" fmla="*/ 119292 h 189222"/>
                    <a:gd name="csX21" fmla="*/ 67616 w 130541"/>
                    <a:gd name="csY21" fmla="*/ 135870 h 189222"/>
                    <a:gd name="csX22" fmla="*/ 61941 w 130541"/>
                    <a:gd name="csY22" fmla="*/ 136392 h 189222"/>
                    <a:gd name="csX23" fmla="*/ 57460 w 130541"/>
                    <a:gd name="csY23" fmla="*/ 132808 h 18922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</a:cxnLst>
                  <a:rect l="l" t="t" r="r" b="b"/>
                  <a:pathLst>
                    <a:path w="130541" h="189222">
                      <a:moveTo>
                        <a:pt x="72470" y="160662"/>
                      </a:moveTo>
                      <a:cubicBezTo>
                        <a:pt x="70486" y="157046"/>
                        <a:pt x="71810" y="152507"/>
                        <a:pt x="75425" y="150523"/>
                      </a:cubicBezTo>
                      <a:cubicBezTo>
                        <a:pt x="75436" y="150518"/>
                        <a:pt x="75446" y="150512"/>
                        <a:pt x="75457" y="150506"/>
                      </a:cubicBezTo>
                      <a:lnTo>
                        <a:pt x="106298" y="133928"/>
                      </a:lnTo>
                      <a:cubicBezTo>
                        <a:pt x="108046" y="133010"/>
                        <a:pt x="110087" y="132823"/>
                        <a:pt x="111973" y="133405"/>
                      </a:cubicBezTo>
                      <a:cubicBezTo>
                        <a:pt x="113857" y="133973"/>
                        <a:pt x="115440" y="135261"/>
                        <a:pt x="116379" y="136990"/>
                      </a:cubicBezTo>
                      <a:lnTo>
                        <a:pt x="129672" y="161633"/>
                      </a:lnTo>
                      <a:cubicBezTo>
                        <a:pt x="130610" y="163402"/>
                        <a:pt x="130798" y="165474"/>
                        <a:pt x="130194" y="167383"/>
                      </a:cubicBezTo>
                      <a:cubicBezTo>
                        <a:pt x="129627" y="169266"/>
                        <a:pt x="128338" y="170850"/>
                        <a:pt x="126610" y="171789"/>
                      </a:cubicBezTo>
                      <a:lnTo>
                        <a:pt x="95843" y="188367"/>
                      </a:lnTo>
                      <a:cubicBezTo>
                        <a:pt x="94095" y="189285"/>
                        <a:pt x="92055" y="189473"/>
                        <a:pt x="90168" y="188890"/>
                      </a:cubicBezTo>
                      <a:cubicBezTo>
                        <a:pt x="88257" y="188339"/>
                        <a:pt x="86644" y="187049"/>
                        <a:pt x="85688" y="185305"/>
                      </a:cubicBezTo>
                      <a:close/>
                      <a:moveTo>
                        <a:pt x="856" y="27515"/>
                      </a:moveTo>
                      <a:cubicBezTo>
                        <a:pt x="-62" y="25767"/>
                        <a:pt x="-250" y="23726"/>
                        <a:pt x="333" y="21840"/>
                      </a:cubicBezTo>
                      <a:cubicBezTo>
                        <a:pt x="836" y="19923"/>
                        <a:pt x="2143" y="18317"/>
                        <a:pt x="3917" y="17434"/>
                      </a:cubicBezTo>
                      <a:lnTo>
                        <a:pt x="34684" y="856"/>
                      </a:lnTo>
                      <a:cubicBezTo>
                        <a:pt x="36432" y="-62"/>
                        <a:pt x="38473" y="-250"/>
                        <a:pt x="40359" y="333"/>
                      </a:cubicBezTo>
                      <a:cubicBezTo>
                        <a:pt x="42270" y="883"/>
                        <a:pt x="43883" y="2174"/>
                        <a:pt x="44840" y="3917"/>
                      </a:cubicBezTo>
                      <a:lnTo>
                        <a:pt x="101444" y="109136"/>
                      </a:lnTo>
                      <a:cubicBezTo>
                        <a:pt x="103411" y="112761"/>
                        <a:pt x="102066" y="117294"/>
                        <a:pt x="98441" y="119260"/>
                      </a:cubicBezTo>
                      <a:cubicBezTo>
                        <a:pt x="98421" y="119271"/>
                        <a:pt x="98402" y="119281"/>
                        <a:pt x="98382" y="119292"/>
                      </a:cubicBezTo>
                      <a:lnTo>
                        <a:pt x="67616" y="135870"/>
                      </a:lnTo>
                      <a:cubicBezTo>
                        <a:pt x="65868" y="136787"/>
                        <a:pt x="63827" y="136975"/>
                        <a:pt x="61941" y="136392"/>
                      </a:cubicBezTo>
                      <a:cubicBezTo>
                        <a:pt x="60029" y="135842"/>
                        <a:pt x="58417" y="134552"/>
                        <a:pt x="57460" y="13280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559" name="Freeform: Shape 558">
                  <a:extLst>
                    <a:ext uri="{FF2B5EF4-FFF2-40B4-BE49-F238E27FC236}">
                      <a16:creationId xmlns:a16="http://schemas.microsoft.com/office/drawing/2014/main" id="{EE62A68B-EEF0-2028-8437-DDEFA4DDCA65}"/>
                    </a:ext>
                  </a:extLst>
                </p:cNvPr>
                <p:cNvSpPr/>
                <p:nvPr/>
              </p:nvSpPr>
              <p:spPr>
                <a:xfrm>
                  <a:off x="6267380" y="1341064"/>
                  <a:ext cx="75209" cy="197045"/>
                </a:xfrm>
                <a:custGeom>
                  <a:avLst/>
                  <a:gdLst>
                    <a:gd name="csX0" fmla="*/ 21719 w 75209"/>
                    <a:gd name="csY0" fmla="*/ 162931 h 197045"/>
                    <a:gd name="csX1" fmla="*/ 23137 w 75209"/>
                    <a:gd name="csY1" fmla="*/ 157405 h 197045"/>
                    <a:gd name="csX2" fmla="*/ 28066 w 75209"/>
                    <a:gd name="csY2" fmla="*/ 154418 h 197045"/>
                    <a:gd name="csX3" fmla="*/ 62641 w 75209"/>
                    <a:gd name="csY3" fmla="*/ 149414 h 197045"/>
                    <a:gd name="csX4" fmla="*/ 68167 w 75209"/>
                    <a:gd name="csY4" fmla="*/ 150908 h 197045"/>
                    <a:gd name="csX5" fmla="*/ 71079 w 75209"/>
                    <a:gd name="csY5" fmla="*/ 155762 h 197045"/>
                    <a:gd name="csX6" fmla="*/ 75112 w 75209"/>
                    <a:gd name="csY6" fmla="*/ 183467 h 197045"/>
                    <a:gd name="csX7" fmla="*/ 73693 w 75209"/>
                    <a:gd name="csY7" fmla="*/ 188993 h 197045"/>
                    <a:gd name="csX8" fmla="*/ 68764 w 75209"/>
                    <a:gd name="csY8" fmla="*/ 191980 h 197045"/>
                    <a:gd name="csX9" fmla="*/ 34189 w 75209"/>
                    <a:gd name="csY9" fmla="*/ 196983 h 197045"/>
                    <a:gd name="csX10" fmla="*/ 28663 w 75209"/>
                    <a:gd name="csY10" fmla="*/ 195490 h 197045"/>
                    <a:gd name="csX11" fmla="*/ 25676 w 75209"/>
                    <a:gd name="csY11" fmla="*/ 190636 h 197045"/>
                    <a:gd name="csX12" fmla="*/ 62 w 75209"/>
                    <a:gd name="csY12" fmla="*/ 13579 h 197045"/>
                    <a:gd name="csX13" fmla="*/ 1556 w 75209"/>
                    <a:gd name="csY13" fmla="*/ 8053 h 197045"/>
                    <a:gd name="csX14" fmla="*/ 6410 w 75209"/>
                    <a:gd name="csY14" fmla="*/ 5066 h 197045"/>
                    <a:gd name="csX15" fmla="*/ 40985 w 75209"/>
                    <a:gd name="csY15" fmla="*/ 62 h 197045"/>
                    <a:gd name="csX16" fmla="*/ 46511 w 75209"/>
                    <a:gd name="csY16" fmla="*/ 1556 h 197045"/>
                    <a:gd name="csX17" fmla="*/ 49498 w 75209"/>
                    <a:gd name="csY17" fmla="*/ 6410 h 197045"/>
                    <a:gd name="csX18" fmla="*/ 66972 w 75209"/>
                    <a:gd name="csY18" fmla="*/ 124473 h 197045"/>
                    <a:gd name="csX19" fmla="*/ 65479 w 75209"/>
                    <a:gd name="csY19" fmla="*/ 129999 h 197045"/>
                    <a:gd name="csX20" fmla="*/ 60625 w 75209"/>
                    <a:gd name="csY20" fmla="*/ 132986 h 197045"/>
                    <a:gd name="csX21" fmla="*/ 26050 w 75209"/>
                    <a:gd name="csY21" fmla="*/ 137989 h 197045"/>
                    <a:gd name="csX22" fmla="*/ 20524 w 75209"/>
                    <a:gd name="csY22" fmla="*/ 136495 h 197045"/>
                    <a:gd name="csX23" fmla="*/ 17537 w 75209"/>
                    <a:gd name="csY23" fmla="*/ 131642 h 19704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</a:cxnLst>
                  <a:rect l="l" t="t" r="r" b="b"/>
                  <a:pathLst>
                    <a:path w="75209" h="197045">
                      <a:moveTo>
                        <a:pt x="21719" y="162931"/>
                      </a:moveTo>
                      <a:cubicBezTo>
                        <a:pt x="21388" y="160971"/>
                        <a:pt x="21903" y="158963"/>
                        <a:pt x="23137" y="157405"/>
                      </a:cubicBezTo>
                      <a:cubicBezTo>
                        <a:pt x="24314" y="155790"/>
                        <a:pt x="26090" y="154714"/>
                        <a:pt x="28066" y="154418"/>
                      </a:cubicBezTo>
                      <a:lnTo>
                        <a:pt x="62641" y="149414"/>
                      </a:lnTo>
                      <a:cubicBezTo>
                        <a:pt x="64608" y="149158"/>
                        <a:pt x="66596" y="149696"/>
                        <a:pt x="68167" y="150908"/>
                      </a:cubicBezTo>
                      <a:cubicBezTo>
                        <a:pt x="69737" y="152081"/>
                        <a:pt x="70783" y="153824"/>
                        <a:pt x="71079" y="155762"/>
                      </a:cubicBezTo>
                      <a:lnTo>
                        <a:pt x="75112" y="183467"/>
                      </a:lnTo>
                      <a:cubicBezTo>
                        <a:pt x="75442" y="185426"/>
                        <a:pt x="74927" y="187435"/>
                        <a:pt x="73693" y="188993"/>
                      </a:cubicBezTo>
                      <a:cubicBezTo>
                        <a:pt x="72516" y="190608"/>
                        <a:pt x="70741" y="191684"/>
                        <a:pt x="68764" y="191980"/>
                      </a:cubicBezTo>
                      <a:lnTo>
                        <a:pt x="34189" y="196983"/>
                      </a:lnTo>
                      <a:cubicBezTo>
                        <a:pt x="32222" y="197239"/>
                        <a:pt x="30234" y="196702"/>
                        <a:pt x="28663" y="195490"/>
                      </a:cubicBezTo>
                      <a:cubicBezTo>
                        <a:pt x="27019" y="194373"/>
                        <a:pt x="25932" y="192606"/>
                        <a:pt x="25676" y="190636"/>
                      </a:cubicBezTo>
                      <a:close/>
                      <a:moveTo>
                        <a:pt x="62" y="13579"/>
                      </a:moveTo>
                      <a:cubicBezTo>
                        <a:pt x="-193" y="11611"/>
                        <a:pt x="344" y="9623"/>
                        <a:pt x="1556" y="8053"/>
                      </a:cubicBezTo>
                      <a:cubicBezTo>
                        <a:pt x="2672" y="6408"/>
                        <a:pt x="4439" y="5321"/>
                        <a:pt x="6410" y="5066"/>
                      </a:cubicBezTo>
                      <a:lnTo>
                        <a:pt x="40985" y="62"/>
                      </a:lnTo>
                      <a:cubicBezTo>
                        <a:pt x="42952" y="-194"/>
                        <a:pt x="44940" y="344"/>
                        <a:pt x="46511" y="1556"/>
                      </a:cubicBezTo>
                      <a:cubicBezTo>
                        <a:pt x="48155" y="2672"/>
                        <a:pt x="49243" y="4439"/>
                        <a:pt x="49498" y="6410"/>
                      </a:cubicBezTo>
                      <a:lnTo>
                        <a:pt x="66972" y="124473"/>
                      </a:lnTo>
                      <a:cubicBezTo>
                        <a:pt x="67228" y="126440"/>
                        <a:pt x="66691" y="128428"/>
                        <a:pt x="65479" y="129999"/>
                      </a:cubicBezTo>
                      <a:cubicBezTo>
                        <a:pt x="64363" y="131643"/>
                        <a:pt x="62596" y="132730"/>
                        <a:pt x="60625" y="132986"/>
                      </a:cubicBezTo>
                      <a:lnTo>
                        <a:pt x="26050" y="137989"/>
                      </a:lnTo>
                      <a:cubicBezTo>
                        <a:pt x="24082" y="138245"/>
                        <a:pt x="22094" y="137708"/>
                        <a:pt x="20524" y="136495"/>
                      </a:cubicBezTo>
                      <a:cubicBezTo>
                        <a:pt x="18879" y="135379"/>
                        <a:pt x="17792" y="133612"/>
                        <a:pt x="17537" y="131642"/>
                      </a:cubicBezTo>
                      <a:close/>
                    </a:path>
                  </a:pathLst>
                </a:custGeom>
                <a:solidFill>
                  <a:srgbClr val="30261C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560" name="Freeform: Shape 559">
                  <a:extLst>
                    <a:ext uri="{FF2B5EF4-FFF2-40B4-BE49-F238E27FC236}">
                      <a16:creationId xmlns:a16="http://schemas.microsoft.com/office/drawing/2014/main" id="{CC687FAA-E68D-535E-12ED-F6E4CC48B5EE}"/>
                    </a:ext>
                  </a:extLst>
                </p:cNvPr>
                <p:cNvSpPr/>
                <p:nvPr/>
              </p:nvSpPr>
              <p:spPr>
                <a:xfrm>
                  <a:off x="6267380" y="1341064"/>
                  <a:ext cx="75209" cy="197045"/>
                </a:xfrm>
                <a:custGeom>
                  <a:avLst/>
                  <a:gdLst>
                    <a:gd name="csX0" fmla="*/ 21719 w 75209"/>
                    <a:gd name="csY0" fmla="*/ 162931 h 197045"/>
                    <a:gd name="csX1" fmla="*/ 23137 w 75209"/>
                    <a:gd name="csY1" fmla="*/ 157405 h 197045"/>
                    <a:gd name="csX2" fmla="*/ 28066 w 75209"/>
                    <a:gd name="csY2" fmla="*/ 154418 h 197045"/>
                    <a:gd name="csX3" fmla="*/ 62641 w 75209"/>
                    <a:gd name="csY3" fmla="*/ 149414 h 197045"/>
                    <a:gd name="csX4" fmla="*/ 68167 w 75209"/>
                    <a:gd name="csY4" fmla="*/ 150908 h 197045"/>
                    <a:gd name="csX5" fmla="*/ 71079 w 75209"/>
                    <a:gd name="csY5" fmla="*/ 155762 h 197045"/>
                    <a:gd name="csX6" fmla="*/ 75112 w 75209"/>
                    <a:gd name="csY6" fmla="*/ 183467 h 197045"/>
                    <a:gd name="csX7" fmla="*/ 73693 w 75209"/>
                    <a:gd name="csY7" fmla="*/ 188993 h 197045"/>
                    <a:gd name="csX8" fmla="*/ 68764 w 75209"/>
                    <a:gd name="csY8" fmla="*/ 191980 h 197045"/>
                    <a:gd name="csX9" fmla="*/ 34189 w 75209"/>
                    <a:gd name="csY9" fmla="*/ 196983 h 197045"/>
                    <a:gd name="csX10" fmla="*/ 28663 w 75209"/>
                    <a:gd name="csY10" fmla="*/ 195490 h 197045"/>
                    <a:gd name="csX11" fmla="*/ 25676 w 75209"/>
                    <a:gd name="csY11" fmla="*/ 190636 h 197045"/>
                    <a:gd name="csX12" fmla="*/ 62 w 75209"/>
                    <a:gd name="csY12" fmla="*/ 13579 h 197045"/>
                    <a:gd name="csX13" fmla="*/ 1556 w 75209"/>
                    <a:gd name="csY13" fmla="*/ 8053 h 197045"/>
                    <a:gd name="csX14" fmla="*/ 6410 w 75209"/>
                    <a:gd name="csY14" fmla="*/ 5066 h 197045"/>
                    <a:gd name="csX15" fmla="*/ 40985 w 75209"/>
                    <a:gd name="csY15" fmla="*/ 62 h 197045"/>
                    <a:gd name="csX16" fmla="*/ 46511 w 75209"/>
                    <a:gd name="csY16" fmla="*/ 1556 h 197045"/>
                    <a:gd name="csX17" fmla="*/ 49498 w 75209"/>
                    <a:gd name="csY17" fmla="*/ 6410 h 197045"/>
                    <a:gd name="csX18" fmla="*/ 66972 w 75209"/>
                    <a:gd name="csY18" fmla="*/ 124473 h 197045"/>
                    <a:gd name="csX19" fmla="*/ 65479 w 75209"/>
                    <a:gd name="csY19" fmla="*/ 129999 h 197045"/>
                    <a:gd name="csX20" fmla="*/ 60625 w 75209"/>
                    <a:gd name="csY20" fmla="*/ 132986 h 197045"/>
                    <a:gd name="csX21" fmla="*/ 26050 w 75209"/>
                    <a:gd name="csY21" fmla="*/ 137989 h 197045"/>
                    <a:gd name="csX22" fmla="*/ 20524 w 75209"/>
                    <a:gd name="csY22" fmla="*/ 136495 h 197045"/>
                    <a:gd name="csX23" fmla="*/ 17537 w 75209"/>
                    <a:gd name="csY23" fmla="*/ 131642 h 19704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</a:cxnLst>
                  <a:rect l="l" t="t" r="r" b="b"/>
                  <a:pathLst>
                    <a:path w="75209" h="197045">
                      <a:moveTo>
                        <a:pt x="21719" y="162931"/>
                      </a:moveTo>
                      <a:cubicBezTo>
                        <a:pt x="21388" y="160971"/>
                        <a:pt x="21903" y="158963"/>
                        <a:pt x="23137" y="157405"/>
                      </a:cubicBezTo>
                      <a:cubicBezTo>
                        <a:pt x="24314" y="155790"/>
                        <a:pt x="26090" y="154714"/>
                        <a:pt x="28066" y="154418"/>
                      </a:cubicBezTo>
                      <a:lnTo>
                        <a:pt x="62641" y="149414"/>
                      </a:lnTo>
                      <a:cubicBezTo>
                        <a:pt x="64608" y="149158"/>
                        <a:pt x="66596" y="149696"/>
                        <a:pt x="68167" y="150908"/>
                      </a:cubicBezTo>
                      <a:cubicBezTo>
                        <a:pt x="69737" y="152081"/>
                        <a:pt x="70783" y="153824"/>
                        <a:pt x="71079" y="155762"/>
                      </a:cubicBezTo>
                      <a:lnTo>
                        <a:pt x="75112" y="183467"/>
                      </a:lnTo>
                      <a:cubicBezTo>
                        <a:pt x="75442" y="185426"/>
                        <a:pt x="74927" y="187435"/>
                        <a:pt x="73693" y="188993"/>
                      </a:cubicBezTo>
                      <a:cubicBezTo>
                        <a:pt x="72516" y="190608"/>
                        <a:pt x="70741" y="191684"/>
                        <a:pt x="68764" y="191980"/>
                      </a:cubicBezTo>
                      <a:lnTo>
                        <a:pt x="34189" y="196983"/>
                      </a:lnTo>
                      <a:cubicBezTo>
                        <a:pt x="32222" y="197239"/>
                        <a:pt x="30234" y="196702"/>
                        <a:pt x="28663" y="195490"/>
                      </a:cubicBezTo>
                      <a:cubicBezTo>
                        <a:pt x="27019" y="194373"/>
                        <a:pt x="25932" y="192606"/>
                        <a:pt x="25676" y="190636"/>
                      </a:cubicBezTo>
                      <a:close/>
                      <a:moveTo>
                        <a:pt x="62" y="13579"/>
                      </a:moveTo>
                      <a:cubicBezTo>
                        <a:pt x="-193" y="11611"/>
                        <a:pt x="344" y="9623"/>
                        <a:pt x="1556" y="8053"/>
                      </a:cubicBezTo>
                      <a:cubicBezTo>
                        <a:pt x="2672" y="6408"/>
                        <a:pt x="4439" y="5321"/>
                        <a:pt x="6410" y="5066"/>
                      </a:cubicBezTo>
                      <a:lnTo>
                        <a:pt x="40985" y="62"/>
                      </a:lnTo>
                      <a:cubicBezTo>
                        <a:pt x="42952" y="-194"/>
                        <a:pt x="44940" y="344"/>
                        <a:pt x="46511" y="1556"/>
                      </a:cubicBezTo>
                      <a:cubicBezTo>
                        <a:pt x="48155" y="2672"/>
                        <a:pt x="49243" y="4439"/>
                        <a:pt x="49498" y="6410"/>
                      </a:cubicBezTo>
                      <a:lnTo>
                        <a:pt x="66972" y="124473"/>
                      </a:lnTo>
                      <a:cubicBezTo>
                        <a:pt x="67228" y="126440"/>
                        <a:pt x="66691" y="128428"/>
                        <a:pt x="65479" y="129999"/>
                      </a:cubicBezTo>
                      <a:cubicBezTo>
                        <a:pt x="64363" y="131643"/>
                        <a:pt x="62596" y="132730"/>
                        <a:pt x="60625" y="132986"/>
                      </a:cubicBezTo>
                      <a:lnTo>
                        <a:pt x="26050" y="137989"/>
                      </a:lnTo>
                      <a:cubicBezTo>
                        <a:pt x="24082" y="138245"/>
                        <a:pt x="22094" y="137708"/>
                        <a:pt x="20524" y="136495"/>
                      </a:cubicBezTo>
                      <a:cubicBezTo>
                        <a:pt x="18879" y="135379"/>
                        <a:pt x="17792" y="133612"/>
                        <a:pt x="17537" y="13164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449" cap="flat">
                  <a:noFill/>
                  <a:prstDash val="solid"/>
                  <a:miter/>
                </a:ln>
              </p:spPr>
            </p:sp>
          </p:grpSp>
          <p:grpSp>
            <p:nvGrpSpPr>
              <p:cNvPr id="561" name="Graphic 4">
                <a:extLst>
                  <a:ext uri="{FF2B5EF4-FFF2-40B4-BE49-F238E27FC236}">
                    <a16:creationId xmlns:a16="http://schemas.microsoft.com/office/drawing/2014/main" id="{9CEBFE83-8EB4-3562-904C-ADE5673E1604}"/>
                  </a:ext>
                </a:extLst>
              </p:cNvPr>
              <p:cNvGrpSpPr/>
              <p:nvPr/>
            </p:nvGrpSpPr>
            <p:grpSpPr>
              <a:xfrm>
                <a:off x="4766726" y="1692733"/>
                <a:ext cx="232009" cy="292663"/>
                <a:chOff x="4766726" y="1692733"/>
                <a:chExt cx="232009" cy="292663"/>
              </a:xfrm>
            </p:grpSpPr>
            <p:sp>
              <p:nvSpPr>
                <p:cNvPr id="562" name="Freeform: Shape 561">
                  <a:extLst>
                    <a:ext uri="{FF2B5EF4-FFF2-40B4-BE49-F238E27FC236}">
                      <a16:creationId xmlns:a16="http://schemas.microsoft.com/office/drawing/2014/main" id="{D73F3AF8-9446-BC81-FA64-4FCA49F1A457}"/>
                    </a:ext>
                  </a:extLst>
                </p:cNvPr>
                <p:cNvSpPr/>
                <p:nvPr/>
              </p:nvSpPr>
              <p:spPr>
                <a:xfrm>
                  <a:off x="4841602" y="1692733"/>
                  <a:ext cx="157134" cy="188726"/>
                </a:xfrm>
                <a:custGeom>
                  <a:avLst/>
                  <a:gdLst>
                    <a:gd name="csX0" fmla="*/ 155603 w 157134"/>
                    <a:gd name="csY0" fmla="*/ 154547 h 188726"/>
                    <a:gd name="csX1" fmla="*/ 157022 w 157134"/>
                    <a:gd name="csY1" fmla="*/ 160372 h 188726"/>
                    <a:gd name="csX2" fmla="*/ 153960 w 157134"/>
                    <a:gd name="csY2" fmla="*/ 165525 h 188726"/>
                    <a:gd name="csX3" fmla="*/ 124090 w 157134"/>
                    <a:gd name="csY3" fmla="*/ 187255 h 188726"/>
                    <a:gd name="csX4" fmla="*/ 118265 w 157134"/>
                    <a:gd name="csY4" fmla="*/ 188599 h 188726"/>
                    <a:gd name="csX5" fmla="*/ 113112 w 157134"/>
                    <a:gd name="csY5" fmla="*/ 185538 h 188726"/>
                    <a:gd name="csX6" fmla="*/ 96310 w 157134"/>
                    <a:gd name="csY6" fmla="*/ 161865 h 188726"/>
                    <a:gd name="csX7" fmla="*/ 94891 w 157134"/>
                    <a:gd name="csY7" fmla="*/ 156041 h 188726"/>
                    <a:gd name="csX8" fmla="*/ 98028 w 157134"/>
                    <a:gd name="csY8" fmla="*/ 150888 h 188726"/>
                    <a:gd name="csX9" fmla="*/ 127898 w 157134"/>
                    <a:gd name="csY9" fmla="*/ 129157 h 188726"/>
                    <a:gd name="csX10" fmla="*/ 138875 w 157134"/>
                    <a:gd name="csY10" fmla="*/ 130875 h 188726"/>
                    <a:gd name="csX11" fmla="*/ 118265 w 157134"/>
                    <a:gd name="csY11" fmla="*/ 104141 h 188726"/>
                    <a:gd name="csX12" fmla="*/ 119684 w 157134"/>
                    <a:gd name="csY12" fmla="*/ 109966 h 188726"/>
                    <a:gd name="csX13" fmla="*/ 116622 w 157134"/>
                    <a:gd name="csY13" fmla="*/ 115118 h 188726"/>
                    <a:gd name="csX14" fmla="*/ 86752 w 157134"/>
                    <a:gd name="csY14" fmla="*/ 136849 h 188726"/>
                    <a:gd name="csX15" fmla="*/ 80927 w 157134"/>
                    <a:gd name="csY15" fmla="*/ 138193 h 188726"/>
                    <a:gd name="csX16" fmla="*/ 75774 w 157134"/>
                    <a:gd name="csY16" fmla="*/ 135131 h 188726"/>
                    <a:gd name="csX17" fmla="*/ 1472 w 157134"/>
                    <a:gd name="csY17" fmla="*/ 34095 h 188726"/>
                    <a:gd name="csX18" fmla="*/ 127 w 157134"/>
                    <a:gd name="csY18" fmla="*/ 28270 h 188726"/>
                    <a:gd name="csX19" fmla="*/ 3189 w 157134"/>
                    <a:gd name="csY19" fmla="*/ 23117 h 188726"/>
                    <a:gd name="csX20" fmla="*/ 33060 w 157134"/>
                    <a:gd name="csY20" fmla="*/ 1387 h 188726"/>
                    <a:gd name="csX21" fmla="*/ 44037 w 157134"/>
                    <a:gd name="csY21" fmla="*/ 3403 h 18872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</a:cxnLst>
                  <a:rect l="l" t="t" r="r" b="b"/>
                  <a:pathLst>
                    <a:path w="157134" h="188726">
                      <a:moveTo>
                        <a:pt x="155603" y="154547"/>
                      </a:moveTo>
                      <a:cubicBezTo>
                        <a:pt x="156869" y="156205"/>
                        <a:pt x="157383" y="158317"/>
                        <a:pt x="157022" y="160372"/>
                      </a:cubicBezTo>
                      <a:cubicBezTo>
                        <a:pt x="156765" y="162442"/>
                        <a:pt x="155655" y="164310"/>
                        <a:pt x="153960" y="165525"/>
                      </a:cubicBezTo>
                      <a:lnTo>
                        <a:pt x="124090" y="187255"/>
                      </a:lnTo>
                      <a:cubicBezTo>
                        <a:pt x="122420" y="188495"/>
                        <a:pt x="120309" y="188982"/>
                        <a:pt x="118265" y="188599"/>
                      </a:cubicBezTo>
                      <a:cubicBezTo>
                        <a:pt x="116195" y="188343"/>
                        <a:pt x="114327" y="187233"/>
                        <a:pt x="113112" y="185538"/>
                      </a:cubicBezTo>
                      <a:lnTo>
                        <a:pt x="96310" y="161865"/>
                      </a:lnTo>
                      <a:cubicBezTo>
                        <a:pt x="95044" y="160207"/>
                        <a:pt x="94530" y="158095"/>
                        <a:pt x="94891" y="156041"/>
                      </a:cubicBezTo>
                      <a:cubicBezTo>
                        <a:pt x="95166" y="153959"/>
                        <a:pt x="96304" y="152088"/>
                        <a:pt x="98028" y="150888"/>
                      </a:cubicBezTo>
                      <a:lnTo>
                        <a:pt x="127898" y="129157"/>
                      </a:lnTo>
                      <a:cubicBezTo>
                        <a:pt x="131431" y="126716"/>
                        <a:pt x="136257" y="127471"/>
                        <a:pt x="138875" y="130875"/>
                      </a:cubicBezTo>
                      <a:close/>
                      <a:moveTo>
                        <a:pt x="118265" y="104141"/>
                      </a:moveTo>
                      <a:cubicBezTo>
                        <a:pt x="119531" y="105799"/>
                        <a:pt x="120045" y="107911"/>
                        <a:pt x="119684" y="109966"/>
                      </a:cubicBezTo>
                      <a:cubicBezTo>
                        <a:pt x="119427" y="112035"/>
                        <a:pt x="118317" y="113904"/>
                        <a:pt x="116622" y="115118"/>
                      </a:cubicBezTo>
                      <a:lnTo>
                        <a:pt x="86752" y="136849"/>
                      </a:lnTo>
                      <a:cubicBezTo>
                        <a:pt x="85082" y="138089"/>
                        <a:pt x="82971" y="138576"/>
                        <a:pt x="80927" y="138193"/>
                      </a:cubicBezTo>
                      <a:cubicBezTo>
                        <a:pt x="78857" y="137937"/>
                        <a:pt x="76989" y="136827"/>
                        <a:pt x="75774" y="135131"/>
                      </a:cubicBezTo>
                      <a:lnTo>
                        <a:pt x="1472" y="34095"/>
                      </a:lnTo>
                      <a:cubicBezTo>
                        <a:pt x="232" y="32425"/>
                        <a:pt x="-255" y="30314"/>
                        <a:pt x="127" y="28270"/>
                      </a:cubicBezTo>
                      <a:cubicBezTo>
                        <a:pt x="384" y="26200"/>
                        <a:pt x="1494" y="24332"/>
                        <a:pt x="3189" y="23117"/>
                      </a:cubicBezTo>
                      <a:lnTo>
                        <a:pt x="33060" y="1387"/>
                      </a:lnTo>
                      <a:cubicBezTo>
                        <a:pt x="36651" y="-1074"/>
                        <a:pt x="41555" y="-173"/>
                        <a:pt x="44037" y="3403"/>
                      </a:cubicBezTo>
                      <a:close/>
                    </a:path>
                  </a:pathLst>
                </a:custGeom>
                <a:solidFill>
                  <a:srgbClr val="30261C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563" name="Freeform: Shape 562">
                  <a:extLst>
                    <a:ext uri="{FF2B5EF4-FFF2-40B4-BE49-F238E27FC236}">
                      <a16:creationId xmlns:a16="http://schemas.microsoft.com/office/drawing/2014/main" id="{3D6B155A-E94C-2671-75FA-2EFF71490CAD}"/>
                    </a:ext>
                  </a:extLst>
                </p:cNvPr>
                <p:cNvSpPr/>
                <p:nvPr/>
              </p:nvSpPr>
              <p:spPr>
                <a:xfrm>
                  <a:off x="4841602" y="1692733"/>
                  <a:ext cx="157134" cy="188726"/>
                </a:xfrm>
                <a:custGeom>
                  <a:avLst/>
                  <a:gdLst>
                    <a:gd name="csX0" fmla="*/ 155603 w 157134"/>
                    <a:gd name="csY0" fmla="*/ 154547 h 188726"/>
                    <a:gd name="csX1" fmla="*/ 157022 w 157134"/>
                    <a:gd name="csY1" fmla="*/ 160372 h 188726"/>
                    <a:gd name="csX2" fmla="*/ 153960 w 157134"/>
                    <a:gd name="csY2" fmla="*/ 165525 h 188726"/>
                    <a:gd name="csX3" fmla="*/ 124090 w 157134"/>
                    <a:gd name="csY3" fmla="*/ 187255 h 188726"/>
                    <a:gd name="csX4" fmla="*/ 118265 w 157134"/>
                    <a:gd name="csY4" fmla="*/ 188599 h 188726"/>
                    <a:gd name="csX5" fmla="*/ 113112 w 157134"/>
                    <a:gd name="csY5" fmla="*/ 185538 h 188726"/>
                    <a:gd name="csX6" fmla="*/ 96310 w 157134"/>
                    <a:gd name="csY6" fmla="*/ 161865 h 188726"/>
                    <a:gd name="csX7" fmla="*/ 94891 w 157134"/>
                    <a:gd name="csY7" fmla="*/ 156041 h 188726"/>
                    <a:gd name="csX8" fmla="*/ 98028 w 157134"/>
                    <a:gd name="csY8" fmla="*/ 150888 h 188726"/>
                    <a:gd name="csX9" fmla="*/ 127898 w 157134"/>
                    <a:gd name="csY9" fmla="*/ 129157 h 188726"/>
                    <a:gd name="csX10" fmla="*/ 138875 w 157134"/>
                    <a:gd name="csY10" fmla="*/ 130875 h 188726"/>
                    <a:gd name="csX11" fmla="*/ 118265 w 157134"/>
                    <a:gd name="csY11" fmla="*/ 104141 h 188726"/>
                    <a:gd name="csX12" fmla="*/ 119684 w 157134"/>
                    <a:gd name="csY12" fmla="*/ 109966 h 188726"/>
                    <a:gd name="csX13" fmla="*/ 116622 w 157134"/>
                    <a:gd name="csY13" fmla="*/ 115118 h 188726"/>
                    <a:gd name="csX14" fmla="*/ 86752 w 157134"/>
                    <a:gd name="csY14" fmla="*/ 136849 h 188726"/>
                    <a:gd name="csX15" fmla="*/ 80927 w 157134"/>
                    <a:gd name="csY15" fmla="*/ 138193 h 188726"/>
                    <a:gd name="csX16" fmla="*/ 75774 w 157134"/>
                    <a:gd name="csY16" fmla="*/ 135131 h 188726"/>
                    <a:gd name="csX17" fmla="*/ 1472 w 157134"/>
                    <a:gd name="csY17" fmla="*/ 34095 h 188726"/>
                    <a:gd name="csX18" fmla="*/ 127 w 157134"/>
                    <a:gd name="csY18" fmla="*/ 28270 h 188726"/>
                    <a:gd name="csX19" fmla="*/ 3189 w 157134"/>
                    <a:gd name="csY19" fmla="*/ 23117 h 188726"/>
                    <a:gd name="csX20" fmla="*/ 33060 w 157134"/>
                    <a:gd name="csY20" fmla="*/ 1387 h 188726"/>
                    <a:gd name="csX21" fmla="*/ 44037 w 157134"/>
                    <a:gd name="csY21" fmla="*/ 3403 h 18872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</a:cxnLst>
                  <a:rect l="l" t="t" r="r" b="b"/>
                  <a:pathLst>
                    <a:path w="157134" h="188726">
                      <a:moveTo>
                        <a:pt x="155603" y="154547"/>
                      </a:moveTo>
                      <a:cubicBezTo>
                        <a:pt x="156869" y="156205"/>
                        <a:pt x="157383" y="158317"/>
                        <a:pt x="157022" y="160372"/>
                      </a:cubicBezTo>
                      <a:cubicBezTo>
                        <a:pt x="156765" y="162442"/>
                        <a:pt x="155655" y="164310"/>
                        <a:pt x="153960" y="165525"/>
                      </a:cubicBezTo>
                      <a:lnTo>
                        <a:pt x="124090" y="187255"/>
                      </a:lnTo>
                      <a:cubicBezTo>
                        <a:pt x="122420" y="188495"/>
                        <a:pt x="120309" y="188982"/>
                        <a:pt x="118265" y="188599"/>
                      </a:cubicBezTo>
                      <a:cubicBezTo>
                        <a:pt x="116195" y="188343"/>
                        <a:pt x="114327" y="187233"/>
                        <a:pt x="113112" y="185538"/>
                      </a:cubicBezTo>
                      <a:lnTo>
                        <a:pt x="96310" y="161865"/>
                      </a:lnTo>
                      <a:cubicBezTo>
                        <a:pt x="95044" y="160207"/>
                        <a:pt x="94530" y="158095"/>
                        <a:pt x="94891" y="156041"/>
                      </a:cubicBezTo>
                      <a:cubicBezTo>
                        <a:pt x="95166" y="153959"/>
                        <a:pt x="96304" y="152088"/>
                        <a:pt x="98028" y="150888"/>
                      </a:cubicBezTo>
                      <a:lnTo>
                        <a:pt x="127898" y="129157"/>
                      </a:lnTo>
                      <a:cubicBezTo>
                        <a:pt x="131431" y="126716"/>
                        <a:pt x="136257" y="127471"/>
                        <a:pt x="138875" y="130875"/>
                      </a:cubicBezTo>
                      <a:close/>
                      <a:moveTo>
                        <a:pt x="118265" y="104141"/>
                      </a:moveTo>
                      <a:cubicBezTo>
                        <a:pt x="119531" y="105799"/>
                        <a:pt x="120045" y="107911"/>
                        <a:pt x="119684" y="109966"/>
                      </a:cubicBezTo>
                      <a:cubicBezTo>
                        <a:pt x="119427" y="112035"/>
                        <a:pt x="118317" y="113904"/>
                        <a:pt x="116622" y="115118"/>
                      </a:cubicBezTo>
                      <a:lnTo>
                        <a:pt x="86752" y="136849"/>
                      </a:lnTo>
                      <a:cubicBezTo>
                        <a:pt x="85082" y="138089"/>
                        <a:pt x="82971" y="138576"/>
                        <a:pt x="80927" y="138193"/>
                      </a:cubicBezTo>
                      <a:cubicBezTo>
                        <a:pt x="78857" y="137937"/>
                        <a:pt x="76989" y="136827"/>
                        <a:pt x="75774" y="135131"/>
                      </a:cubicBezTo>
                      <a:lnTo>
                        <a:pt x="1472" y="34095"/>
                      </a:lnTo>
                      <a:cubicBezTo>
                        <a:pt x="232" y="32425"/>
                        <a:pt x="-255" y="30314"/>
                        <a:pt x="127" y="28270"/>
                      </a:cubicBezTo>
                      <a:cubicBezTo>
                        <a:pt x="384" y="26200"/>
                        <a:pt x="1494" y="24332"/>
                        <a:pt x="3189" y="23117"/>
                      </a:cubicBezTo>
                      <a:lnTo>
                        <a:pt x="33060" y="1387"/>
                      </a:lnTo>
                      <a:cubicBezTo>
                        <a:pt x="36651" y="-1074"/>
                        <a:pt x="41555" y="-173"/>
                        <a:pt x="44037" y="340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564" name="Freeform: Shape 563">
                  <a:extLst>
                    <a:ext uri="{FF2B5EF4-FFF2-40B4-BE49-F238E27FC236}">
                      <a16:creationId xmlns:a16="http://schemas.microsoft.com/office/drawing/2014/main" id="{4341C5B5-8403-5ACA-2F52-B5B0F0D91AF4}"/>
                    </a:ext>
                  </a:extLst>
                </p:cNvPr>
                <p:cNvSpPr/>
                <p:nvPr/>
              </p:nvSpPr>
              <p:spPr>
                <a:xfrm>
                  <a:off x="4766726" y="1834918"/>
                  <a:ext cx="192938" cy="150478"/>
                </a:xfrm>
                <a:custGeom>
                  <a:avLst/>
                  <a:gdLst>
                    <a:gd name="csX0" fmla="*/ 189406 w 192938"/>
                    <a:gd name="csY0" fmla="*/ 105558 h 150478"/>
                    <a:gd name="csX1" fmla="*/ 192767 w 192938"/>
                    <a:gd name="csY1" fmla="*/ 110561 h 150478"/>
                    <a:gd name="csX2" fmla="*/ 191572 w 192938"/>
                    <a:gd name="csY2" fmla="*/ 116461 h 150478"/>
                    <a:gd name="csX3" fmla="*/ 171185 w 192938"/>
                    <a:gd name="csY3" fmla="*/ 146928 h 150478"/>
                    <a:gd name="csX4" fmla="*/ 166182 w 192938"/>
                    <a:gd name="csY4" fmla="*/ 150289 h 150478"/>
                    <a:gd name="csX5" fmla="*/ 160283 w 192938"/>
                    <a:gd name="csY5" fmla="*/ 149169 h 150478"/>
                    <a:gd name="csX6" fmla="*/ 135864 w 192938"/>
                    <a:gd name="csY6" fmla="*/ 132815 h 150478"/>
                    <a:gd name="csX7" fmla="*/ 132503 w 192938"/>
                    <a:gd name="csY7" fmla="*/ 127811 h 150478"/>
                    <a:gd name="csX8" fmla="*/ 133698 w 192938"/>
                    <a:gd name="csY8" fmla="*/ 121912 h 150478"/>
                    <a:gd name="csX9" fmla="*/ 154010 w 192938"/>
                    <a:gd name="csY9" fmla="*/ 91444 h 150478"/>
                    <a:gd name="csX10" fmla="*/ 159013 w 192938"/>
                    <a:gd name="csY10" fmla="*/ 88084 h 150478"/>
                    <a:gd name="csX11" fmla="*/ 164913 w 192938"/>
                    <a:gd name="csY11" fmla="*/ 89279 h 150478"/>
                    <a:gd name="csX12" fmla="*/ 137133 w 192938"/>
                    <a:gd name="csY12" fmla="*/ 70834 h 150478"/>
                    <a:gd name="csX13" fmla="*/ 140419 w 192938"/>
                    <a:gd name="csY13" fmla="*/ 75837 h 150478"/>
                    <a:gd name="csX14" fmla="*/ 139299 w 192938"/>
                    <a:gd name="csY14" fmla="*/ 81736 h 150478"/>
                    <a:gd name="csX15" fmla="*/ 118912 w 192938"/>
                    <a:gd name="csY15" fmla="*/ 112279 h 150478"/>
                    <a:gd name="csX16" fmla="*/ 108010 w 192938"/>
                    <a:gd name="csY16" fmla="*/ 114444 h 150478"/>
                    <a:gd name="csX17" fmla="*/ 3463 w 192938"/>
                    <a:gd name="csY17" fmla="*/ 44921 h 150478"/>
                    <a:gd name="csX18" fmla="*/ 177 w 192938"/>
                    <a:gd name="csY18" fmla="*/ 39843 h 150478"/>
                    <a:gd name="csX19" fmla="*/ 1298 w 192938"/>
                    <a:gd name="csY19" fmla="*/ 34018 h 150478"/>
                    <a:gd name="csX20" fmla="*/ 21833 w 192938"/>
                    <a:gd name="csY20" fmla="*/ 3476 h 150478"/>
                    <a:gd name="csX21" fmla="*/ 26837 w 192938"/>
                    <a:gd name="csY21" fmla="*/ 190 h 150478"/>
                    <a:gd name="csX22" fmla="*/ 32736 w 192938"/>
                    <a:gd name="csY22" fmla="*/ 1310 h 15047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</a:cxnLst>
                  <a:rect l="l" t="t" r="r" b="b"/>
                  <a:pathLst>
                    <a:path w="192938" h="150478">
                      <a:moveTo>
                        <a:pt x="189406" y="105558"/>
                      </a:moveTo>
                      <a:cubicBezTo>
                        <a:pt x="191180" y="106680"/>
                        <a:pt x="192399" y="108496"/>
                        <a:pt x="192767" y="110561"/>
                      </a:cubicBezTo>
                      <a:cubicBezTo>
                        <a:pt x="193214" y="112608"/>
                        <a:pt x="192780" y="114749"/>
                        <a:pt x="191572" y="116461"/>
                      </a:cubicBezTo>
                      <a:lnTo>
                        <a:pt x="171185" y="146928"/>
                      </a:lnTo>
                      <a:cubicBezTo>
                        <a:pt x="170064" y="148702"/>
                        <a:pt x="168248" y="149921"/>
                        <a:pt x="166182" y="150289"/>
                      </a:cubicBezTo>
                      <a:cubicBezTo>
                        <a:pt x="164146" y="150757"/>
                        <a:pt x="162006" y="150351"/>
                        <a:pt x="160283" y="149169"/>
                      </a:cubicBezTo>
                      <a:lnTo>
                        <a:pt x="135864" y="132815"/>
                      </a:lnTo>
                      <a:cubicBezTo>
                        <a:pt x="134090" y="131693"/>
                        <a:pt x="132871" y="129877"/>
                        <a:pt x="132503" y="127811"/>
                      </a:cubicBezTo>
                      <a:cubicBezTo>
                        <a:pt x="132101" y="125764"/>
                        <a:pt x="132531" y="123641"/>
                        <a:pt x="133698" y="121912"/>
                      </a:cubicBezTo>
                      <a:lnTo>
                        <a:pt x="154010" y="91444"/>
                      </a:lnTo>
                      <a:cubicBezTo>
                        <a:pt x="155132" y="89671"/>
                        <a:pt x="156947" y="88451"/>
                        <a:pt x="159013" y="88084"/>
                      </a:cubicBezTo>
                      <a:cubicBezTo>
                        <a:pt x="161060" y="87637"/>
                        <a:pt x="163201" y="88070"/>
                        <a:pt x="164913" y="89279"/>
                      </a:cubicBezTo>
                      <a:close/>
                      <a:moveTo>
                        <a:pt x="137133" y="70834"/>
                      </a:moveTo>
                      <a:cubicBezTo>
                        <a:pt x="138878" y="71970"/>
                        <a:pt x="140069" y="73784"/>
                        <a:pt x="140419" y="75837"/>
                      </a:cubicBezTo>
                      <a:cubicBezTo>
                        <a:pt x="140887" y="77874"/>
                        <a:pt x="140481" y="80013"/>
                        <a:pt x="139299" y="81736"/>
                      </a:cubicBezTo>
                      <a:lnTo>
                        <a:pt x="118912" y="112279"/>
                      </a:lnTo>
                      <a:cubicBezTo>
                        <a:pt x="116458" y="115824"/>
                        <a:pt x="111633" y="116783"/>
                        <a:pt x="108010" y="114444"/>
                      </a:cubicBezTo>
                      <a:lnTo>
                        <a:pt x="3463" y="44921"/>
                      </a:lnTo>
                      <a:cubicBezTo>
                        <a:pt x="1701" y="43768"/>
                        <a:pt x="508" y="41923"/>
                        <a:pt x="177" y="39843"/>
                      </a:cubicBezTo>
                      <a:cubicBezTo>
                        <a:pt x="-269" y="37830"/>
                        <a:pt x="136" y="35722"/>
                        <a:pt x="1298" y="34018"/>
                      </a:cubicBezTo>
                      <a:lnTo>
                        <a:pt x="21833" y="3476"/>
                      </a:lnTo>
                      <a:cubicBezTo>
                        <a:pt x="22970" y="1731"/>
                        <a:pt x="24784" y="540"/>
                        <a:pt x="26837" y="190"/>
                      </a:cubicBezTo>
                      <a:cubicBezTo>
                        <a:pt x="28873" y="-278"/>
                        <a:pt x="31013" y="128"/>
                        <a:pt x="32736" y="1310"/>
                      </a:cubicBezTo>
                      <a:close/>
                    </a:path>
                  </a:pathLst>
                </a:custGeom>
                <a:solidFill>
                  <a:srgbClr val="30261C"/>
                </a:solidFill>
                <a:ln w="7449" cap="flat">
                  <a:noFill/>
                  <a:prstDash val="solid"/>
                  <a:miter/>
                </a:ln>
              </p:spPr>
            </p:sp>
            <p:sp>
              <p:nvSpPr>
                <p:cNvPr id="565" name="Freeform: Shape 564">
                  <a:extLst>
                    <a:ext uri="{FF2B5EF4-FFF2-40B4-BE49-F238E27FC236}">
                      <a16:creationId xmlns:a16="http://schemas.microsoft.com/office/drawing/2014/main" id="{622DC493-9147-44A3-0C74-EFEEF3DBB4DB}"/>
                    </a:ext>
                  </a:extLst>
                </p:cNvPr>
                <p:cNvSpPr/>
                <p:nvPr/>
              </p:nvSpPr>
              <p:spPr>
                <a:xfrm>
                  <a:off x="4766726" y="1834918"/>
                  <a:ext cx="192938" cy="150478"/>
                </a:xfrm>
                <a:custGeom>
                  <a:avLst/>
                  <a:gdLst>
                    <a:gd name="csX0" fmla="*/ 189406 w 192938"/>
                    <a:gd name="csY0" fmla="*/ 105558 h 150478"/>
                    <a:gd name="csX1" fmla="*/ 192767 w 192938"/>
                    <a:gd name="csY1" fmla="*/ 110561 h 150478"/>
                    <a:gd name="csX2" fmla="*/ 191572 w 192938"/>
                    <a:gd name="csY2" fmla="*/ 116461 h 150478"/>
                    <a:gd name="csX3" fmla="*/ 171185 w 192938"/>
                    <a:gd name="csY3" fmla="*/ 146928 h 150478"/>
                    <a:gd name="csX4" fmla="*/ 166182 w 192938"/>
                    <a:gd name="csY4" fmla="*/ 150289 h 150478"/>
                    <a:gd name="csX5" fmla="*/ 160283 w 192938"/>
                    <a:gd name="csY5" fmla="*/ 149169 h 150478"/>
                    <a:gd name="csX6" fmla="*/ 135864 w 192938"/>
                    <a:gd name="csY6" fmla="*/ 132815 h 150478"/>
                    <a:gd name="csX7" fmla="*/ 132503 w 192938"/>
                    <a:gd name="csY7" fmla="*/ 127811 h 150478"/>
                    <a:gd name="csX8" fmla="*/ 133698 w 192938"/>
                    <a:gd name="csY8" fmla="*/ 121912 h 150478"/>
                    <a:gd name="csX9" fmla="*/ 154010 w 192938"/>
                    <a:gd name="csY9" fmla="*/ 91444 h 150478"/>
                    <a:gd name="csX10" fmla="*/ 159013 w 192938"/>
                    <a:gd name="csY10" fmla="*/ 88084 h 150478"/>
                    <a:gd name="csX11" fmla="*/ 164913 w 192938"/>
                    <a:gd name="csY11" fmla="*/ 89279 h 150478"/>
                    <a:gd name="csX12" fmla="*/ 137133 w 192938"/>
                    <a:gd name="csY12" fmla="*/ 70834 h 150478"/>
                    <a:gd name="csX13" fmla="*/ 140419 w 192938"/>
                    <a:gd name="csY13" fmla="*/ 75837 h 150478"/>
                    <a:gd name="csX14" fmla="*/ 139299 w 192938"/>
                    <a:gd name="csY14" fmla="*/ 81736 h 150478"/>
                    <a:gd name="csX15" fmla="*/ 118912 w 192938"/>
                    <a:gd name="csY15" fmla="*/ 112279 h 150478"/>
                    <a:gd name="csX16" fmla="*/ 108010 w 192938"/>
                    <a:gd name="csY16" fmla="*/ 114444 h 150478"/>
                    <a:gd name="csX17" fmla="*/ 3463 w 192938"/>
                    <a:gd name="csY17" fmla="*/ 44921 h 150478"/>
                    <a:gd name="csX18" fmla="*/ 177 w 192938"/>
                    <a:gd name="csY18" fmla="*/ 39843 h 150478"/>
                    <a:gd name="csX19" fmla="*/ 1298 w 192938"/>
                    <a:gd name="csY19" fmla="*/ 34018 h 150478"/>
                    <a:gd name="csX20" fmla="*/ 21833 w 192938"/>
                    <a:gd name="csY20" fmla="*/ 3476 h 150478"/>
                    <a:gd name="csX21" fmla="*/ 26837 w 192938"/>
                    <a:gd name="csY21" fmla="*/ 190 h 150478"/>
                    <a:gd name="csX22" fmla="*/ 32736 w 192938"/>
                    <a:gd name="csY22" fmla="*/ 1310 h 15047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</a:cxnLst>
                  <a:rect l="l" t="t" r="r" b="b"/>
                  <a:pathLst>
                    <a:path w="192938" h="150478">
                      <a:moveTo>
                        <a:pt x="189406" y="105558"/>
                      </a:moveTo>
                      <a:cubicBezTo>
                        <a:pt x="191180" y="106680"/>
                        <a:pt x="192399" y="108496"/>
                        <a:pt x="192767" y="110561"/>
                      </a:cubicBezTo>
                      <a:cubicBezTo>
                        <a:pt x="193214" y="112608"/>
                        <a:pt x="192780" y="114749"/>
                        <a:pt x="191572" y="116461"/>
                      </a:cubicBezTo>
                      <a:lnTo>
                        <a:pt x="171185" y="146928"/>
                      </a:lnTo>
                      <a:cubicBezTo>
                        <a:pt x="170064" y="148702"/>
                        <a:pt x="168248" y="149921"/>
                        <a:pt x="166182" y="150289"/>
                      </a:cubicBezTo>
                      <a:cubicBezTo>
                        <a:pt x="164146" y="150757"/>
                        <a:pt x="162006" y="150351"/>
                        <a:pt x="160283" y="149169"/>
                      </a:cubicBezTo>
                      <a:lnTo>
                        <a:pt x="135864" y="132815"/>
                      </a:lnTo>
                      <a:cubicBezTo>
                        <a:pt x="134090" y="131693"/>
                        <a:pt x="132871" y="129877"/>
                        <a:pt x="132503" y="127811"/>
                      </a:cubicBezTo>
                      <a:cubicBezTo>
                        <a:pt x="132101" y="125764"/>
                        <a:pt x="132531" y="123641"/>
                        <a:pt x="133698" y="121912"/>
                      </a:cubicBezTo>
                      <a:lnTo>
                        <a:pt x="154010" y="91444"/>
                      </a:lnTo>
                      <a:cubicBezTo>
                        <a:pt x="155132" y="89671"/>
                        <a:pt x="156947" y="88451"/>
                        <a:pt x="159013" y="88084"/>
                      </a:cubicBezTo>
                      <a:cubicBezTo>
                        <a:pt x="161060" y="87637"/>
                        <a:pt x="163201" y="88070"/>
                        <a:pt x="164913" y="89279"/>
                      </a:cubicBezTo>
                      <a:close/>
                      <a:moveTo>
                        <a:pt x="137133" y="70834"/>
                      </a:moveTo>
                      <a:cubicBezTo>
                        <a:pt x="138878" y="71970"/>
                        <a:pt x="140069" y="73784"/>
                        <a:pt x="140419" y="75837"/>
                      </a:cubicBezTo>
                      <a:cubicBezTo>
                        <a:pt x="140887" y="77874"/>
                        <a:pt x="140481" y="80013"/>
                        <a:pt x="139299" y="81736"/>
                      </a:cubicBezTo>
                      <a:lnTo>
                        <a:pt x="118912" y="112279"/>
                      </a:lnTo>
                      <a:cubicBezTo>
                        <a:pt x="116458" y="115824"/>
                        <a:pt x="111633" y="116783"/>
                        <a:pt x="108010" y="114444"/>
                      </a:cubicBezTo>
                      <a:lnTo>
                        <a:pt x="3463" y="44921"/>
                      </a:lnTo>
                      <a:cubicBezTo>
                        <a:pt x="1701" y="43768"/>
                        <a:pt x="508" y="41923"/>
                        <a:pt x="177" y="39843"/>
                      </a:cubicBezTo>
                      <a:cubicBezTo>
                        <a:pt x="-269" y="37830"/>
                        <a:pt x="136" y="35722"/>
                        <a:pt x="1298" y="34018"/>
                      </a:cubicBezTo>
                      <a:lnTo>
                        <a:pt x="21833" y="3476"/>
                      </a:lnTo>
                      <a:cubicBezTo>
                        <a:pt x="22970" y="1731"/>
                        <a:pt x="24784" y="540"/>
                        <a:pt x="26837" y="190"/>
                      </a:cubicBezTo>
                      <a:cubicBezTo>
                        <a:pt x="28873" y="-278"/>
                        <a:pt x="31013" y="128"/>
                        <a:pt x="32736" y="131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449" cap="flat">
                  <a:noFill/>
                  <a:prstDash val="solid"/>
                  <a:miter/>
                </a:ln>
              </p:spPr>
            </p:sp>
          </p:grpSp>
        </p:grpSp>
      </p:grpSp>
      <p:sp>
        <p:nvSpPr>
          <p:cNvPr id="567" name="Google Shape;272;p41">
            <a:extLst>
              <a:ext uri="{FF2B5EF4-FFF2-40B4-BE49-F238E27FC236}">
                <a16:creationId xmlns:a16="http://schemas.microsoft.com/office/drawing/2014/main" id="{D57379CE-3D19-40D6-BD3D-0CD3AE000538}"/>
              </a:ext>
            </a:extLst>
          </p:cNvPr>
          <p:cNvSpPr txBox="1">
            <a:spLocks/>
          </p:cNvSpPr>
          <p:nvPr/>
        </p:nvSpPr>
        <p:spPr>
          <a:xfrm>
            <a:off x="715100" y="1432176"/>
            <a:ext cx="3485952" cy="1497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300" b="0" i="0" u="none" strike="noStrike" cap="none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marante"/>
              <a:buNone/>
              <a:defRPr sz="35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marante"/>
              <a:buNone/>
              <a:defRPr sz="35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marante"/>
              <a:buNone/>
              <a:defRPr sz="35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marante"/>
              <a:buNone/>
              <a:defRPr sz="35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marante"/>
              <a:buNone/>
              <a:defRPr sz="35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marante"/>
              <a:buNone/>
              <a:defRPr sz="35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marante"/>
              <a:buNone/>
              <a:defRPr sz="35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marante"/>
              <a:buNone/>
              <a:defRPr sz="3500" b="0" i="0" u="none" strike="noStrike" cap="none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9pPr>
          </a:lstStyle>
          <a:p>
            <a:pPr marL="342900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IN" sz="1400" dirty="0" err="1"/>
              <a:t>Quizara</a:t>
            </a:r>
            <a:r>
              <a:rPr lang="en-IN" sz="1400" dirty="0"/>
              <a:t> is </a:t>
            </a:r>
            <a:r>
              <a:rPr lang="en-IN" sz="1400" b="1" dirty="0"/>
              <a:t>secure &amp; efficient.</a:t>
            </a:r>
          </a:p>
          <a:p>
            <a:pPr marL="342900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IN" sz="1400" dirty="0"/>
              <a:t>Reduces manual work.</a:t>
            </a:r>
          </a:p>
          <a:p>
            <a:pPr marL="342900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IN" sz="1400" dirty="0"/>
              <a:t>Improves learning experience.</a:t>
            </a:r>
          </a:p>
          <a:p>
            <a:pPr marL="342900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IN" sz="1400" dirty="0"/>
              <a:t>Ready for future expansion.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4"/>
          <p:cNvSpPr txBox="1">
            <a:spLocks noGrp="1"/>
          </p:cNvSpPr>
          <p:nvPr>
            <p:ph type="title"/>
          </p:nvPr>
        </p:nvSpPr>
        <p:spPr>
          <a:xfrm>
            <a:off x="1952988" y="1781975"/>
            <a:ext cx="5238025" cy="15795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 b="1" dirty="0"/>
              <a:t>Thank You!</a:t>
            </a:r>
            <a:endParaRPr sz="8000" b="1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88D655C-D70E-0789-31A6-80F6CA809993}"/>
              </a:ext>
            </a:extLst>
          </p:cNvPr>
          <p:cNvCxnSpPr>
            <a:cxnSpLocks/>
          </p:cNvCxnSpPr>
          <p:nvPr/>
        </p:nvCxnSpPr>
        <p:spPr>
          <a:xfrm>
            <a:off x="1952988" y="3133600"/>
            <a:ext cx="5238025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inimalist Aesthetic Consulting Toolkit by Slidesgo">
  <a:themeElements>
    <a:clrScheme name="Simple Light">
      <a:dk1>
        <a:srgbClr val="F3F3F3"/>
      </a:dk1>
      <a:lt1>
        <a:srgbClr val="30261C"/>
      </a:lt1>
      <a:dk2>
        <a:srgbClr val="A06E53"/>
      </a:dk2>
      <a:lt2>
        <a:srgbClr val="64593E"/>
      </a:lt2>
      <a:accent1>
        <a:srgbClr val="EBE6DE"/>
      </a:accent1>
      <a:accent2>
        <a:srgbClr val="D6BD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3F3F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384</Words>
  <Application>Microsoft Office PowerPoint</Application>
  <PresentationFormat>On-screen Show (16:9)</PresentationFormat>
  <Paragraphs>107</Paragraphs>
  <Slides>20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Bebas Neue</vt:lpstr>
      <vt:lpstr>Albert Sans</vt:lpstr>
      <vt:lpstr>Wingdings</vt:lpstr>
      <vt:lpstr>Philosopher</vt:lpstr>
      <vt:lpstr>Amarante</vt:lpstr>
      <vt:lpstr>Arial</vt:lpstr>
      <vt:lpstr>Open Sans</vt:lpstr>
      <vt:lpstr>Minimalist Aesthetic Consulting Toolkit by Slidesgo</vt:lpstr>
      <vt:lpstr>PowerPoint Presentation</vt:lpstr>
      <vt:lpstr>Introduction</vt:lpstr>
      <vt:lpstr>01</vt:lpstr>
      <vt:lpstr>PowerPoint Presentation</vt:lpstr>
      <vt:lpstr>Technology Stack</vt:lpstr>
      <vt:lpstr>Libraries</vt:lpstr>
      <vt:lpstr>System Architecture</vt:lpstr>
      <vt:lpstr>Student Portal Features</vt:lpstr>
      <vt:lpstr>PowerPoint Presentation</vt:lpstr>
      <vt:lpstr>PowerPoint Presentation</vt:lpstr>
      <vt:lpstr>PowerPoint Presentation</vt:lpstr>
      <vt:lpstr>Admin Portal Features</vt:lpstr>
      <vt:lpstr>PowerPoint Presentation</vt:lpstr>
      <vt:lpstr>PowerPoint Presentation</vt:lpstr>
      <vt:lpstr>PowerPoint Presentation</vt:lpstr>
      <vt:lpstr>Security &amp; Integration</vt:lpstr>
      <vt:lpstr>Database Design</vt:lpstr>
      <vt:lpstr>Future Scope</vt:lpstr>
      <vt:lpstr>Conclusion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Manani Suraj</cp:lastModifiedBy>
  <cp:revision>10</cp:revision>
  <dcterms:modified xsi:type="dcterms:W3CDTF">2026-04-03T15:18:22Z</dcterms:modified>
</cp:coreProperties>
</file>